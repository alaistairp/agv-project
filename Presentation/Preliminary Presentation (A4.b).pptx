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22"/>
  </p:notesMasterIdLst>
  <p:sldIdLst>
    <p:sldId id="256" r:id="rId3"/>
    <p:sldId id="257" r:id="rId4"/>
    <p:sldId id="261" r:id="rId5"/>
    <p:sldId id="262" r:id="rId6"/>
    <p:sldId id="263" r:id="rId7"/>
    <p:sldId id="264" r:id="rId8"/>
    <p:sldId id="272" r:id="rId9"/>
    <p:sldId id="275" r:id="rId10"/>
    <p:sldId id="277" r:id="rId11"/>
    <p:sldId id="282" r:id="rId12"/>
    <p:sldId id="284" r:id="rId13"/>
    <p:sldId id="288" r:id="rId14"/>
    <p:sldId id="289" r:id="rId15"/>
    <p:sldId id="290" r:id="rId16"/>
    <p:sldId id="291" r:id="rId17"/>
    <p:sldId id="292" r:id="rId18"/>
    <p:sldId id="293" r:id="rId19"/>
    <p:sldId id="294" r:id="rId20"/>
    <p:sldId id="295" r:id="rId21"/>
  </p:sldIdLst>
  <p:sldSz cx="9144000" cy="5143500" type="screen16x9"/>
  <p:notesSz cx="6858000" cy="9144000"/>
  <p:embeddedFontLst>
    <p:embeddedFont>
      <p:font typeface="Archivo" panose="020B0604020202020204" charset="0"/>
      <p:regular r:id="rId23"/>
      <p:bold r:id="rId24"/>
      <p:italic r:id="rId25"/>
      <p:boldItalic r:id="rId26"/>
    </p:embeddedFont>
    <p:embeddedFont>
      <p:font typeface="Bebas Neue" panose="020B0606020202050201" pitchFamily="34" charset="0"/>
      <p:regular r:id="rId27"/>
    </p:embeddedFont>
    <p:embeddedFont>
      <p:font typeface="Proxima Nova" panose="020B0604020202020204" charset="0"/>
      <p:regular r:id="rId28"/>
      <p:bold r:id="rId29"/>
      <p:italic r:id="rId30"/>
      <p:boldItalic r:id="rId31"/>
    </p:embeddedFont>
    <p:embeddedFont>
      <p:font typeface="Roboto Condensed Light" panose="02000000000000000000" pitchFamily="2" charset="0"/>
      <p:regular r:id="rId32"/>
      <p:italic r:id="rId33"/>
    </p:embeddedFont>
    <p:embeddedFont>
      <p:font typeface="Space Mono"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A900F-1CEB-4598-BEA6-0EA789B6111C}" v="6" dt="2026-10-27T12:39:51.289"/>
  </p1510:revLst>
</p1510:revInfo>
</file>

<file path=ppt/tableStyles.xml><?xml version="1.0" encoding="utf-8"?>
<a:tblStyleLst xmlns:a="http://schemas.openxmlformats.org/drawingml/2006/main" def="{B3FDAB6F-2A78-488B-A23F-93D0395C0661}">
  <a:tblStyle styleId="{B3FDAB6F-2A78-488B-A23F-93D0395C066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EA8578-2580-4856-83F7-5BA4C465F31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283"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font" Target="fonts/font12.fntdata"/><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istair Preece" userId="70af9d92-0f4c-43d0-9276-7fed64474d4d" providerId="ADAL" clId="{154CFF27-59AB-43E5-A45C-3B2997AB1AE7}"/>
    <pc:docChg chg="undo custSel delSld modSld">
      <pc:chgData name="Alaistair Preece" userId="70af9d92-0f4c-43d0-9276-7fed64474d4d" providerId="ADAL" clId="{154CFF27-59AB-43E5-A45C-3B2997AB1AE7}" dt="2026-10-27T12:45:27.427" v="532" actId="47"/>
      <pc:docMkLst>
        <pc:docMk/>
      </pc:docMkLst>
      <pc:sldChg chg="modSp mod">
        <pc:chgData name="Alaistair Preece" userId="70af9d92-0f4c-43d0-9276-7fed64474d4d" providerId="ADAL" clId="{154CFF27-59AB-43E5-A45C-3B2997AB1AE7}" dt="2026-10-27T12:32:30.914" v="50" actId="20577"/>
        <pc:sldMkLst>
          <pc:docMk/>
          <pc:sldMk cId="0" sldId="256"/>
        </pc:sldMkLst>
        <pc:spChg chg="mod">
          <ac:chgData name="Alaistair Preece" userId="70af9d92-0f4c-43d0-9276-7fed64474d4d" providerId="ADAL" clId="{154CFF27-59AB-43E5-A45C-3B2997AB1AE7}" dt="2026-10-27T12:32:15.940" v="41" actId="20577"/>
          <ac:spMkLst>
            <pc:docMk/>
            <pc:sldMk cId="0" sldId="256"/>
            <ac:spMk id="580" creationId="{00000000-0000-0000-0000-000000000000}"/>
          </ac:spMkLst>
        </pc:spChg>
        <pc:spChg chg="mod">
          <ac:chgData name="Alaistair Preece" userId="70af9d92-0f4c-43d0-9276-7fed64474d4d" providerId="ADAL" clId="{154CFF27-59AB-43E5-A45C-3B2997AB1AE7}" dt="2026-10-27T12:32:30.914" v="50" actId="20577"/>
          <ac:spMkLst>
            <pc:docMk/>
            <pc:sldMk cId="0" sldId="256"/>
            <ac:spMk id="581" creationId="{00000000-0000-0000-0000-000000000000}"/>
          </ac:spMkLst>
        </pc:spChg>
      </pc:sldChg>
      <pc:sldChg chg="addSp delSp modSp mod">
        <pc:chgData name="Alaistair Preece" userId="70af9d92-0f4c-43d0-9276-7fed64474d4d" providerId="ADAL" clId="{154CFF27-59AB-43E5-A45C-3B2997AB1AE7}" dt="2026-10-27T12:40:44.299" v="431" actId="478"/>
        <pc:sldMkLst>
          <pc:docMk/>
          <pc:sldMk cId="0" sldId="257"/>
        </pc:sldMkLst>
        <pc:spChg chg="add mod">
          <ac:chgData name="Alaistair Preece" userId="70af9d92-0f4c-43d0-9276-7fed64474d4d" providerId="ADAL" clId="{154CFF27-59AB-43E5-A45C-3B2997AB1AE7}" dt="2026-10-27T12:39:36.554" v="393" actId="1076"/>
          <ac:spMkLst>
            <pc:docMk/>
            <pc:sldMk cId="0" sldId="257"/>
            <ac:spMk id="2" creationId="{7F54A55B-FD3F-B085-3740-3E49E36107FE}"/>
          </ac:spMkLst>
        </pc:spChg>
        <pc:spChg chg="add mod">
          <ac:chgData name="Alaistair Preece" userId="70af9d92-0f4c-43d0-9276-7fed64474d4d" providerId="ADAL" clId="{154CFF27-59AB-43E5-A45C-3B2997AB1AE7}" dt="2026-10-27T12:40:39.837" v="430" actId="1076"/>
          <ac:spMkLst>
            <pc:docMk/>
            <pc:sldMk cId="0" sldId="257"/>
            <ac:spMk id="3" creationId="{AD4D49DE-7171-C325-8C41-A61EF64F59AD}"/>
          </ac:spMkLst>
        </pc:spChg>
        <pc:spChg chg="mod">
          <ac:chgData name="Alaistair Preece" userId="70af9d92-0f4c-43d0-9276-7fed64474d4d" providerId="ADAL" clId="{154CFF27-59AB-43E5-A45C-3B2997AB1AE7}" dt="2026-10-27T12:33:18.132" v="100" actId="20577"/>
          <ac:spMkLst>
            <pc:docMk/>
            <pc:sldMk cId="0" sldId="257"/>
            <ac:spMk id="651" creationId="{00000000-0000-0000-0000-000000000000}"/>
          </ac:spMkLst>
        </pc:spChg>
        <pc:spChg chg="del mod">
          <ac:chgData name="Alaistair Preece" userId="70af9d92-0f4c-43d0-9276-7fed64474d4d" providerId="ADAL" clId="{154CFF27-59AB-43E5-A45C-3B2997AB1AE7}" dt="2026-10-27T12:33:25.621" v="102" actId="478"/>
          <ac:spMkLst>
            <pc:docMk/>
            <pc:sldMk cId="0" sldId="257"/>
            <ac:spMk id="652" creationId="{00000000-0000-0000-0000-000000000000}"/>
          </ac:spMkLst>
        </pc:spChg>
        <pc:spChg chg="del mod">
          <ac:chgData name="Alaistair Preece" userId="70af9d92-0f4c-43d0-9276-7fed64474d4d" providerId="ADAL" clId="{154CFF27-59AB-43E5-A45C-3B2997AB1AE7}" dt="2026-10-27T12:40:44.299" v="431" actId="478"/>
          <ac:spMkLst>
            <pc:docMk/>
            <pc:sldMk cId="0" sldId="257"/>
            <ac:spMk id="654" creationId="{00000000-0000-0000-0000-000000000000}"/>
          </ac:spMkLst>
        </pc:spChg>
        <pc:spChg chg="del mod">
          <ac:chgData name="Alaistair Preece" userId="70af9d92-0f4c-43d0-9276-7fed64474d4d" providerId="ADAL" clId="{154CFF27-59AB-43E5-A45C-3B2997AB1AE7}" dt="2026-10-27T12:39:44.585" v="394" actId="478"/>
          <ac:spMkLst>
            <pc:docMk/>
            <pc:sldMk cId="0" sldId="257"/>
            <ac:spMk id="655" creationId="{00000000-0000-0000-0000-000000000000}"/>
          </ac:spMkLst>
        </pc:spChg>
        <pc:graphicFrameChg chg="mod modGraphic">
          <ac:chgData name="Alaistair Preece" userId="70af9d92-0f4c-43d0-9276-7fed64474d4d" providerId="ADAL" clId="{154CFF27-59AB-43E5-A45C-3B2997AB1AE7}" dt="2026-10-27T12:37:53.802" v="323" actId="1076"/>
          <ac:graphicFrameMkLst>
            <pc:docMk/>
            <pc:sldMk cId="0" sldId="257"/>
            <ac:graphicFrameMk id="653" creationId="{00000000-0000-0000-0000-000000000000}"/>
          </ac:graphicFrameMkLst>
        </pc:graphicFrameChg>
      </pc:sldChg>
      <pc:sldChg chg="del">
        <pc:chgData name="Alaistair Preece" userId="70af9d92-0f4c-43d0-9276-7fed64474d4d" providerId="ADAL" clId="{154CFF27-59AB-43E5-A45C-3B2997AB1AE7}" dt="2026-10-27T12:43:43.609" v="440" actId="47"/>
        <pc:sldMkLst>
          <pc:docMk/>
          <pc:sldMk cId="0" sldId="258"/>
        </pc:sldMkLst>
      </pc:sldChg>
      <pc:sldChg chg="del">
        <pc:chgData name="Alaistair Preece" userId="70af9d92-0f4c-43d0-9276-7fed64474d4d" providerId="ADAL" clId="{154CFF27-59AB-43E5-A45C-3B2997AB1AE7}" dt="2026-10-27T12:43:46.130" v="441" actId="47"/>
        <pc:sldMkLst>
          <pc:docMk/>
          <pc:sldMk cId="0" sldId="259"/>
        </pc:sldMkLst>
      </pc:sldChg>
      <pc:sldChg chg="del">
        <pc:chgData name="Alaistair Preece" userId="70af9d92-0f4c-43d0-9276-7fed64474d4d" providerId="ADAL" clId="{154CFF27-59AB-43E5-A45C-3B2997AB1AE7}" dt="2026-10-27T12:43:46.651" v="442" actId="47"/>
        <pc:sldMkLst>
          <pc:docMk/>
          <pc:sldMk cId="0" sldId="260"/>
        </pc:sldMkLst>
      </pc:sldChg>
      <pc:sldChg chg="modSp mod">
        <pc:chgData name="Alaistair Preece" userId="70af9d92-0f4c-43d0-9276-7fed64474d4d" providerId="ADAL" clId="{154CFF27-59AB-43E5-A45C-3B2997AB1AE7}" dt="2026-10-27T12:43:53.492" v="456" actId="20577"/>
        <pc:sldMkLst>
          <pc:docMk/>
          <pc:sldMk cId="0" sldId="261"/>
        </pc:sldMkLst>
        <pc:spChg chg="mod">
          <ac:chgData name="Alaistair Preece" userId="70af9d92-0f4c-43d0-9276-7fed64474d4d" providerId="ADAL" clId="{154CFF27-59AB-43E5-A45C-3B2997AB1AE7}" dt="2026-10-27T12:43:53.492" v="456" actId="20577"/>
          <ac:spMkLst>
            <pc:docMk/>
            <pc:sldMk cId="0" sldId="261"/>
            <ac:spMk id="756" creationId="{00000000-0000-0000-0000-000000000000}"/>
          </ac:spMkLst>
        </pc:spChg>
      </pc:sldChg>
      <pc:sldChg chg="modSp mod">
        <pc:chgData name="Alaistair Preece" userId="70af9d92-0f4c-43d0-9276-7fed64474d4d" providerId="ADAL" clId="{154CFF27-59AB-43E5-A45C-3B2997AB1AE7}" dt="2026-10-27T12:44:02.691" v="475" actId="20577"/>
        <pc:sldMkLst>
          <pc:docMk/>
          <pc:sldMk cId="0" sldId="262"/>
        </pc:sldMkLst>
        <pc:spChg chg="mod">
          <ac:chgData name="Alaistair Preece" userId="70af9d92-0f4c-43d0-9276-7fed64474d4d" providerId="ADAL" clId="{154CFF27-59AB-43E5-A45C-3B2997AB1AE7}" dt="2026-10-27T12:44:02.691" v="475" actId="20577"/>
          <ac:spMkLst>
            <pc:docMk/>
            <pc:sldMk cId="0" sldId="262"/>
            <ac:spMk id="765" creationId="{00000000-0000-0000-0000-000000000000}"/>
          </ac:spMkLst>
        </pc:spChg>
      </pc:sldChg>
      <pc:sldChg chg="modSp mod">
        <pc:chgData name="Alaistair Preece" userId="70af9d92-0f4c-43d0-9276-7fed64474d4d" providerId="ADAL" clId="{154CFF27-59AB-43E5-A45C-3B2997AB1AE7}" dt="2026-10-27T12:44:09.749" v="491" actId="20577"/>
        <pc:sldMkLst>
          <pc:docMk/>
          <pc:sldMk cId="0" sldId="263"/>
        </pc:sldMkLst>
        <pc:spChg chg="mod">
          <ac:chgData name="Alaistair Preece" userId="70af9d92-0f4c-43d0-9276-7fed64474d4d" providerId="ADAL" clId="{154CFF27-59AB-43E5-A45C-3B2997AB1AE7}" dt="2026-10-27T12:44:09.749" v="491" actId="20577"/>
          <ac:spMkLst>
            <pc:docMk/>
            <pc:sldMk cId="0" sldId="263"/>
            <ac:spMk id="776" creationId="{00000000-0000-0000-0000-000000000000}"/>
          </ac:spMkLst>
        </pc:spChg>
      </pc:sldChg>
      <pc:sldChg chg="modSp mod">
        <pc:chgData name="Alaistair Preece" userId="70af9d92-0f4c-43d0-9276-7fed64474d4d" providerId="ADAL" clId="{154CFF27-59AB-43E5-A45C-3B2997AB1AE7}" dt="2026-10-27T12:44:18.571" v="522" actId="20577"/>
        <pc:sldMkLst>
          <pc:docMk/>
          <pc:sldMk cId="0" sldId="264"/>
        </pc:sldMkLst>
        <pc:spChg chg="mod">
          <ac:chgData name="Alaistair Preece" userId="70af9d92-0f4c-43d0-9276-7fed64474d4d" providerId="ADAL" clId="{154CFF27-59AB-43E5-A45C-3B2997AB1AE7}" dt="2026-10-27T12:44:18.571" v="522" actId="20577"/>
          <ac:spMkLst>
            <pc:docMk/>
            <pc:sldMk cId="0" sldId="264"/>
            <ac:spMk id="791" creationId="{00000000-0000-0000-0000-000000000000}"/>
          </ac:spMkLst>
        </pc:spChg>
      </pc:sldChg>
      <pc:sldChg chg="del">
        <pc:chgData name="Alaistair Preece" userId="70af9d92-0f4c-43d0-9276-7fed64474d4d" providerId="ADAL" clId="{154CFF27-59AB-43E5-A45C-3B2997AB1AE7}" dt="2026-10-27T12:45:27.427" v="532" actId="47"/>
        <pc:sldMkLst>
          <pc:docMk/>
          <pc:sldMk cId="0" sldId="265"/>
        </pc:sldMkLst>
      </pc:sldChg>
      <pc:sldChg chg="del">
        <pc:chgData name="Alaistair Preece" userId="70af9d92-0f4c-43d0-9276-7fed64474d4d" providerId="ADAL" clId="{154CFF27-59AB-43E5-A45C-3B2997AB1AE7}" dt="2026-10-27T12:45:26.463" v="531" actId="47"/>
        <pc:sldMkLst>
          <pc:docMk/>
          <pc:sldMk cId="0" sldId="266"/>
        </pc:sldMkLst>
      </pc:sldChg>
      <pc:sldChg chg="del">
        <pc:chgData name="Alaistair Preece" userId="70af9d92-0f4c-43d0-9276-7fed64474d4d" providerId="ADAL" clId="{154CFF27-59AB-43E5-A45C-3B2997AB1AE7}" dt="2026-10-27T12:45:25.761" v="530" actId="47"/>
        <pc:sldMkLst>
          <pc:docMk/>
          <pc:sldMk cId="0" sldId="267"/>
        </pc:sldMkLst>
      </pc:sldChg>
      <pc:sldChg chg="del">
        <pc:chgData name="Alaistair Preece" userId="70af9d92-0f4c-43d0-9276-7fed64474d4d" providerId="ADAL" clId="{154CFF27-59AB-43E5-A45C-3B2997AB1AE7}" dt="2026-10-27T12:45:24.125" v="529" actId="47"/>
        <pc:sldMkLst>
          <pc:docMk/>
          <pc:sldMk cId="0" sldId="268"/>
        </pc:sldMkLst>
      </pc:sldChg>
      <pc:sldChg chg="del">
        <pc:chgData name="Alaistair Preece" userId="70af9d92-0f4c-43d0-9276-7fed64474d4d" providerId="ADAL" clId="{154CFF27-59AB-43E5-A45C-3B2997AB1AE7}" dt="2026-10-27T12:45:22.783" v="528" actId="47"/>
        <pc:sldMkLst>
          <pc:docMk/>
          <pc:sldMk cId="0" sldId="269"/>
        </pc:sldMkLst>
      </pc:sldChg>
      <pc:sldChg chg="del">
        <pc:chgData name="Alaistair Preece" userId="70af9d92-0f4c-43d0-9276-7fed64474d4d" providerId="ADAL" clId="{154CFF27-59AB-43E5-A45C-3B2997AB1AE7}" dt="2026-10-27T12:45:19.658" v="527" actId="47"/>
        <pc:sldMkLst>
          <pc:docMk/>
          <pc:sldMk cId="0" sldId="270"/>
        </pc:sldMkLst>
      </pc:sldChg>
      <pc:sldChg chg="del">
        <pc:chgData name="Alaistair Preece" userId="70af9d92-0f4c-43d0-9276-7fed64474d4d" providerId="ADAL" clId="{154CFF27-59AB-43E5-A45C-3B2997AB1AE7}" dt="2026-10-27T12:45:14.752" v="526" actId="47"/>
        <pc:sldMkLst>
          <pc:docMk/>
          <pc:sldMk cId="0" sldId="271"/>
        </pc:sldMkLst>
      </pc:sldChg>
      <pc:sldChg chg="del">
        <pc:chgData name="Alaistair Preece" userId="70af9d92-0f4c-43d0-9276-7fed64474d4d" providerId="ADAL" clId="{154CFF27-59AB-43E5-A45C-3B2997AB1AE7}" dt="2026-10-27T12:45:13.092" v="525" actId="47"/>
        <pc:sldMkLst>
          <pc:docMk/>
          <pc:sldMk cId="0" sldId="273"/>
        </pc:sldMkLst>
      </pc:sldChg>
      <pc:sldChg chg="del">
        <pc:chgData name="Alaistair Preece" userId="70af9d92-0f4c-43d0-9276-7fed64474d4d" providerId="ADAL" clId="{154CFF27-59AB-43E5-A45C-3B2997AB1AE7}" dt="2026-10-27T12:45:11.109" v="524" actId="47"/>
        <pc:sldMkLst>
          <pc:docMk/>
          <pc:sldMk cId="0" sldId="274"/>
        </pc:sldMkLst>
      </pc:sldChg>
      <pc:sldChg chg="del">
        <pc:chgData name="Alaistair Preece" userId="70af9d92-0f4c-43d0-9276-7fed64474d4d" providerId="ADAL" clId="{154CFF27-59AB-43E5-A45C-3B2997AB1AE7}" dt="2026-10-27T12:44:59.444" v="523" actId="47"/>
        <pc:sldMkLst>
          <pc:docMk/>
          <pc:sldMk cId="0" sldId="276"/>
        </pc:sldMkLst>
      </pc:sldChg>
      <pc:sldChg chg="del">
        <pc:chgData name="Alaistair Preece" userId="70af9d92-0f4c-43d0-9276-7fed64474d4d" providerId="ADAL" clId="{154CFF27-59AB-43E5-A45C-3B2997AB1AE7}" dt="2026-10-27T12:41:43.322" v="432" actId="47"/>
        <pc:sldMkLst>
          <pc:docMk/>
          <pc:sldMk cId="0" sldId="278"/>
        </pc:sldMkLst>
      </pc:sldChg>
      <pc:sldChg chg="del">
        <pc:chgData name="Alaistair Preece" userId="70af9d92-0f4c-43d0-9276-7fed64474d4d" providerId="ADAL" clId="{154CFF27-59AB-43E5-A45C-3B2997AB1AE7}" dt="2026-10-27T12:41:45.525" v="433" actId="47"/>
        <pc:sldMkLst>
          <pc:docMk/>
          <pc:sldMk cId="0" sldId="279"/>
        </pc:sldMkLst>
      </pc:sldChg>
      <pc:sldChg chg="del">
        <pc:chgData name="Alaistair Preece" userId="70af9d92-0f4c-43d0-9276-7fed64474d4d" providerId="ADAL" clId="{154CFF27-59AB-43E5-A45C-3B2997AB1AE7}" dt="2026-10-27T12:41:46.722" v="434" actId="47"/>
        <pc:sldMkLst>
          <pc:docMk/>
          <pc:sldMk cId="0" sldId="280"/>
        </pc:sldMkLst>
      </pc:sldChg>
      <pc:sldChg chg="del">
        <pc:chgData name="Alaistair Preece" userId="70af9d92-0f4c-43d0-9276-7fed64474d4d" providerId="ADAL" clId="{154CFF27-59AB-43E5-A45C-3B2997AB1AE7}" dt="2026-10-27T12:41:48.181" v="435" actId="47"/>
        <pc:sldMkLst>
          <pc:docMk/>
          <pc:sldMk cId="0" sldId="281"/>
        </pc:sldMkLst>
      </pc:sldChg>
      <pc:sldChg chg="del">
        <pc:chgData name="Alaistair Preece" userId="70af9d92-0f4c-43d0-9276-7fed64474d4d" providerId="ADAL" clId="{154CFF27-59AB-43E5-A45C-3B2997AB1AE7}" dt="2026-10-27T12:41:53.166" v="436" actId="47"/>
        <pc:sldMkLst>
          <pc:docMk/>
          <pc:sldMk cId="0" sldId="283"/>
        </pc:sldMkLst>
      </pc:sldChg>
      <pc:sldChg chg="del">
        <pc:chgData name="Alaistair Preece" userId="70af9d92-0f4c-43d0-9276-7fed64474d4d" providerId="ADAL" clId="{154CFF27-59AB-43E5-A45C-3B2997AB1AE7}" dt="2026-10-27T12:41:54.535" v="437" actId="47"/>
        <pc:sldMkLst>
          <pc:docMk/>
          <pc:sldMk cId="0" sldId="285"/>
        </pc:sldMkLst>
      </pc:sldChg>
      <pc:sldChg chg="del">
        <pc:chgData name="Alaistair Preece" userId="70af9d92-0f4c-43d0-9276-7fed64474d4d" providerId="ADAL" clId="{154CFF27-59AB-43E5-A45C-3B2997AB1AE7}" dt="2026-10-27T12:41:56.851" v="438" actId="47"/>
        <pc:sldMkLst>
          <pc:docMk/>
          <pc:sldMk cId="0" sldId="286"/>
        </pc:sldMkLst>
      </pc:sldChg>
      <pc:sldChg chg="del">
        <pc:chgData name="Alaistair Preece" userId="70af9d92-0f4c-43d0-9276-7fed64474d4d" providerId="ADAL" clId="{154CFF27-59AB-43E5-A45C-3B2997AB1AE7}" dt="2026-10-27T12:41:58.135" v="439" actId="47"/>
        <pc:sldMkLst>
          <pc:docMk/>
          <pc:sldMk cId="0" sldId="287"/>
        </pc:sldMkLst>
      </pc:sldChg>
      <pc:sldMasterChg chg="delSldLayout">
        <pc:chgData name="Alaistair Preece" userId="70af9d92-0f4c-43d0-9276-7fed64474d4d" providerId="ADAL" clId="{154CFF27-59AB-43E5-A45C-3B2997AB1AE7}" dt="2026-10-27T12:45:27.427" v="532" actId="47"/>
        <pc:sldMasterMkLst>
          <pc:docMk/>
          <pc:sldMasterMk cId="0" sldId="2147483675"/>
        </pc:sldMasterMkLst>
        <pc:sldLayoutChg chg="del">
          <pc:chgData name="Alaistair Preece" userId="70af9d92-0f4c-43d0-9276-7fed64474d4d" providerId="ADAL" clId="{154CFF27-59AB-43E5-A45C-3B2997AB1AE7}" dt="2026-10-27T12:43:46.651" v="442" actId="47"/>
          <pc:sldLayoutMkLst>
            <pc:docMk/>
            <pc:sldMasterMk cId="0" sldId="2147483675"/>
            <pc:sldLayoutMk cId="0" sldId="2147483649"/>
          </pc:sldLayoutMkLst>
        </pc:sldLayoutChg>
        <pc:sldLayoutChg chg="del">
          <pc:chgData name="Alaistair Preece" userId="70af9d92-0f4c-43d0-9276-7fed64474d4d" providerId="ADAL" clId="{154CFF27-59AB-43E5-A45C-3B2997AB1AE7}" dt="2026-10-27T12:43:46.130" v="441" actId="47"/>
          <pc:sldLayoutMkLst>
            <pc:docMk/>
            <pc:sldMasterMk cId="0" sldId="2147483675"/>
            <pc:sldLayoutMk cId="0" sldId="2147483653"/>
          </pc:sldLayoutMkLst>
        </pc:sldLayoutChg>
        <pc:sldLayoutChg chg="del">
          <pc:chgData name="Alaistair Preece" userId="70af9d92-0f4c-43d0-9276-7fed64474d4d" providerId="ADAL" clId="{154CFF27-59AB-43E5-A45C-3B2997AB1AE7}" dt="2026-10-27T12:45:26.463" v="531" actId="47"/>
          <pc:sldLayoutMkLst>
            <pc:docMk/>
            <pc:sldMasterMk cId="0" sldId="2147483675"/>
            <pc:sldLayoutMk cId="0" sldId="2147483657"/>
          </pc:sldLayoutMkLst>
        </pc:sldLayoutChg>
        <pc:sldLayoutChg chg="del">
          <pc:chgData name="Alaistair Preece" userId="70af9d92-0f4c-43d0-9276-7fed64474d4d" providerId="ADAL" clId="{154CFF27-59AB-43E5-A45C-3B2997AB1AE7}" dt="2026-10-27T12:43:43.609" v="440" actId="47"/>
          <pc:sldLayoutMkLst>
            <pc:docMk/>
            <pc:sldMasterMk cId="0" sldId="2147483675"/>
            <pc:sldLayoutMk cId="0" sldId="2147483659"/>
          </pc:sldLayoutMkLst>
        </pc:sldLayoutChg>
        <pc:sldLayoutChg chg="del">
          <pc:chgData name="Alaistair Preece" userId="70af9d92-0f4c-43d0-9276-7fed64474d4d" providerId="ADAL" clId="{154CFF27-59AB-43E5-A45C-3B2997AB1AE7}" dt="2026-10-27T12:45:22.783" v="528" actId="47"/>
          <pc:sldLayoutMkLst>
            <pc:docMk/>
            <pc:sldMasterMk cId="0" sldId="2147483675"/>
            <pc:sldLayoutMk cId="0" sldId="2147483661"/>
          </pc:sldLayoutMkLst>
        </pc:sldLayoutChg>
        <pc:sldLayoutChg chg="del">
          <pc:chgData name="Alaistair Preece" userId="70af9d92-0f4c-43d0-9276-7fed64474d4d" providerId="ADAL" clId="{154CFF27-59AB-43E5-A45C-3B2997AB1AE7}" dt="2026-10-27T12:44:59.444" v="523" actId="47"/>
          <pc:sldLayoutMkLst>
            <pc:docMk/>
            <pc:sldMasterMk cId="0" sldId="2147483675"/>
            <pc:sldLayoutMk cId="0" sldId="2147483662"/>
          </pc:sldLayoutMkLst>
        </pc:sldLayoutChg>
        <pc:sldLayoutChg chg="del">
          <pc:chgData name="Alaistair Preece" userId="70af9d92-0f4c-43d0-9276-7fed64474d4d" providerId="ADAL" clId="{154CFF27-59AB-43E5-A45C-3B2997AB1AE7}" dt="2026-10-27T12:45:27.427" v="532" actId="47"/>
          <pc:sldLayoutMkLst>
            <pc:docMk/>
            <pc:sldMasterMk cId="0" sldId="2147483675"/>
            <pc:sldLayoutMk cId="0" sldId="2147483666"/>
          </pc:sldLayoutMkLst>
        </pc:sldLayoutChg>
        <pc:sldLayoutChg chg="del">
          <pc:chgData name="Alaistair Preece" userId="70af9d92-0f4c-43d0-9276-7fed64474d4d" providerId="ADAL" clId="{154CFF27-59AB-43E5-A45C-3B2997AB1AE7}" dt="2026-10-27T12:45:25.761" v="530" actId="47"/>
          <pc:sldLayoutMkLst>
            <pc:docMk/>
            <pc:sldMasterMk cId="0" sldId="2147483675"/>
            <pc:sldLayoutMk cId="0" sldId="2147483667"/>
          </pc:sldLayoutMkLst>
        </pc:sldLayoutChg>
        <pc:sldLayoutChg chg="del">
          <pc:chgData name="Alaistair Preece" userId="70af9d92-0f4c-43d0-9276-7fed64474d4d" providerId="ADAL" clId="{154CFF27-59AB-43E5-A45C-3B2997AB1AE7}" dt="2026-10-27T12:45:24.125" v="529" actId="47"/>
          <pc:sldLayoutMkLst>
            <pc:docMk/>
            <pc:sldMasterMk cId="0" sldId="2147483675"/>
            <pc:sldLayoutMk cId="0" sldId="21474836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bd6c00e73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13e65845f0e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13e65845f0e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13e65845f0e_1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13e65845f0e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13e65845f0e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13e65845f0e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2ce3930b2b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22ce3930b2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99f2f57a71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7" name="Google Shape;987;g99f2f57a71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13531cb159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13531cb159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2540c718b5f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 name="Google Shape;1262;g2540c718b5f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0"/>
        <p:cNvGrpSpPr/>
        <p:nvPr/>
      </p:nvGrpSpPr>
      <p:grpSpPr>
        <a:xfrm>
          <a:off x="0" y="0"/>
          <a:ext cx="0" cy="0"/>
          <a:chOff x="0" y="0"/>
          <a:chExt cx="0" cy="0"/>
        </a:xfrm>
      </p:grpSpPr>
      <p:sp>
        <p:nvSpPr>
          <p:cNvPr id="3801" name="Google Shape;3801;g2540c718b5f_0_26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2" name="Google Shape;3802;g2540c718b5f_0_26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4"/>
        <p:cNvGrpSpPr/>
        <p:nvPr/>
      </p:nvGrpSpPr>
      <p:grpSpPr>
        <a:xfrm>
          <a:off x="0" y="0"/>
          <a:ext cx="0" cy="0"/>
          <a:chOff x="0" y="0"/>
          <a:chExt cx="0" cy="0"/>
        </a:xfrm>
      </p:grpSpPr>
      <p:sp>
        <p:nvSpPr>
          <p:cNvPr id="5175" name="Google Shape;5175;g2540c718b5f_0_40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6" name="Google Shape;5176;g2540c718b5f_0_40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0"/>
        <p:cNvGrpSpPr/>
        <p:nvPr/>
      </p:nvGrpSpPr>
      <p:grpSpPr>
        <a:xfrm>
          <a:off x="0" y="0"/>
          <a:ext cx="0" cy="0"/>
          <a:chOff x="0" y="0"/>
          <a:chExt cx="0" cy="0"/>
        </a:xfrm>
      </p:grpSpPr>
      <p:sp>
        <p:nvSpPr>
          <p:cNvPr id="5601" name="Google Shape;5601;g2540c718b5f_0_44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2" name="Google Shape;5602;g2540c718b5f_0_4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1"/>
        <p:cNvGrpSpPr/>
        <p:nvPr/>
      </p:nvGrpSpPr>
      <p:grpSpPr>
        <a:xfrm>
          <a:off x="0" y="0"/>
          <a:ext cx="0" cy="0"/>
          <a:chOff x="0" y="0"/>
          <a:chExt cx="0" cy="0"/>
        </a:xfrm>
      </p:grpSpPr>
      <p:sp>
        <p:nvSpPr>
          <p:cNvPr id="5962" name="Google Shape;5962;g2540c718b5f_0_48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3" name="Google Shape;5963;g2540c718b5f_0_4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1"/>
        <p:cNvGrpSpPr/>
        <p:nvPr/>
      </p:nvGrpSpPr>
      <p:grpSpPr>
        <a:xfrm>
          <a:off x="0" y="0"/>
          <a:ext cx="0" cy="0"/>
          <a:chOff x="0" y="0"/>
          <a:chExt cx="0" cy="0"/>
        </a:xfrm>
      </p:grpSpPr>
      <p:sp>
        <p:nvSpPr>
          <p:cNvPr id="6472" name="Google Shape;6472;g2540c718b5f_0_53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3" name="Google Shape;6473;g2540c718b5f_0_5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1"/>
        <p:cNvGrpSpPr/>
        <p:nvPr/>
      </p:nvGrpSpPr>
      <p:grpSpPr>
        <a:xfrm>
          <a:off x="0" y="0"/>
          <a:ext cx="0" cy="0"/>
          <a:chOff x="0" y="0"/>
          <a:chExt cx="0" cy="0"/>
        </a:xfrm>
      </p:grpSpPr>
      <p:sp>
        <p:nvSpPr>
          <p:cNvPr id="7092" name="Google Shape;7092;g2540c718b5f_0_59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3" name="Google Shape;7093;g2540c718b5f_0_59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5"/>
        <p:cNvGrpSpPr/>
        <p:nvPr/>
      </p:nvGrpSpPr>
      <p:grpSpPr>
        <a:xfrm>
          <a:off x="0" y="0"/>
          <a:ext cx="0" cy="0"/>
          <a:chOff x="0" y="0"/>
          <a:chExt cx="0" cy="0"/>
        </a:xfrm>
      </p:grpSpPr>
      <p:sp>
        <p:nvSpPr>
          <p:cNvPr id="7686" name="Google Shape;7686;g2540c718b5f_0_65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7" name="Google Shape;7687;g2540c718b5f_0_6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6"/>
        <p:cNvGrpSpPr/>
        <p:nvPr/>
      </p:nvGrpSpPr>
      <p:grpSpPr>
        <a:xfrm>
          <a:off x="0" y="0"/>
          <a:ext cx="0" cy="0"/>
          <a:chOff x="0" y="0"/>
          <a:chExt cx="0" cy="0"/>
        </a:xfrm>
      </p:grpSpPr>
      <p:sp>
        <p:nvSpPr>
          <p:cNvPr id="8007" name="Google Shape;8007;g2540c718b5f_0_68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8" name="Google Shape;8008;g2540c718b5f_0_68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4"/>
        <p:cNvGrpSpPr/>
        <p:nvPr/>
      </p:nvGrpSpPr>
      <p:grpSpPr>
        <a:xfrm>
          <a:off x="0" y="0"/>
          <a:ext cx="0" cy="0"/>
          <a:chOff x="0" y="0"/>
          <a:chExt cx="0" cy="0"/>
        </a:xfrm>
      </p:grpSpPr>
      <p:sp>
        <p:nvSpPr>
          <p:cNvPr id="8315" name="Google Shape;8315;g2540c718b5f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6" name="Google Shape;8316;g2540c718b5f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85610" y="43111"/>
            <a:ext cx="9683641" cy="5349471"/>
            <a:chOff x="-185610" y="43111"/>
            <a:chExt cx="9683641" cy="5349471"/>
          </a:xfrm>
        </p:grpSpPr>
        <p:grpSp>
          <p:nvGrpSpPr>
            <p:cNvPr id="10" name="Google Shape;10;p2"/>
            <p:cNvGrpSpPr/>
            <p:nvPr/>
          </p:nvGrpSpPr>
          <p:grpSpPr>
            <a:xfrm>
              <a:off x="-185610" y="4182408"/>
              <a:ext cx="9329602" cy="1210174"/>
              <a:chOff x="1859848" y="4008665"/>
              <a:chExt cx="3610527" cy="468334"/>
            </a:xfrm>
          </p:grpSpPr>
          <p:sp>
            <p:nvSpPr>
              <p:cNvPr id="11" name="Google Shape;11;p2"/>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6;p2"/>
            <p:cNvGrpSpPr/>
            <p:nvPr/>
          </p:nvGrpSpPr>
          <p:grpSpPr>
            <a:xfrm>
              <a:off x="7210473" y="43111"/>
              <a:ext cx="2287558" cy="535377"/>
              <a:chOff x="2175592" y="2937274"/>
              <a:chExt cx="927790" cy="217139"/>
            </a:xfrm>
          </p:grpSpPr>
          <p:sp>
            <p:nvSpPr>
              <p:cNvPr id="17" name="Google Shape;17;p2"/>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 name="Google Shape;25;p2"/>
          <p:cNvSpPr txBox="1">
            <a:spLocks noGrp="1"/>
          </p:cNvSpPr>
          <p:nvPr>
            <p:ph type="ctrTitle"/>
          </p:nvPr>
        </p:nvSpPr>
        <p:spPr>
          <a:xfrm>
            <a:off x="2385900" y="1198675"/>
            <a:ext cx="6045000" cy="22431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6" name="Google Shape;26;p2"/>
          <p:cNvSpPr txBox="1">
            <a:spLocks noGrp="1"/>
          </p:cNvSpPr>
          <p:nvPr>
            <p:ph type="subTitle" idx="1"/>
          </p:nvPr>
        </p:nvSpPr>
        <p:spPr>
          <a:xfrm>
            <a:off x="3902050" y="3469025"/>
            <a:ext cx="4528800" cy="475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0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7" name="Google Shape;27;p2"/>
          <p:cNvGrpSpPr/>
          <p:nvPr/>
        </p:nvGrpSpPr>
        <p:grpSpPr>
          <a:xfrm>
            <a:off x="7990310" y="4110363"/>
            <a:ext cx="1087328" cy="1554067"/>
            <a:chOff x="8056685" y="4250574"/>
            <a:chExt cx="1087328" cy="1554067"/>
          </a:xfrm>
        </p:grpSpPr>
        <p:sp>
          <p:nvSpPr>
            <p:cNvPr id="28" name="Google Shape;28;p2"/>
            <p:cNvSpPr/>
            <p:nvPr/>
          </p:nvSpPr>
          <p:spPr>
            <a:xfrm>
              <a:off x="8056685" y="47172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644317" y="4250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0"/>
        <p:cNvGrpSpPr/>
        <p:nvPr/>
      </p:nvGrpSpPr>
      <p:grpSpPr>
        <a:xfrm>
          <a:off x="0" y="0"/>
          <a:ext cx="0" cy="0"/>
          <a:chOff x="0" y="0"/>
          <a:chExt cx="0" cy="0"/>
        </a:xfrm>
      </p:grpSpPr>
      <p:sp>
        <p:nvSpPr>
          <p:cNvPr id="51" name="Google Shape;51;p4"/>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2" name="Google Shape;5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200"/>
            </a:lvl1pPr>
            <a:lvl2pPr marL="914400" lvl="1" indent="-304800" rtl="0">
              <a:lnSpc>
                <a:spcPct val="115000"/>
              </a:lnSpc>
              <a:spcBef>
                <a:spcPts val="16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grpSp>
        <p:nvGrpSpPr>
          <p:cNvPr id="53" name="Google Shape;53;p4"/>
          <p:cNvGrpSpPr/>
          <p:nvPr/>
        </p:nvGrpSpPr>
        <p:grpSpPr>
          <a:xfrm>
            <a:off x="-572143" y="94755"/>
            <a:ext cx="2176973" cy="4968515"/>
            <a:chOff x="-572143" y="94755"/>
            <a:chExt cx="2176973" cy="4968515"/>
          </a:xfrm>
        </p:grpSpPr>
        <p:grpSp>
          <p:nvGrpSpPr>
            <p:cNvPr id="54" name="Google Shape;54;p4"/>
            <p:cNvGrpSpPr/>
            <p:nvPr/>
          </p:nvGrpSpPr>
          <p:grpSpPr>
            <a:xfrm flipH="1">
              <a:off x="-572143" y="94755"/>
              <a:ext cx="1394075" cy="535357"/>
              <a:chOff x="7247818" y="1391030"/>
              <a:chExt cx="1023926" cy="392692"/>
            </a:xfrm>
          </p:grpSpPr>
          <p:sp>
            <p:nvSpPr>
              <p:cNvPr id="55" name="Google Shape;55;p4"/>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4"/>
            <p:cNvGrpSpPr/>
            <p:nvPr/>
          </p:nvGrpSpPr>
          <p:grpSpPr>
            <a:xfrm>
              <a:off x="-341272" y="4527893"/>
              <a:ext cx="1946102" cy="535377"/>
              <a:chOff x="4494663" y="3046829"/>
              <a:chExt cx="789302" cy="217139"/>
            </a:xfrm>
          </p:grpSpPr>
          <p:sp>
            <p:nvSpPr>
              <p:cNvPr id="63" name="Google Shape;63;p4"/>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 name="Google Shape;71;p4"/>
          <p:cNvGrpSpPr/>
          <p:nvPr/>
        </p:nvGrpSpPr>
        <p:grpSpPr>
          <a:xfrm>
            <a:off x="8427727" y="1687967"/>
            <a:ext cx="1266008" cy="1778904"/>
            <a:chOff x="8427727" y="1764167"/>
            <a:chExt cx="1266008" cy="1778904"/>
          </a:xfrm>
        </p:grpSpPr>
        <p:sp>
          <p:nvSpPr>
            <p:cNvPr id="72" name="Google Shape;72;p4"/>
            <p:cNvSpPr/>
            <p:nvPr/>
          </p:nvSpPr>
          <p:spPr>
            <a:xfrm rot="10800000">
              <a:off x="8606411" y="176416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rot="10800000">
              <a:off x="8427727" y="2811391"/>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sp>
        <p:nvSpPr>
          <p:cNvPr id="75" name="Google Shape;75;p5"/>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 name="Google Shape;76;p5"/>
          <p:cNvSpPr txBox="1">
            <a:spLocks noGrp="1"/>
          </p:cNvSpPr>
          <p:nvPr>
            <p:ph type="subTitle" idx="1"/>
          </p:nvPr>
        </p:nvSpPr>
        <p:spPr>
          <a:xfrm>
            <a:off x="1545475" y="2389646"/>
            <a:ext cx="2874300" cy="129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7" name="Google Shape;77;p5"/>
          <p:cNvSpPr txBox="1">
            <a:spLocks noGrp="1"/>
          </p:cNvSpPr>
          <p:nvPr>
            <p:ph type="subTitle" idx="2"/>
          </p:nvPr>
        </p:nvSpPr>
        <p:spPr>
          <a:xfrm>
            <a:off x="4724228" y="2389632"/>
            <a:ext cx="2874300" cy="1298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b="0">
                <a:solidFill>
                  <a:schemeClr val="dk1"/>
                </a:solidFill>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78" name="Google Shape;78;p5"/>
          <p:cNvSpPr txBox="1">
            <a:spLocks noGrp="1"/>
          </p:cNvSpPr>
          <p:nvPr>
            <p:ph type="subTitle" idx="3"/>
          </p:nvPr>
        </p:nvSpPr>
        <p:spPr>
          <a:xfrm>
            <a:off x="1545463" y="2037607"/>
            <a:ext cx="2874300" cy="4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79" name="Google Shape;79;p5"/>
          <p:cNvSpPr txBox="1">
            <a:spLocks noGrp="1"/>
          </p:cNvSpPr>
          <p:nvPr>
            <p:ph type="subTitle" idx="4"/>
          </p:nvPr>
        </p:nvSpPr>
        <p:spPr>
          <a:xfrm>
            <a:off x="4724233" y="2037599"/>
            <a:ext cx="2874300" cy="4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80" name="Google Shape;80;p5"/>
          <p:cNvGrpSpPr/>
          <p:nvPr/>
        </p:nvGrpSpPr>
        <p:grpSpPr>
          <a:xfrm rot="10800000" flipH="1">
            <a:off x="-530285" y="47624"/>
            <a:ext cx="1587003" cy="1087440"/>
            <a:chOff x="-416690" y="4028937"/>
            <a:chExt cx="1587003" cy="1087440"/>
          </a:xfrm>
        </p:grpSpPr>
        <p:sp>
          <p:nvSpPr>
            <p:cNvPr id="81" name="Google Shape;81;p5"/>
            <p:cNvSpPr/>
            <p:nvPr/>
          </p:nvSpPr>
          <p:spPr>
            <a:xfrm>
              <a:off x="-416690" y="402893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670617" y="4616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 name="Google Shape;83;p5"/>
          <p:cNvGrpSpPr/>
          <p:nvPr/>
        </p:nvGrpSpPr>
        <p:grpSpPr>
          <a:xfrm>
            <a:off x="3531711" y="4185343"/>
            <a:ext cx="9375082" cy="1210174"/>
            <a:chOff x="3379311" y="4309346"/>
            <a:chExt cx="9375082" cy="1210174"/>
          </a:xfrm>
        </p:grpSpPr>
        <p:grpSp>
          <p:nvGrpSpPr>
            <p:cNvPr id="84" name="Google Shape;84;p5"/>
            <p:cNvGrpSpPr/>
            <p:nvPr/>
          </p:nvGrpSpPr>
          <p:grpSpPr>
            <a:xfrm>
              <a:off x="3424790" y="4309346"/>
              <a:ext cx="9329602" cy="1210174"/>
              <a:chOff x="1859848" y="4008665"/>
              <a:chExt cx="3610527" cy="468334"/>
            </a:xfrm>
          </p:grpSpPr>
          <p:sp>
            <p:nvSpPr>
              <p:cNvPr id="85" name="Google Shape;85;p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6"/>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7" name="Google Shape;97;p6"/>
          <p:cNvGrpSpPr/>
          <p:nvPr/>
        </p:nvGrpSpPr>
        <p:grpSpPr>
          <a:xfrm>
            <a:off x="8015883" y="80074"/>
            <a:ext cx="1394075" cy="535357"/>
            <a:chOff x="7247818" y="1391030"/>
            <a:chExt cx="1023926" cy="392692"/>
          </a:xfrm>
        </p:grpSpPr>
        <p:sp>
          <p:nvSpPr>
            <p:cNvPr id="98" name="Google Shape;98;p6"/>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105;p6"/>
          <p:cNvGrpSpPr/>
          <p:nvPr/>
        </p:nvGrpSpPr>
        <p:grpSpPr>
          <a:xfrm flipH="1">
            <a:off x="-538559" y="3343088"/>
            <a:ext cx="1235734" cy="1729664"/>
            <a:chOff x="8566584" y="1819088"/>
            <a:chExt cx="1235734" cy="1729664"/>
          </a:xfrm>
        </p:grpSpPr>
        <p:sp>
          <p:nvSpPr>
            <p:cNvPr id="106" name="Google Shape;106;p6"/>
            <p:cNvSpPr/>
            <p:nvPr/>
          </p:nvSpPr>
          <p:spPr>
            <a:xfrm rot="10800000">
              <a:off x="8714994" y="18190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6"/>
            <p:cNvSpPr/>
            <p:nvPr/>
          </p:nvSpPr>
          <p:spPr>
            <a:xfrm rot="10800000">
              <a:off x="8566584" y="2906530"/>
              <a:ext cx="642050" cy="64222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2317950" y="1450550"/>
            <a:ext cx="4508100" cy="22425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38" name="Google Shape;138;p8"/>
          <p:cNvGrpSpPr/>
          <p:nvPr/>
        </p:nvGrpSpPr>
        <p:grpSpPr>
          <a:xfrm>
            <a:off x="-158240" y="-384437"/>
            <a:ext cx="1266008" cy="1778904"/>
            <a:chOff x="8536310" y="1682288"/>
            <a:chExt cx="1266008" cy="1778904"/>
          </a:xfrm>
        </p:grpSpPr>
        <p:sp>
          <p:nvSpPr>
            <p:cNvPr id="139" name="Google Shape;139;p8"/>
            <p:cNvSpPr/>
            <p:nvPr/>
          </p:nvSpPr>
          <p:spPr>
            <a:xfrm rot="10800000">
              <a:off x="8714994" y="16822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a:off x="8536310" y="2729512"/>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8"/>
          <p:cNvGrpSpPr/>
          <p:nvPr/>
        </p:nvGrpSpPr>
        <p:grpSpPr>
          <a:xfrm>
            <a:off x="3379311" y="97486"/>
            <a:ext cx="9375082" cy="5422033"/>
            <a:chOff x="3379311" y="97486"/>
            <a:chExt cx="9375082" cy="5422033"/>
          </a:xfrm>
        </p:grpSpPr>
        <p:grpSp>
          <p:nvGrpSpPr>
            <p:cNvPr id="142" name="Google Shape;142;p8"/>
            <p:cNvGrpSpPr/>
            <p:nvPr/>
          </p:nvGrpSpPr>
          <p:grpSpPr>
            <a:xfrm flipH="1">
              <a:off x="7654812" y="97486"/>
              <a:ext cx="1394075" cy="535357"/>
              <a:chOff x="7247818" y="1391030"/>
              <a:chExt cx="1023926" cy="392692"/>
            </a:xfrm>
          </p:grpSpPr>
          <p:sp>
            <p:nvSpPr>
              <p:cNvPr id="143" name="Google Shape;143;p8"/>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 name="Google Shape;150;p8"/>
            <p:cNvGrpSpPr/>
            <p:nvPr/>
          </p:nvGrpSpPr>
          <p:grpSpPr>
            <a:xfrm>
              <a:off x="3379311" y="4309346"/>
              <a:ext cx="9375082" cy="1210174"/>
              <a:chOff x="3379311" y="4309346"/>
              <a:chExt cx="9375082" cy="1210174"/>
            </a:xfrm>
          </p:grpSpPr>
          <p:grpSp>
            <p:nvGrpSpPr>
              <p:cNvPr id="151" name="Google Shape;151;p8"/>
              <p:cNvGrpSpPr/>
              <p:nvPr/>
            </p:nvGrpSpPr>
            <p:grpSpPr>
              <a:xfrm>
                <a:off x="3424790" y="4309346"/>
                <a:ext cx="9329602" cy="1210174"/>
                <a:chOff x="1859848" y="4008665"/>
                <a:chExt cx="3610527" cy="468334"/>
              </a:xfrm>
            </p:grpSpPr>
            <p:sp>
              <p:nvSpPr>
                <p:cNvPr id="152" name="Google Shape;152;p8"/>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8"/>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2"/>
        <p:cNvGrpSpPr/>
        <p:nvPr/>
      </p:nvGrpSpPr>
      <p:grpSpPr>
        <a:xfrm>
          <a:off x="0" y="0"/>
          <a:ext cx="0" cy="0"/>
          <a:chOff x="0" y="0"/>
          <a:chExt cx="0" cy="0"/>
        </a:xfrm>
      </p:grpSpPr>
      <p:sp>
        <p:nvSpPr>
          <p:cNvPr id="163" name="Google Shape;163;p9"/>
          <p:cNvSpPr txBox="1">
            <a:spLocks noGrp="1"/>
          </p:cNvSpPr>
          <p:nvPr>
            <p:ph type="title"/>
          </p:nvPr>
        </p:nvSpPr>
        <p:spPr>
          <a:xfrm>
            <a:off x="2241450" y="152025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4" name="Google Shape;164;p9"/>
          <p:cNvSpPr txBox="1">
            <a:spLocks noGrp="1"/>
          </p:cNvSpPr>
          <p:nvPr>
            <p:ph type="subTitle" idx="1"/>
          </p:nvPr>
        </p:nvSpPr>
        <p:spPr>
          <a:xfrm>
            <a:off x="2241550" y="2362050"/>
            <a:ext cx="4661100" cy="12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grpSp>
        <p:nvGrpSpPr>
          <p:cNvPr id="165" name="Google Shape;165;p9"/>
          <p:cNvGrpSpPr/>
          <p:nvPr/>
        </p:nvGrpSpPr>
        <p:grpSpPr>
          <a:xfrm>
            <a:off x="8132885" y="4098174"/>
            <a:ext cx="1087328" cy="1554067"/>
            <a:chOff x="8056685" y="4021974"/>
            <a:chExt cx="1087328" cy="1554067"/>
          </a:xfrm>
        </p:grpSpPr>
        <p:sp>
          <p:nvSpPr>
            <p:cNvPr id="166" name="Google Shape;166;p9"/>
            <p:cNvSpPr/>
            <p:nvPr/>
          </p:nvSpPr>
          <p:spPr>
            <a:xfrm>
              <a:off x="8056685" y="44886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a:off x="8644317" y="40219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9"/>
          <p:cNvGrpSpPr/>
          <p:nvPr/>
        </p:nvGrpSpPr>
        <p:grpSpPr>
          <a:xfrm>
            <a:off x="-552146" y="-4092920"/>
            <a:ext cx="9940427" cy="9329602"/>
            <a:chOff x="-552146" y="-4092920"/>
            <a:chExt cx="9940427" cy="9329602"/>
          </a:xfrm>
        </p:grpSpPr>
        <p:grpSp>
          <p:nvGrpSpPr>
            <p:cNvPr id="169" name="Google Shape;169;p9"/>
            <p:cNvGrpSpPr/>
            <p:nvPr/>
          </p:nvGrpSpPr>
          <p:grpSpPr>
            <a:xfrm>
              <a:off x="7100723" y="25936"/>
              <a:ext cx="2287558" cy="535377"/>
              <a:chOff x="2175592" y="2937274"/>
              <a:chExt cx="927790" cy="217139"/>
            </a:xfrm>
          </p:grpSpPr>
          <p:sp>
            <p:nvSpPr>
              <p:cNvPr id="170" name="Google Shape;170;p9"/>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9"/>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9"/>
            <p:cNvGrpSpPr/>
            <p:nvPr/>
          </p:nvGrpSpPr>
          <p:grpSpPr>
            <a:xfrm rot="5400000">
              <a:off x="-4611860" y="-33206"/>
              <a:ext cx="9329602" cy="1210174"/>
              <a:chOff x="1859848" y="4008665"/>
              <a:chExt cx="3610527" cy="468334"/>
            </a:xfrm>
          </p:grpSpPr>
          <p:sp>
            <p:nvSpPr>
              <p:cNvPr id="179" name="Google Shape;179;p9"/>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4"/>
        <p:cNvGrpSpPr/>
        <p:nvPr/>
      </p:nvGrpSpPr>
      <p:grpSpPr>
        <a:xfrm>
          <a:off x="0" y="0"/>
          <a:ext cx="0" cy="0"/>
          <a:chOff x="0" y="0"/>
          <a:chExt cx="0" cy="0"/>
        </a:xfrm>
      </p:grpSpPr>
      <p:sp>
        <p:nvSpPr>
          <p:cNvPr id="185" name="Google Shape;185;p10"/>
          <p:cNvSpPr>
            <a:spLocks noGrp="1"/>
          </p:cNvSpPr>
          <p:nvPr>
            <p:ph type="pic" idx="2"/>
          </p:nvPr>
        </p:nvSpPr>
        <p:spPr>
          <a:xfrm>
            <a:off x="0" y="0"/>
            <a:ext cx="9144000" cy="5143500"/>
          </a:xfrm>
          <a:prstGeom prst="rect">
            <a:avLst/>
          </a:prstGeom>
          <a:noFill/>
          <a:ln>
            <a:noFill/>
          </a:ln>
        </p:spPr>
      </p:sp>
      <p:sp>
        <p:nvSpPr>
          <p:cNvPr id="186" name="Google Shape;186;p10"/>
          <p:cNvSpPr txBox="1">
            <a:spLocks noGrp="1"/>
          </p:cNvSpPr>
          <p:nvPr>
            <p:ph type="title"/>
          </p:nvPr>
        </p:nvSpPr>
        <p:spPr>
          <a:xfrm>
            <a:off x="720000" y="38620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22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
  <p:cSld name="CUSTOM">
    <p:spTree>
      <p:nvGrpSpPr>
        <p:cNvPr id="1" name="Shape 256"/>
        <p:cNvGrpSpPr/>
        <p:nvPr/>
      </p:nvGrpSpPr>
      <p:grpSpPr>
        <a:xfrm>
          <a:off x="0" y="0"/>
          <a:ext cx="0" cy="0"/>
          <a:chOff x="0" y="0"/>
          <a:chExt cx="0" cy="0"/>
        </a:xfrm>
      </p:grpSpPr>
      <p:sp>
        <p:nvSpPr>
          <p:cNvPr id="257" name="Google Shape;257;p14"/>
          <p:cNvSpPr txBox="1">
            <a:spLocks noGrp="1"/>
          </p:cNvSpPr>
          <p:nvPr>
            <p:ph type="title"/>
          </p:nvPr>
        </p:nvSpPr>
        <p:spPr>
          <a:xfrm>
            <a:off x="4613851" y="752750"/>
            <a:ext cx="3550200" cy="63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58" name="Google Shape;258;p14"/>
          <p:cNvSpPr txBox="1">
            <a:spLocks noGrp="1"/>
          </p:cNvSpPr>
          <p:nvPr>
            <p:ph type="subTitle" idx="1"/>
          </p:nvPr>
        </p:nvSpPr>
        <p:spPr>
          <a:xfrm>
            <a:off x="4613851" y="1388525"/>
            <a:ext cx="3550200" cy="73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59" name="Google Shape;259;p14"/>
          <p:cNvSpPr>
            <a:spLocks noGrp="1"/>
          </p:cNvSpPr>
          <p:nvPr>
            <p:ph type="pic" idx="2"/>
          </p:nvPr>
        </p:nvSpPr>
        <p:spPr>
          <a:xfrm>
            <a:off x="979950" y="612600"/>
            <a:ext cx="3204900" cy="3918300"/>
          </a:xfrm>
          <a:prstGeom prst="rect">
            <a:avLst/>
          </a:prstGeom>
          <a:noFill/>
          <a:ln>
            <a:noFill/>
          </a:ln>
        </p:spPr>
      </p:sp>
      <p:sp>
        <p:nvSpPr>
          <p:cNvPr id="260" name="Google Shape;260;p14"/>
          <p:cNvSpPr>
            <a:spLocks noGrp="1"/>
          </p:cNvSpPr>
          <p:nvPr>
            <p:ph type="pic" idx="3"/>
          </p:nvPr>
        </p:nvSpPr>
        <p:spPr>
          <a:xfrm>
            <a:off x="4613775" y="2320650"/>
            <a:ext cx="3550200" cy="2210400"/>
          </a:xfrm>
          <a:prstGeom prst="rect">
            <a:avLst/>
          </a:prstGeom>
          <a:noFill/>
          <a:ln>
            <a:noFill/>
          </a:ln>
        </p:spPr>
      </p:sp>
      <p:grpSp>
        <p:nvGrpSpPr>
          <p:cNvPr id="261" name="Google Shape;261;p14"/>
          <p:cNvGrpSpPr/>
          <p:nvPr/>
        </p:nvGrpSpPr>
        <p:grpSpPr>
          <a:xfrm>
            <a:off x="-356076" y="-384437"/>
            <a:ext cx="1266008" cy="1778904"/>
            <a:chOff x="8338474" y="1682288"/>
            <a:chExt cx="1266008" cy="1778904"/>
          </a:xfrm>
        </p:grpSpPr>
        <p:sp>
          <p:nvSpPr>
            <p:cNvPr id="262" name="Google Shape;262;p14"/>
            <p:cNvSpPr/>
            <p:nvPr/>
          </p:nvSpPr>
          <p:spPr>
            <a:xfrm rot="10800000">
              <a:off x="8517158" y="16822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4"/>
            <p:cNvSpPr/>
            <p:nvPr/>
          </p:nvSpPr>
          <p:spPr>
            <a:xfrm rot="10800000">
              <a:off x="8338474" y="2729512"/>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14"/>
          <p:cNvGrpSpPr/>
          <p:nvPr/>
        </p:nvGrpSpPr>
        <p:grpSpPr>
          <a:xfrm>
            <a:off x="3455511" y="76210"/>
            <a:ext cx="9375082" cy="5401186"/>
            <a:chOff x="3455511" y="76210"/>
            <a:chExt cx="9375082" cy="5401186"/>
          </a:xfrm>
        </p:grpSpPr>
        <p:grpSp>
          <p:nvGrpSpPr>
            <p:cNvPr id="265" name="Google Shape;265;p14"/>
            <p:cNvGrpSpPr/>
            <p:nvPr/>
          </p:nvGrpSpPr>
          <p:grpSpPr>
            <a:xfrm flipH="1">
              <a:off x="7671850" y="76210"/>
              <a:ext cx="1394075" cy="535357"/>
              <a:chOff x="7247818" y="1391030"/>
              <a:chExt cx="1023926" cy="392692"/>
            </a:xfrm>
          </p:grpSpPr>
          <p:sp>
            <p:nvSpPr>
              <p:cNvPr id="266" name="Google Shape;266;p14"/>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4"/>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4"/>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4"/>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4"/>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4"/>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14"/>
            <p:cNvGrpSpPr/>
            <p:nvPr/>
          </p:nvGrpSpPr>
          <p:grpSpPr>
            <a:xfrm>
              <a:off x="3455511" y="4267223"/>
              <a:ext cx="9375082" cy="1210174"/>
              <a:chOff x="3379311" y="4309346"/>
              <a:chExt cx="9375082" cy="1210174"/>
            </a:xfrm>
          </p:grpSpPr>
          <p:grpSp>
            <p:nvGrpSpPr>
              <p:cNvPr id="274" name="Google Shape;274;p14"/>
              <p:cNvGrpSpPr/>
              <p:nvPr/>
            </p:nvGrpSpPr>
            <p:grpSpPr>
              <a:xfrm>
                <a:off x="3424790" y="4309346"/>
                <a:ext cx="9329602" cy="1210174"/>
                <a:chOff x="1859848" y="4008665"/>
                <a:chExt cx="3610527" cy="468334"/>
              </a:xfrm>
            </p:grpSpPr>
            <p:sp>
              <p:nvSpPr>
                <p:cNvPr id="275" name="Google Shape;275;p14"/>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4"/>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4"/>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4"/>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4"/>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 name="Google Shape;280;p14"/>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4"/>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4"/>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4"/>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4"/>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_3">
    <p:spTree>
      <p:nvGrpSpPr>
        <p:cNvPr id="1" name="Shape 335"/>
        <p:cNvGrpSpPr/>
        <p:nvPr/>
      </p:nvGrpSpPr>
      <p:grpSpPr>
        <a:xfrm>
          <a:off x="0" y="0"/>
          <a:ext cx="0" cy="0"/>
          <a:chOff x="0" y="0"/>
          <a:chExt cx="0" cy="0"/>
        </a:xfrm>
      </p:grpSpPr>
      <p:sp>
        <p:nvSpPr>
          <p:cNvPr id="336" name="Google Shape;336;p17"/>
          <p:cNvSpPr txBox="1">
            <a:spLocks noGrp="1"/>
          </p:cNvSpPr>
          <p:nvPr>
            <p:ph type="title"/>
          </p:nvPr>
        </p:nvSpPr>
        <p:spPr>
          <a:xfrm>
            <a:off x="720075"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7" name="Google Shape;337;p17"/>
          <p:cNvSpPr txBox="1">
            <a:spLocks noGrp="1"/>
          </p:cNvSpPr>
          <p:nvPr>
            <p:ph type="subTitle" idx="1"/>
          </p:nvPr>
        </p:nvSpPr>
        <p:spPr>
          <a:xfrm>
            <a:off x="854800" y="2393650"/>
            <a:ext cx="2224800" cy="179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38" name="Google Shape;338;p17"/>
          <p:cNvSpPr txBox="1">
            <a:spLocks noGrp="1"/>
          </p:cNvSpPr>
          <p:nvPr>
            <p:ph type="subTitle" idx="2"/>
          </p:nvPr>
        </p:nvSpPr>
        <p:spPr>
          <a:xfrm>
            <a:off x="3459613" y="2393650"/>
            <a:ext cx="2224800" cy="1794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39" name="Google Shape;339;p17"/>
          <p:cNvSpPr txBox="1">
            <a:spLocks noGrp="1"/>
          </p:cNvSpPr>
          <p:nvPr>
            <p:ph type="subTitle" idx="3"/>
          </p:nvPr>
        </p:nvSpPr>
        <p:spPr>
          <a:xfrm>
            <a:off x="6064427" y="2393650"/>
            <a:ext cx="2224800" cy="1794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40" name="Google Shape;340;p17"/>
          <p:cNvSpPr txBox="1">
            <a:spLocks noGrp="1"/>
          </p:cNvSpPr>
          <p:nvPr>
            <p:ph type="subTitle" idx="4"/>
          </p:nvPr>
        </p:nvSpPr>
        <p:spPr>
          <a:xfrm>
            <a:off x="854800" y="1732800"/>
            <a:ext cx="2224800" cy="74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41" name="Google Shape;341;p17"/>
          <p:cNvSpPr txBox="1">
            <a:spLocks noGrp="1"/>
          </p:cNvSpPr>
          <p:nvPr>
            <p:ph type="subTitle" idx="5"/>
          </p:nvPr>
        </p:nvSpPr>
        <p:spPr>
          <a:xfrm>
            <a:off x="3459613" y="1732800"/>
            <a:ext cx="2224800" cy="748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42" name="Google Shape;342;p17"/>
          <p:cNvSpPr txBox="1">
            <a:spLocks noGrp="1"/>
          </p:cNvSpPr>
          <p:nvPr>
            <p:ph type="subTitle" idx="6"/>
          </p:nvPr>
        </p:nvSpPr>
        <p:spPr>
          <a:xfrm>
            <a:off x="6064427" y="1732800"/>
            <a:ext cx="2224800" cy="7485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343" name="Google Shape;343;p17"/>
          <p:cNvGrpSpPr/>
          <p:nvPr/>
        </p:nvGrpSpPr>
        <p:grpSpPr>
          <a:xfrm>
            <a:off x="-563505" y="-2216623"/>
            <a:ext cx="9951786" cy="9329602"/>
            <a:chOff x="-563505" y="-2216623"/>
            <a:chExt cx="9951786" cy="9329602"/>
          </a:xfrm>
        </p:grpSpPr>
        <p:grpSp>
          <p:nvGrpSpPr>
            <p:cNvPr id="344" name="Google Shape;344;p17"/>
            <p:cNvGrpSpPr/>
            <p:nvPr/>
          </p:nvGrpSpPr>
          <p:grpSpPr>
            <a:xfrm>
              <a:off x="7100723" y="54334"/>
              <a:ext cx="2287558" cy="535377"/>
              <a:chOff x="2175592" y="2937274"/>
              <a:chExt cx="927790" cy="217139"/>
            </a:xfrm>
          </p:grpSpPr>
          <p:sp>
            <p:nvSpPr>
              <p:cNvPr id="345" name="Google Shape;345;p17"/>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7"/>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7"/>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7"/>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7"/>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7"/>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7"/>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17"/>
            <p:cNvGrpSpPr/>
            <p:nvPr/>
          </p:nvGrpSpPr>
          <p:grpSpPr>
            <a:xfrm rot="5400000">
              <a:off x="-4623219" y="1843092"/>
              <a:ext cx="9329602" cy="1210174"/>
              <a:chOff x="1859848" y="4008665"/>
              <a:chExt cx="3610527" cy="468334"/>
            </a:xfrm>
          </p:grpSpPr>
          <p:sp>
            <p:nvSpPr>
              <p:cNvPr id="354" name="Google Shape;354;p17"/>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7"/>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7"/>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7"/>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7"/>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_1">
    <p:spTree>
      <p:nvGrpSpPr>
        <p:cNvPr id="1" name="Shape 359"/>
        <p:cNvGrpSpPr/>
        <p:nvPr/>
      </p:nvGrpSpPr>
      <p:grpSpPr>
        <a:xfrm>
          <a:off x="0" y="0"/>
          <a:ext cx="0" cy="0"/>
          <a:chOff x="0" y="0"/>
          <a:chExt cx="0" cy="0"/>
        </a:xfrm>
      </p:grpSpPr>
      <p:grpSp>
        <p:nvGrpSpPr>
          <p:cNvPr id="360" name="Google Shape;360;p18"/>
          <p:cNvGrpSpPr/>
          <p:nvPr/>
        </p:nvGrpSpPr>
        <p:grpSpPr>
          <a:xfrm>
            <a:off x="-247337" y="-247145"/>
            <a:ext cx="9237498" cy="9329602"/>
            <a:chOff x="-247337" y="-247145"/>
            <a:chExt cx="9237498" cy="9329602"/>
          </a:xfrm>
        </p:grpSpPr>
        <p:grpSp>
          <p:nvGrpSpPr>
            <p:cNvPr id="361" name="Google Shape;361;p18"/>
            <p:cNvGrpSpPr/>
            <p:nvPr/>
          </p:nvGrpSpPr>
          <p:grpSpPr>
            <a:xfrm rot="-5400000" flipH="1">
              <a:off x="-4307051" y="3812569"/>
              <a:ext cx="9329602" cy="1210174"/>
              <a:chOff x="1859848" y="4008665"/>
              <a:chExt cx="3610527" cy="468334"/>
            </a:xfrm>
          </p:grpSpPr>
          <p:sp>
            <p:nvSpPr>
              <p:cNvPr id="362" name="Google Shape;362;p18"/>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8"/>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 name="Google Shape;367;p18"/>
            <p:cNvGrpSpPr/>
            <p:nvPr/>
          </p:nvGrpSpPr>
          <p:grpSpPr>
            <a:xfrm rot="-5400000">
              <a:off x="7749421" y="4159766"/>
              <a:ext cx="1946102" cy="535377"/>
              <a:chOff x="4494663" y="3046829"/>
              <a:chExt cx="789302" cy="217139"/>
            </a:xfrm>
          </p:grpSpPr>
          <p:sp>
            <p:nvSpPr>
              <p:cNvPr id="368" name="Google Shape;368;p18"/>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8"/>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8"/>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8"/>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8"/>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8"/>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8"/>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6" name="Google Shape;376;p18"/>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18"/>
          <p:cNvSpPr txBox="1">
            <a:spLocks noGrp="1"/>
          </p:cNvSpPr>
          <p:nvPr>
            <p:ph type="subTitle" idx="1"/>
          </p:nvPr>
        </p:nvSpPr>
        <p:spPr>
          <a:xfrm>
            <a:off x="833250" y="1780825"/>
            <a:ext cx="36561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1600"/>
              </a:spcBef>
              <a:spcAft>
                <a:spcPts val="0"/>
              </a:spcAft>
              <a:buClr>
                <a:schemeClr val="dk1"/>
              </a:buClr>
              <a:buSzPts val="1200"/>
              <a:buNone/>
              <a:defRPr>
                <a:solidFill>
                  <a:schemeClr val="dk1"/>
                </a:solidFill>
              </a:defRPr>
            </a:lvl3pPr>
            <a:lvl4pPr lvl="3" rtl="0">
              <a:lnSpc>
                <a:spcPct val="100000"/>
              </a:lnSpc>
              <a:spcBef>
                <a:spcPts val="1600"/>
              </a:spcBef>
              <a:spcAft>
                <a:spcPts val="0"/>
              </a:spcAft>
              <a:buClr>
                <a:schemeClr val="dk1"/>
              </a:buClr>
              <a:buSzPts val="1200"/>
              <a:buNone/>
              <a:defRPr>
                <a:solidFill>
                  <a:schemeClr val="dk1"/>
                </a:solidFill>
              </a:defRPr>
            </a:lvl4pPr>
            <a:lvl5pPr lvl="4" rtl="0">
              <a:lnSpc>
                <a:spcPct val="100000"/>
              </a:lnSpc>
              <a:spcBef>
                <a:spcPts val="1600"/>
              </a:spcBef>
              <a:spcAft>
                <a:spcPts val="0"/>
              </a:spcAft>
              <a:buClr>
                <a:schemeClr val="dk1"/>
              </a:buClr>
              <a:buSzPts val="1200"/>
              <a:buNone/>
              <a:defRPr>
                <a:solidFill>
                  <a:schemeClr val="dk1"/>
                </a:solidFill>
              </a:defRPr>
            </a:lvl5pPr>
            <a:lvl6pPr lvl="5" rtl="0">
              <a:lnSpc>
                <a:spcPct val="100000"/>
              </a:lnSpc>
              <a:spcBef>
                <a:spcPts val="1600"/>
              </a:spcBef>
              <a:spcAft>
                <a:spcPts val="0"/>
              </a:spcAft>
              <a:buClr>
                <a:schemeClr val="dk1"/>
              </a:buClr>
              <a:buSzPts val="1200"/>
              <a:buNone/>
              <a:defRPr>
                <a:solidFill>
                  <a:schemeClr val="dk1"/>
                </a:solidFill>
              </a:defRPr>
            </a:lvl6pPr>
            <a:lvl7pPr lvl="6" rtl="0">
              <a:lnSpc>
                <a:spcPct val="100000"/>
              </a:lnSpc>
              <a:spcBef>
                <a:spcPts val="1600"/>
              </a:spcBef>
              <a:spcAft>
                <a:spcPts val="0"/>
              </a:spcAft>
              <a:buClr>
                <a:schemeClr val="dk1"/>
              </a:buClr>
              <a:buSzPts val="1200"/>
              <a:buNone/>
              <a:defRPr>
                <a:solidFill>
                  <a:schemeClr val="dk1"/>
                </a:solidFill>
              </a:defRPr>
            </a:lvl7pPr>
            <a:lvl8pPr lvl="7" rtl="0">
              <a:lnSpc>
                <a:spcPct val="100000"/>
              </a:lnSpc>
              <a:spcBef>
                <a:spcPts val="1600"/>
              </a:spcBef>
              <a:spcAft>
                <a:spcPts val="0"/>
              </a:spcAft>
              <a:buClr>
                <a:schemeClr val="dk1"/>
              </a:buClr>
              <a:buSzPts val="1200"/>
              <a:buNone/>
              <a:defRPr>
                <a:solidFill>
                  <a:schemeClr val="dk1"/>
                </a:solidFill>
              </a:defRPr>
            </a:lvl8pPr>
            <a:lvl9pPr lvl="8"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78" name="Google Shape;378;p18"/>
          <p:cNvSpPr txBox="1">
            <a:spLocks noGrp="1"/>
          </p:cNvSpPr>
          <p:nvPr>
            <p:ph type="subTitle" idx="2"/>
          </p:nvPr>
        </p:nvSpPr>
        <p:spPr>
          <a:xfrm>
            <a:off x="4654676" y="1780825"/>
            <a:ext cx="36561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r" rtl="0">
              <a:lnSpc>
                <a:spcPct val="100000"/>
              </a:lnSpc>
              <a:spcBef>
                <a:spcPts val="0"/>
              </a:spcBef>
              <a:spcAft>
                <a:spcPts val="0"/>
              </a:spcAft>
              <a:buClr>
                <a:schemeClr val="dk1"/>
              </a:buClr>
              <a:buSzPts val="1200"/>
              <a:buNone/>
              <a:defRPr>
                <a:solidFill>
                  <a:schemeClr val="dk1"/>
                </a:solidFill>
              </a:defRPr>
            </a:lvl2pPr>
            <a:lvl3pPr lvl="2" algn="r" rtl="0">
              <a:lnSpc>
                <a:spcPct val="100000"/>
              </a:lnSpc>
              <a:spcBef>
                <a:spcPts val="1600"/>
              </a:spcBef>
              <a:spcAft>
                <a:spcPts val="0"/>
              </a:spcAft>
              <a:buClr>
                <a:schemeClr val="dk1"/>
              </a:buClr>
              <a:buSzPts val="1200"/>
              <a:buNone/>
              <a:defRPr>
                <a:solidFill>
                  <a:schemeClr val="dk1"/>
                </a:solidFill>
              </a:defRPr>
            </a:lvl3pPr>
            <a:lvl4pPr lvl="3" algn="r" rtl="0">
              <a:lnSpc>
                <a:spcPct val="100000"/>
              </a:lnSpc>
              <a:spcBef>
                <a:spcPts val="1600"/>
              </a:spcBef>
              <a:spcAft>
                <a:spcPts val="0"/>
              </a:spcAft>
              <a:buClr>
                <a:schemeClr val="dk1"/>
              </a:buClr>
              <a:buSzPts val="1200"/>
              <a:buNone/>
              <a:defRPr>
                <a:solidFill>
                  <a:schemeClr val="dk1"/>
                </a:solidFill>
              </a:defRPr>
            </a:lvl4pPr>
            <a:lvl5pPr lvl="4" algn="r" rtl="0">
              <a:lnSpc>
                <a:spcPct val="100000"/>
              </a:lnSpc>
              <a:spcBef>
                <a:spcPts val="1600"/>
              </a:spcBef>
              <a:spcAft>
                <a:spcPts val="0"/>
              </a:spcAft>
              <a:buClr>
                <a:schemeClr val="dk1"/>
              </a:buClr>
              <a:buSzPts val="1200"/>
              <a:buNone/>
              <a:defRPr>
                <a:solidFill>
                  <a:schemeClr val="dk1"/>
                </a:solidFill>
              </a:defRPr>
            </a:lvl5pPr>
            <a:lvl6pPr lvl="5" algn="r" rtl="0">
              <a:lnSpc>
                <a:spcPct val="100000"/>
              </a:lnSpc>
              <a:spcBef>
                <a:spcPts val="1600"/>
              </a:spcBef>
              <a:spcAft>
                <a:spcPts val="0"/>
              </a:spcAft>
              <a:buClr>
                <a:schemeClr val="dk1"/>
              </a:buClr>
              <a:buSzPts val="1200"/>
              <a:buNone/>
              <a:defRPr>
                <a:solidFill>
                  <a:schemeClr val="dk1"/>
                </a:solidFill>
              </a:defRPr>
            </a:lvl6pPr>
            <a:lvl7pPr lvl="6" algn="r" rtl="0">
              <a:lnSpc>
                <a:spcPct val="100000"/>
              </a:lnSpc>
              <a:spcBef>
                <a:spcPts val="1600"/>
              </a:spcBef>
              <a:spcAft>
                <a:spcPts val="0"/>
              </a:spcAft>
              <a:buClr>
                <a:schemeClr val="dk1"/>
              </a:buClr>
              <a:buSzPts val="1200"/>
              <a:buNone/>
              <a:defRPr>
                <a:solidFill>
                  <a:schemeClr val="dk1"/>
                </a:solidFill>
              </a:defRPr>
            </a:lvl7pPr>
            <a:lvl8pPr lvl="7" algn="r" rtl="0">
              <a:lnSpc>
                <a:spcPct val="100000"/>
              </a:lnSpc>
              <a:spcBef>
                <a:spcPts val="1600"/>
              </a:spcBef>
              <a:spcAft>
                <a:spcPts val="0"/>
              </a:spcAft>
              <a:buClr>
                <a:schemeClr val="dk1"/>
              </a:buClr>
              <a:buSzPts val="1200"/>
              <a:buNone/>
              <a:defRPr>
                <a:solidFill>
                  <a:schemeClr val="dk1"/>
                </a:solidFill>
              </a:defRPr>
            </a:lvl8pPr>
            <a:lvl9pPr lvl="8" algn="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79" name="Google Shape;379;p18"/>
          <p:cNvSpPr txBox="1">
            <a:spLocks noGrp="1"/>
          </p:cNvSpPr>
          <p:nvPr>
            <p:ph type="subTitle" idx="3"/>
          </p:nvPr>
        </p:nvSpPr>
        <p:spPr>
          <a:xfrm>
            <a:off x="833250" y="3519025"/>
            <a:ext cx="36561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1600"/>
              </a:spcBef>
              <a:spcAft>
                <a:spcPts val="0"/>
              </a:spcAft>
              <a:buClr>
                <a:schemeClr val="dk1"/>
              </a:buClr>
              <a:buSzPts val="1200"/>
              <a:buNone/>
              <a:defRPr>
                <a:solidFill>
                  <a:schemeClr val="dk1"/>
                </a:solidFill>
              </a:defRPr>
            </a:lvl3pPr>
            <a:lvl4pPr lvl="3" rtl="0">
              <a:lnSpc>
                <a:spcPct val="100000"/>
              </a:lnSpc>
              <a:spcBef>
                <a:spcPts val="1600"/>
              </a:spcBef>
              <a:spcAft>
                <a:spcPts val="0"/>
              </a:spcAft>
              <a:buClr>
                <a:schemeClr val="dk1"/>
              </a:buClr>
              <a:buSzPts val="1200"/>
              <a:buNone/>
              <a:defRPr>
                <a:solidFill>
                  <a:schemeClr val="dk1"/>
                </a:solidFill>
              </a:defRPr>
            </a:lvl4pPr>
            <a:lvl5pPr lvl="4" rtl="0">
              <a:lnSpc>
                <a:spcPct val="100000"/>
              </a:lnSpc>
              <a:spcBef>
                <a:spcPts val="1600"/>
              </a:spcBef>
              <a:spcAft>
                <a:spcPts val="0"/>
              </a:spcAft>
              <a:buClr>
                <a:schemeClr val="dk1"/>
              </a:buClr>
              <a:buSzPts val="1200"/>
              <a:buNone/>
              <a:defRPr>
                <a:solidFill>
                  <a:schemeClr val="dk1"/>
                </a:solidFill>
              </a:defRPr>
            </a:lvl5pPr>
            <a:lvl6pPr lvl="5" rtl="0">
              <a:lnSpc>
                <a:spcPct val="100000"/>
              </a:lnSpc>
              <a:spcBef>
                <a:spcPts val="1600"/>
              </a:spcBef>
              <a:spcAft>
                <a:spcPts val="0"/>
              </a:spcAft>
              <a:buClr>
                <a:schemeClr val="dk1"/>
              </a:buClr>
              <a:buSzPts val="1200"/>
              <a:buNone/>
              <a:defRPr>
                <a:solidFill>
                  <a:schemeClr val="dk1"/>
                </a:solidFill>
              </a:defRPr>
            </a:lvl6pPr>
            <a:lvl7pPr lvl="6" rtl="0">
              <a:lnSpc>
                <a:spcPct val="100000"/>
              </a:lnSpc>
              <a:spcBef>
                <a:spcPts val="1600"/>
              </a:spcBef>
              <a:spcAft>
                <a:spcPts val="0"/>
              </a:spcAft>
              <a:buClr>
                <a:schemeClr val="dk1"/>
              </a:buClr>
              <a:buSzPts val="1200"/>
              <a:buNone/>
              <a:defRPr>
                <a:solidFill>
                  <a:schemeClr val="dk1"/>
                </a:solidFill>
              </a:defRPr>
            </a:lvl7pPr>
            <a:lvl8pPr lvl="7" rtl="0">
              <a:lnSpc>
                <a:spcPct val="100000"/>
              </a:lnSpc>
              <a:spcBef>
                <a:spcPts val="1600"/>
              </a:spcBef>
              <a:spcAft>
                <a:spcPts val="0"/>
              </a:spcAft>
              <a:buClr>
                <a:schemeClr val="dk1"/>
              </a:buClr>
              <a:buSzPts val="1200"/>
              <a:buNone/>
              <a:defRPr>
                <a:solidFill>
                  <a:schemeClr val="dk1"/>
                </a:solidFill>
              </a:defRPr>
            </a:lvl8pPr>
            <a:lvl9pPr lvl="8"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80" name="Google Shape;380;p18"/>
          <p:cNvSpPr txBox="1">
            <a:spLocks noGrp="1"/>
          </p:cNvSpPr>
          <p:nvPr>
            <p:ph type="subTitle" idx="4"/>
          </p:nvPr>
        </p:nvSpPr>
        <p:spPr>
          <a:xfrm>
            <a:off x="4654676" y="3519025"/>
            <a:ext cx="36561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r" rtl="0">
              <a:lnSpc>
                <a:spcPct val="100000"/>
              </a:lnSpc>
              <a:spcBef>
                <a:spcPts val="0"/>
              </a:spcBef>
              <a:spcAft>
                <a:spcPts val="0"/>
              </a:spcAft>
              <a:buClr>
                <a:schemeClr val="dk1"/>
              </a:buClr>
              <a:buSzPts val="1200"/>
              <a:buNone/>
              <a:defRPr>
                <a:solidFill>
                  <a:schemeClr val="dk1"/>
                </a:solidFill>
              </a:defRPr>
            </a:lvl2pPr>
            <a:lvl3pPr lvl="2" algn="r" rtl="0">
              <a:lnSpc>
                <a:spcPct val="100000"/>
              </a:lnSpc>
              <a:spcBef>
                <a:spcPts val="1600"/>
              </a:spcBef>
              <a:spcAft>
                <a:spcPts val="0"/>
              </a:spcAft>
              <a:buClr>
                <a:schemeClr val="dk1"/>
              </a:buClr>
              <a:buSzPts val="1200"/>
              <a:buNone/>
              <a:defRPr>
                <a:solidFill>
                  <a:schemeClr val="dk1"/>
                </a:solidFill>
              </a:defRPr>
            </a:lvl3pPr>
            <a:lvl4pPr lvl="3" algn="r" rtl="0">
              <a:lnSpc>
                <a:spcPct val="100000"/>
              </a:lnSpc>
              <a:spcBef>
                <a:spcPts val="1600"/>
              </a:spcBef>
              <a:spcAft>
                <a:spcPts val="0"/>
              </a:spcAft>
              <a:buClr>
                <a:schemeClr val="dk1"/>
              </a:buClr>
              <a:buSzPts val="1200"/>
              <a:buNone/>
              <a:defRPr>
                <a:solidFill>
                  <a:schemeClr val="dk1"/>
                </a:solidFill>
              </a:defRPr>
            </a:lvl4pPr>
            <a:lvl5pPr lvl="4" algn="r" rtl="0">
              <a:lnSpc>
                <a:spcPct val="100000"/>
              </a:lnSpc>
              <a:spcBef>
                <a:spcPts val="1600"/>
              </a:spcBef>
              <a:spcAft>
                <a:spcPts val="0"/>
              </a:spcAft>
              <a:buClr>
                <a:schemeClr val="dk1"/>
              </a:buClr>
              <a:buSzPts val="1200"/>
              <a:buNone/>
              <a:defRPr>
                <a:solidFill>
                  <a:schemeClr val="dk1"/>
                </a:solidFill>
              </a:defRPr>
            </a:lvl5pPr>
            <a:lvl6pPr lvl="5" algn="r" rtl="0">
              <a:lnSpc>
                <a:spcPct val="100000"/>
              </a:lnSpc>
              <a:spcBef>
                <a:spcPts val="1600"/>
              </a:spcBef>
              <a:spcAft>
                <a:spcPts val="0"/>
              </a:spcAft>
              <a:buClr>
                <a:schemeClr val="dk1"/>
              </a:buClr>
              <a:buSzPts val="1200"/>
              <a:buNone/>
              <a:defRPr>
                <a:solidFill>
                  <a:schemeClr val="dk1"/>
                </a:solidFill>
              </a:defRPr>
            </a:lvl6pPr>
            <a:lvl7pPr lvl="6" algn="r" rtl="0">
              <a:lnSpc>
                <a:spcPct val="100000"/>
              </a:lnSpc>
              <a:spcBef>
                <a:spcPts val="1600"/>
              </a:spcBef>
              <a:spcAft>
                <a:spcPts val="0"/>
              </a:spcAft>
              <a:buClr>
                <a:schemeClr val="dk1"/>
              </a:buClr>
              <a:buSzPts val="1200"/>
              <a:buNone/>
              <a:defRPr>
                <a:solidFill>
                  <a:schemeClr val="dk1"/>
                </a:solidFill>
              </a:defRPr>
            </a:lvl7pPr>
            <a:lvl8pPr lvl="7" algn="r" rtl="0">
              <a:lnSpc>
                <a:spcPct val="100000"/>
              </a:lnSpc>
              <a:spcBef>
                <a:spcPts val="1600"/>
              </a:spcBef>
              <a:spcAft>
                <a:spcPts val="0"/>
              </a:spcAft>
              <a:buClr>
                <a:schemeClr val="dk1"/>
              </a:buClr>
              <a:buSzPts val="1200"/>
              <a:buNone/>
              <a:defRPr>
                <a:solidFill>
                  <a:schemeClr val="dk1"/>
                </a:solidFill>
              </a:defRPr>
            </a:lvl8pPr>
            <a:lvl9pPr lvl="8" algn="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81" name="Google Shape;381;p18"/>
          <p:cNvSpPr txBox="1">
            <a:spLocks noGrp="1"/>
          </p:cNvSpPr>
          <p:nvPr>
            <p:ph type="subTitle" idx="5"/>
          </p:nvPr>
        </p:nvSpPr>
        <p:spPr>
          <a:xfrm>
            <a:off x="833250" y="1126225"/>
            <a:ext cx="3656100" cy="7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82" name="Google Shape;382;p18"/>
          <p:cNvSpPr txBox="1">
            <a:spLocks noGrp="1"/>
          </p:cNvSpPr>
          <p:nvPr>
            <p:ph type="subTitle" idx="6"/>
          </p:nvPr>
        </p:nvSpPr>
        <p:spPr>
          <a:xfrm>
            <a:off x="4654676" y="1126225"/>
            <a:ext cx="3656100" cy="7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83" name="Google Shape;383;p18"/>
          <p:cNvSpPr txBox="1">
            <a:spLocks noGrp="1"/>
          </p:cNvSpPr>
          <p:nvPr>
            <p:ph type="subTitle" idx="7"/>
          </p:nvPr>
        </p:nvSpPr>
        <p:spPr>
          <a:xfrm>
            <a:off x="833250" y="2864526"/>
            <a:ext cx="3656100" cy="7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84" name="Google Shape;384;p18"/>
          <p:cNvSpPr txBox="1">
            <a:spLocks noGrp="1"/>
          </p:cNvSpPr>
          <p:nvPr>
            <p:ph type="subTitle" idx="8"/>
          </p:nvPr>
        </p:nvSpPr>
        <p:spPr>
          <a:xfrm>
            <a:off x="4654676" y="2864526"/>
            <a:ext cx="3656100" cy="7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385" name="Google Shape;385;p18"/>
          <p:cNvGrpSpPr/>
          <p:nvPr/>
        </p:nvGrpSpPr>
        <p:grpSpPr>
          <a:xfrm flipH="1">
            <a:off x="-195197" y="-179973"/>
            <a:ext cx="1023926" cy="1024447"/>
            <a:chOff x="5690549" y="1784557"/>
            <a:chExt cx="570782" cy="571072"/>
          </a:xfrm>
        </p:grpSpPr>
        <p:sp>
          <p:nvSpPr>
            <p:cNvPr id="386" name="Google Shape;386;p18"/>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8"/>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8"/>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389"/>
        <p:cNvGrpSpPr/>
        <p:nvPr/>
      </p:nvGrpSpPr>
      <p:grpSpPr>
        <a:xfrm>
          <a:off x="0" y="0"/>
          <a:ext cx="0" cy="0"/>
          <a:chOff x="0" y="0"/>
          <a:chExt cx="0" cy="0"/>
        </a:xfrm>
      </p:grpSpPr>
      <p:sp>
        <p:nvSpPr>
          <p:cNvPr id="390" name="Google Shape;390;p19"/>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1" name="Google Shape;391;p19"/>
          <p:cNvSpPr txBox="1">
            <a:spLocks noGrp="1"/>
          </p:cNvSpPr>
          <p:nvPr>
            <p:ph type="subTitle" idx="1"/>
          </p:nvPr>
        </p:nvSpPr>
        <p:spPr>
          <a:xfrm>
            <a:off x="712925" y="1780825"/>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2" name="Google Shape;392;p19"/>
          <p:cNvSpPr txBox="1">
            <a:spLocks noGrp="1"/>
          </p:cNvSpPr>
          <p:nvPr>
            <p:ph type="subTitle" idx="2"/>
          </p:nvPr>
        </p:nvSpPr>
        <p:spPr>
          <a:xfrm>
            <a:off x="3373496" y="1780825"/>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3" name="Google Shape;393;p19"/>
          <p:cNvSpPr txBox="1">
            <a:spLocks noGrp="1"/>
          </p:cNvSpPr>
          <p:nvPr>
            <p:ph type="subTitle" idx="3"/>
          </p:nvPr>
        </p:nvSpPr>
        <p:spPr>
          <a:xfrm>
            <a:off x="712925" y="3519025"/>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4" name="Google Shape;394;p19"/>
          <p:cNvSpPr txBox="1">
            <a:spLocks noGrp="1"/>
          </p:cNvSpPr>
          <p:nvPr>
            <p:ph type="subTitle" idx="4"/>
          </p:nvPr>
        </p:nvSpPr>
        <p:spPr>
          <a:xfrm>
            <a:off x="3373537" y="3519025"/>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5" name="Google Shape;395;p19"/>
          <p:cNvSpPr txBox="1">
            <a:spLocks noGrp="1"/>
          </p:cNvSpPr>
          <p:nvPr>
            <p:ph type="subTitle" idx="5"/>
          </p:nvPr>
        </p:nvSpPr>
        <p:spPr>
          <a:xfrm>
            <a:off x="6034028" y="1780825"/>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6" name="Google Shape;396;p19"/>
          <p:cNvSpPr txBox="1">
            <a:spLocks noGrp="1"/>
          </p:cNvSpPr>
          <p:nvPr>
            <p:ph type="subTitle" idx="6"/>
          </p:nvPr>
        </p:nvSpPr>
        <p:spPr>
          <a:xfrm>
            <a:off x="6034148" y="3519025"/>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7" name="Google Shape;397;p19"/>
          <p:cNvSpPr txBox="1">
            <a:spLocks noGrp="1"/>
          </p:cNvSpPr>
          <p:nvPr>
            <p:ph type="subTitle" idx="7"/>
          </p:nvPr>
        </p:nvSpPr>
        <p:spPr>
          <a:xfrm>
            <a:off x="3373465" y="1462225"/>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8" name="Google Shape;398;p19"/>
          <p:cNvSpPr txBox="1">
            <a:spLocks noGrp="1"/>
          </p:cNvSpPr>
          <p:nvPr>
            <p:ph type="subTitle" idx="8"/>
          </p:nvPr>
        </p:nvSpPr>
        <p:spPr>
          <a:xfrm>
            <a:off x="3373465" y="3200425"/>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9" name="Google Shape;399;p19"/>
          <p:cNvSpPr txBox="1">
            <a:spLocks noGrp="1"/>
          </p:cNvSpPr>
          <p:nvPr>
            <p:ph type="subTitle" idx="9"/>
          </p:nvPr>
        </p:nvSpPr>
        <p:spPr>
          <a:xfrm>
            <a:off x="6034198" y="1462225"/>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0" name="Google Shape;400;p19"/>
          <p:cNvSpPr txBox="1">
            <a:spLocks noGrp="1"/>
          </p:cNvSpPr>
          <p:nvPr>
            <p:ph type="subTitle" idx="13"/>
          </p:nvPr>
        </p:nvSpPr>
        <p:spPr>
          <a:xfrm>
            <a:off x="6034198" y="3200425"/>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1" name="Google Shape;401;p19"/>
          <p:cNvSpPr txBox="1">
            <a:spLocks noGrp="1"/>
          </p:cNvSpPr>
          <p:nvPr>
            <p:ph type="subTitle" idx="14"/>
          </p:nvPr>
        </p:nvSpPr>
        <p:spPr>
          <a:xfrm>
            <a:off x="712925" y="1462225"/>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2" name="Google Shape;402;p19"/>
          <p:cNvSpPr txBox="1">
            <a:spLocks noGrp="1"/>
          </p:cNvSpPr>
          <p:nvPr>
            <p:ph type="subTitle" idx="15"/>
          </p:nvPr>
        </p:nvSpPr>
        <p:spPr>
          <a:xfrm>
            <a:off x="712925" y="3200425"/>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403" name="Google Shape;403;p19"/>
          <p:cNvGrpSpPr/>
          <p:nvPr/>
        </p:nvGrpSpPr>
        <p:grpSpPr>
          <a:xfrm flipH="1">
            <a:off x="8118366" y="-548038"/>
            <a:ext cx="1398033" cy="1787504"/>
            <a:chOff x="8432985" y="1472763"/>
            <a:chExt cx="1398033" cy="1787504"/>
          </a:xfrm>
        </p:grpSpPr>
        <p:sp>
          <p:nvSpPr>
            <p:cNvPr id="404" name="Google Shape;404;p19"/>
            <p:cNvSpPr/>
            <p:nvPr/>
          </p:nvSpPr>
          <p:spPr>
            <a:xfrm rot="10800000">
              <a:off x="8743694" y="14727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rot="10800000">
              <a:off x="8432985" y="252858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406;p19"/>
          <p:cNvGrpSpPr/>
          <p:nvPr/>
        </p:nvGrpSpPr>
        <p:grpSpPr>
          <a:xfrm flipH="1">
            <a:off x="-3646219" y="-64831"/>
            <a:ext cx="9375082" cy="5538261"/>
            <a:chOff x="3379311" y="-64831"/>
            <a:chExt cx="9375082" cy="5538261"/>
          </a:xfrm>
        </p:grpSpPr>
        <p:grpSp>
          <p:nvGrpSpPr>
            <p:cNvPr id="407" name="Google Shape;407;p19"/>
            <p:cNvGrpSpPr/>
            <p:nvPr/>
          </p:nvGrpSpPr>
          <p:grpSpPr>
            <a:xfrm flipH="1">
              <a:off x="7654812" y="-64831"/>
              <a:ext cx="1394075" cy="535357"/>
              <a:chOff x="7247818" y="1391030"/>
              <a:chExt cx="1023926" cy="392692"/>
            </a:xfrm>
          </p:grpSpPr>
          <p:sp>
            <p:nvSpPr>
              <p:cNvPr id="408" name="Google Shape;408;p19"/>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19"/>
            <p:cNvGrpSpPr/>
            <p:nvPr/>
          </p:nvGrpSpPr>
          <p:grpSpPr>
            <a:xfrm>
              <a:off x="3379311" y="4374187"/>
              <a:ext cx="9375082" cy="1099243"/>
              <a:chOff x="3379311" y="4309346"/>
              <a:chExt cx="9375082" cy="1099243"/>
            </a:xfrm>
          </p:grpSpPr>
          <p:grpSp>
            <p:nvGrpSpPr>
              <p:cNvPr id="416" name="Google Shape;416;p19"/>
              <p:cNvGrpSpPr/>
              <p:nvPr/>
            </p:nvGrpSpPr>
            <p:grpSpPr>
              <a:xfrm>
                <a:off x="3424790" y="4309346"/>
                <a:ext cx="9329602" cy="1099243"/>
                <a:chOff x="1859848" y="4008665"/>
                <a:chExt cx="3610527" cy="425404"/>
              </a:xfrm>
            </p:grpSpPr>
            <p:sp>
              <p:nvSpPr>
                <p:cNvPr id="417" name="Google Shape;417;p1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1" name="Google Shape;421;p19"/>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490"/>
        <p:cNvGrpSpPr/>
        <p:nvPr/>
      </p:nvGrpSpPr>
      <p:grpSpPr>
        <a:xfrm>
          <a:off x="0" y="0"/>
          <a:ext cx="0" cy="0"/>
          <a:chOff x="0" y="0"/>
          <a:chExt cx="0" cy="0"/>
        </a:xfrm>
      </p:grpSpPr>
      <p:sp>
        <p:nvSpPr>
          <p:cNvPr id="491" name="Google Shape;491;p23"/>
          <p:cNvSpPr txBox="1">
            <a:spLocks noGrp="1"/>
          </p:cNvSpPr>
          <p:nvPr>
            <p:ph type="title"/>
          </p:nvPr>
        </p:nvSpPr>
        <p:spPr>
          <a:xfrm>
            <a:off x="3072000" y="598388"/>
            <a:ext cx="3000000" cy="873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92" name="Google Shape;492;p23"/>
          <p:cNvSpPr txBox="1">
            <a:spLocks noGrp="1"/>
          </p:cNvSpPr>
          <p:nvPr>
            <p:ph type="subTitle" idx="1"/>
          </p:nvPr>
        </p:nvSpPr>
        <p:spPr>
          <a:xfrm>
            <a:off x="3072000" y="1395199"/>
            <a:ext cx="3000000" cy="1176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sp>
        <p:nvSpPr>
          <p:cNvPr id="493" name="Google Shape;493;p23"/>
          <p:cNvSpPr txBox="1"/>
          <p:nvPr/>
        </p:nvSpPr>
        <p:spPr>
          <a:xfrm>
            <a:off x="3072000" y="3467588"/>
            <a:ext cx="30000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000">
                <a:solidFill>
                  <a:schemeClr val="dk1"/>
                </a:solidFill>
                <a:latin typeface="Archivo"/>
                <a:ea typeface="Archivo"/>
                <a:cs typeface="Archivo"/>
                <a:sym typeface="Archivo"/>
              </a:rPr>
              <a:t>CREDITS: This presentation template was created by </a:t>
            </a:r>
            <a:r>
              <a:rPr lang="en" sz="1000" b="1" u="sng">
                <a:solidFill>
                  <a:schemeClr val="accent1"/>
                </a:solidFill>
                <a:latin typeface="Archivo"/>
                <a:ea typeface="Archivo"/>
                <a:cs typeface="Archivo"/>
                <a:sym typeface="Archivo"/>
                <a:hlinkClick r:id="rId2">
                  <a:extLst>
                    <a:ext uri="{A12FA001-AC4F-418D-AE19-62706E023703}">
                      <ahyp:hlinkClr xmlns:ahyp="http://schemas.microsoft.com/office/drawing/2018/hyperlinkcolor" val="tx"/>
                    </a:ext>
                  </a:extLst>
                </a:hlinkClick>
              </a:rPr>
              <a:t>Slidesgo</a:t>
            </a:r>
            <a:r>
              <a:rPr lang="en" sz="1000">
                <a:solidFill>
                  <a:schemeClr val="dk1"/>
                </a:solidFill>
                <a:latin typeface="Archivo"/>
                <a:ea typeface="Archivo"/>
                <a:cs typeface="Archivo"/>
                <a:sym typeface="Archivo"/>
              </a:rPr>
              <a:t>, including icons by </a:t>
            </a:r>
            <a:r>
              <a:rPr lang="en" sz="1000" b="1" u="sng">
                <a:solidFill>
                  <a:schemeClr val="accent1"/>
                </a:solidFill>
                <a:latin typeface="Archivo"/>
                <a:ea typeface="Archivo"/>
                <a:cs typeface="Archivo"/>
                <a:sym typeface="Archivo"/>
                <a:hlinkClick r:id="rId3">
                  <a:extLst>
                    <a:ext uri="{A12FA001-AC4F-418D-AE19-62706E023703}">
                      <ahyp:hlinkClr xmlns:ahyp="http://schemas.microsoft.com/office/drawing/2018/hyperlinkcolor" val="tx"/>
                    </a:ext>
                  </a:extLst>
                </a:hlinkClick>
              </a:rPr>
              <a:t>Flaticon</a:t>
            </a:r>
            <a:r>
              <a:rPr lang="en" sz="1000" b="1">
                <a:solidFill>
                  <a:schemeClr val="accent1"/>
                </a:solidFill>
                <a:latin typeface="Archivo"/>
                <a:ea typeface="Archivo"/>
                <a:cs typeface="Archivo"/>
                <a:sym typeface="Archivo"/>
              </a:rPr>
              <a:t> </a:t>
            </a:r>
            <a:r>
              <a:rPr lang="en" sz="1000">
                <a:solidFill>
                  <a:schemeClr val="dk1"/>
                </a:solidFill>
                <a:latin typeface="Archivo"/>
                <a:ea typeface="Archivo"/>
                <a:cs typeface="Archivo"/>
                <a:sym typeface="Archivo"/>
              </a:rPr>
              <a:t>and infographics &amp; images by </a:t>
            </a:r>
            <a:r>
              <a:rPr lang="en" sz="1000" b="1" u="sng">
                <a:solidFill>
                  <a:schemeClr val="accent1"/>
                </a:solidFill>
                <a:latin typeface="Archivo"/>
                <a:ea typeface="Archivo"/>
                <a:cs typeface="Archivo"/>
                <a:sym typeface="Archivo"/>
                <a:hlinkClick r:id="rId4">
                  <a:extLst>
                    <a:ext uri="{A12FA001-AC4F-418D-AE19-62706E023703}">
                      <ahyp:hlinkClr xmlns:ahyp="http://schemas.microsoft.com/office/drawing/2018/hyperlinkcolor" val="tx"/>
                    </a:ext>
                  </a:extLst>
                </a:hlinkClick>
              </a:rPr>
              <a:t>Freepik</a:t>
            </a:r>
            <a:endParaRPr sz="1000" b="1" u="sng">
              <a:solidFill>
                <a:schemeClr val="accent1"/>
              </a:solidFill>
              <a:latin typeface="Archivo"/>
              <a:ea typeface="Archivo"/>
              <a:cs typeface="Archivo"/>
              <a:sym typeface="Archivo"/>
            </a:endParaRPr>
          </a:p>
        </p:txBody>
      </p:sp>
      <p:grpSp>
        <p:nvGrpSpPr>
          <p:cNvPr id="494" name="Google Shape;494;p23"/>
          <p:cNvGrpSpPr/>
          <p:nvPr/>
        </p:nvGrpSpPr>
        <p:grpSpPr>
          <a:xfrm>
            <a:off x="178540" y="-247144"/>
            <a:ext cx="2117234" cy="1946102"/>
            <a:chOff x="178540" y="-247144"/>
            <a:chExt cx="2117234" cy="1946102"/>
          </a:xfrm>
        </p:grpSpPr>
        <p:grpSp>
          <p:nvGrpSpPr>
            <p:cNvPr id="495" name="Google Shape;495;p23"/>
            <p:cNvGrpSpPr/>
            <p:nvPr/>
          </p:nvGrpSpPr>
          <p:grpSpPr>
            <a:xfrm rot="5400000">
              <a:off x="-526822" y="458218"/>
              <a:ext cx="1946102" cy="535377"/>
              <a:chOff x="4494663" y="3046829"/>
              <a:chExt cx="789302" cy="217139"/>
            </a:xfrm>
          </p:grpSpPr>
          <p:sp>
            <p:nvSpPr>
              <p:cNvPr id="496" name="Google Shape;496;p23"/>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3"/>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3"/>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3"/>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3"/>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3"/>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3"/>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3"/>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23"/>
            <p:cNvGrpSpPr/>
            <p:nvPr/>
          </p:nvGrpSpPr>
          <p:grpSpPr>
            <a:xfrm flipH="1">
              <a:off x="901699" y="76210"/>
              <a:ext cx="1394075" cy="535357"/>
              <a:chOff x="7247818" y="1391030"/>
              <a:chExt cx="1023926" cy="392692"/>
            </a:xfrm>
          </p:grpSpPr>
          <p:sp>
            <p:nvSpPr>
              <p:cNvPr id="505" name="Google Shape;505;p23"/>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3"/>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3"/>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3"/>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3"/>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3"/>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3"/>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12"/>
        <p:cNvGrpSpPr/>
        <p:nvPr/>
      </p:nvGrpSpPr>
      <p:grpSpPr>
        <a:xfrm>
          <a:off x="0" y="0"/>
          <a:ext cx="0" cy="0"/>
          <a:chOff x="0" y="0"/>
          <a:chExt cx="0" cy="0"/>
        </a:xfrm>
      </p:grpSpPr>
      <p:grpSp>
        <p:nvGrpSpPr>
          <p:cNvPr id="513" name="Google Shape;513;p24"/>
          <p:cNvGrpSpPr/>
          <p:nvPr/>
        </p:nvGrpSpPr>
        <p:grpSpPr>
          <a:xfrm rot="5400000">
            <a:off x="3796473" y="3812569"/>
            <a:ext cx="9329602" cy="1210174"/>
            <a:chOff x="1859848" y="4008665"/>
            <a:chExt cx="3610527" cy="468334"/>
          </a:xfrm>
        </p:grpSpPr>
        <p:sp>
          <p:nvSpPr>
            <p:cNvPr id="514" name="Google Shape;514;p24"/>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4"/>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4"/>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4"/>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4"/>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24"/>
          <p:cNvGrpSpPr/>
          <p:nvPr/>
        </p:nvGrpSpPr>
        <p:grpSpPr>
          <a:xfrm>
            <a:off x="7995975" y="-151575"/>
            <a:ext cx="1023926" cy="1024447"/>
            <a:chOff x="5690549" y="1784557"/>
            <a:chExt cx="570782" cy="571072"/>
          </a:xfrm>
        </p:grpSpPr>
        <p:sp>
          <p:nvSpPr>
            <p:cNvPr id="520" name="Google Shape;520;p24"/>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4"/>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4"/>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23"/>
        <p:cNvGrpSpPr/>
        <p:nvPr/>
      </p:nvGrpSpPr>
      <p:grpSpPr>
        <a:xfrm>
          <a:off x="0" y="0"/>
          <a:ext cx="0" cy="0"/>
          <a:chOff x="0" y="0"/>
          <a:chExt cx="0" cy="0"/>
        </a:xfrm>
      </p:grpSpPr>
      <p:grpSp>
        <p:nvGrpSpPr>
          <p:cNvPr id="524" name="Google Shape;524;p25"/>
          <p:cNvGrpSpPr/>
          <p:nvPr/>
        </p:nvGrpSpPr>
        <p:grpSpPr>
          <a:xfrm>
            <a:off x="-366565" y="-516412"/>
            <a:ext cx="1478383" cy="1767454"/>
            <a:chOff x="8300960" y="1642063"/>
            <a:chExt cx="1478383" cy="1767454"/>
          </a:xfrm>
        </p:grpSpPr>
        <p:sp>
          <p:nvSpPr>
            <p:cNvPr id="525" name="Google Shape;525;p25"/>
            <p:cNvSpPr/>
            <p:nvPr/>
          </p:nvSpPr>
          <p:spPr>
            <a:xfrm rot="10800000">
              <a:off x="8692019" y="16420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rot="10800000">
              <a:off x="8300960" y="267783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25"/>
          <p:cNvGrpSpPr/>
          <p:nvPr/>
        </p:nvGrpSpPr>
        <p:grpSpPr>
          <a:xfrm>
            <a:off x="3531711" y="76210"/>
            <a:ext cx="9375082" cy="5367109"/>
            <a:chOff x="3531711" y="76210"/>
            <a:chExt cx="9375082" cy="5367109"/>
          </a:xfrm>
        </p:grpSpPr>
        <p:grpSp>
          <p:nvGrpSpPr>
            <p:cNvPr id="528" name="Google Shape;528;p25"/>
            <p:cNvGrpSpPr/>
            <p:nvPr/>
          </p:nvGrpSpPr>
          <p:grpSpPr>
            <a:xfrm flipH="1">
              <a:off x="7654812" y="76210"/>
              <a:ext cx="1394075" cy="535357"/>
              <a:chOff x="7247818" y="1391030"/>
              <a:chExt cx="1023926" cy="392692"/>
            </a:xfrm>
          </p:grpSpPr>
          <p:sp>
            <p:nvSpPr>
              <p:cNvPr id="529" name="Google Shape;529;p25"/>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5"/>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5"/>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 name="Google Shape;536;p25"/>
            <p:cNvGrpSpPr/>
            <p:nvPr/>
          </p:nvGrpSpPr>
          <p:grpSpPr>
            <a:xfrm>
              <a:off x="3531711" y="4233146"/>
              <a:ext cx="9375082" cy="1210174"/>
              <a:chOff x="3379311" y="4309346"/>
              <a:chExt cx="9375082" cy="1210174"/>
            </a:xfrm>
          </p:grpSpPr>
          <p:grpSp>
            <p:nvGrpSpPr>
              <p:cNvPr id="537" name="Google Shape;537;p25"/>
              <p:cNvGrpSpPr/>
              <p:nvPr/>
            </p:nvGrpSpPr>
            <p:grpSpPr>
              <a:xfrm>
                <a:off x="3424790" y="4309346"/>
                <a:ext cx="9329602" cy="1210174"/>
                <a:chOff x="1859848" y="4008665"/>
                <a:chExt cx="3610527" cy="468334"/>
              </a:xfrm>
            </p:grpSpPr>
            <p:sp>
              <p:nvSpPr>
                <p:cNvPr id="538" name="Google Shape;538;p2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3" name="Google Shape;543;p2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2">
  <p:cSld name="CUSTOM_9_2">
    <p:spTree>
      <p:nvGrpSpPr>
        <p:cNvPr id="1" name="Shape 548"/>
        <p:cNvGrpSpPr/>
        <p:nvPr/>
      </p:nvGrpSpPr>
      <p:grpSpPr>
        <a:xfrm>
          <a:off x="0" y="0"/>
          <a:ext cx="0" cy="0"/>
          <a:chOff x="0" y="0"/>
          <a:chExt cx="0" cy="0"/>
        </a:xfrm>
      </p:grpSpPr>
      <p:grpSp>
        <p:nvGrpSpPr>
          <p:cNvPr id="549" name="Google Shape;549;p26"/>
          <p:cNvGrpSpPr/>
          <p:nvPr/>
        </p:nvGrpSpPr>
        <p:grpSpPr>
          <a:xfrm>
            <a:off x="-583918" y="97960"/>
            <a:ext cx="2188749" cy="4965310"/>
            <a:chOff x="-583918" y="97960"/>
            <a:chExt cx="2188749" cy="4965310"/>
          </a:xfrm>
        </p:grpSpPr>
        <p:grpSp>
          <p:nvGrpSpPr>
            <p:cNvPr id="550" name="Google Shape;550;p26"/>
            <p:cNvGrpSpPr/>
            <p:nvPr/>
          </p:nvGrpSpPr>
          <p:grpSpPr>
            <a:xfrm flipH="1">
              <a:off x="-583918" y="97960"/>
              <a:ext cx="1394075" cy="535357"/>
              <a:chOff x="7247818" y="1391030"/>
              <a:chExt cx="1023926" cy="392692"/>
            </a:xfrm>
          </p:grpSpPr>
          <p:sp>
            <p:nvSpPr>
              <p:cNvPr id="551" name="Google Shape;551;p26"/>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6"/>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6"/>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6"/>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6"/>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6"/>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6"/>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 name="Google Shape;558;p26"/>
            <p:cNvGrpSpPr/>
            <p:nvPr/>
          </p:nvGrpSpPr>
          <p:grpSpPr>
            <a:xfrm>
              <a:off x="-341272" y="4527893"/>
              <a:ext cx="1946102" cy="535377"/>
              <a:chOff x="4494663" y="3046829"/>
              <a:chExt cx="789302" cy="217139"/>
            </a:xfrm>
          </p:grpSpPr>
          <p:sp>
            <p:nvSpPr>
              <p:cNvPr id="559" name="Google Shape;559;p26"/>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6"/>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6"/>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6"/>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6"/>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6"/>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6"/>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6"/>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7" name="Google Shape;567;p26"/>
          <p:cNvGrpSpPr/>
          <p:nvPr/>
        </p:nvGrpSpPr>
        <p:grpSpPr>
          <a:xfrm>
            <a:off x="8536310" y="1606088"/>
            <a:ext cx="1266008" cy="1778904"/>
            <a:chOff x="8536310" y="1682288"/>
            <a:chExt cx="1266008" cy="1778904"/>
          </a:xfrm>
        </p:grpSpPr>
        <p:sp>
          <p:nvSpPr>
            <p:cNvPr id="568" name="Google Shape;568;p26"/>
            <p:cNvSpPr/>
            <p:nvPr/>
          </p:nvSpPr>
          <p:spPr>
            <a:xfrm rot="10800000">
              <a:off x="8714994" y="16822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6"/>
            <p:cNvSpPr/>
            <p:nvPr/>
          </p:nvSpPr>
          <p:spPr>
            <a:xfrm rot="10800000">
              <a:off x="8536310" y="2729512"/>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73"/>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574"/>
        <p:cNvGrpSpPr/>
        <p:nvPr/>
      </p:nvGrpSpPr>
      <p:grpSpPr>
        <a:xfrm>
          <a:off x="0" y="0"/>
          <a:ext cx="0" cy="0"/>
          <a:chOff x="0" y="0"/>
          <a:chExt cx="0" cy="0"/>
        </a:xfrm>
      </p:grpSpPr>
      <p:sp>
        <p:nvSpPr>
          <p:cNvPr id="575" name="Google Shape;575;p29"/>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marL="914400" lvl="1"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marL="1371600" lvl="2"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marL="1828800" lvl="3"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marL="2286000" lvl="4"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marL="2743200" lvl="5"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marL="3200400" lvl="6"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marL="3657600" lvl="7"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marL="4114800" lvl="8" indent="-304800">
              <a:lnSpc>
                <a:spcPct val="115000"/>
              </a:lnSpc>
              <a:spcBef>
                <a:spcPts val="1600"/>
              </a:spcBef>
              <a:spcAft>
                <a:spcPts val="1600"/>
              </a:spcAft>
              <a:buClr>
                <a:schemeClr val="dk1"/>
              </a:buClr>
              <a:buSzPts val="1200"/>
              <a:buFont typeface="Archivo"/>
              <a:buChar char="■"/>
              <a:defRPr sz="12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4" r:id="rId5"/>
    <p:sldLayoutId id="2147483655" r:id="rId6"/>
    <p:sldLayoutId id="2147483656" r:id="rId7"/>
    <p:sldLayoutId id="2147483658" r:id="rId8"/>
    <p:sldLayoutId id="2147483660" r:id="rId9"/>
    <p:sldLayoutId id="2147483663" r:id="rId10"/>
    <p:sldLayoutId id="2147483664" r:id="rId11"/>
    <p:sldLayoutId id="2147483665" r:id="rId12"/>
    <p:sldLayoutId id="2147483669" r:id="rId13"/>
    <p:sldLayoutId id="2147483670" r:id="rId14"/>
    <p:sldLayoutId id="2147483671" r:id="rId15"/>
    <p:sldLayoutId id="2147483672"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570"/>
        <p:cNvGrpSpPr/>
        <p:nvPr/>
      </p:nvGrpSpPr>
      <p:grpSpPr>
        <a:xfrm>
          <a:off x="0" y="0"/>
          <a:ext cx="0" cy="0"/>
          <a:chOff x="0" y="0"/>
          <a:chExt cx="0" cy="0"/>
        </a:xfrm>
      </p:grpSpPr>
      <p:sp>
        <p:nvSpPr>
          <p:cNvPr id="571" name="Google Shape;571;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572" name="Google Shape;572;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www.freepik.com/free-photo/mechanical-female-changing-car-wheels_5820334.htm/?utm_source=slidesgo_template&amp;utm_medium=referral-link&amp;utm_campaign=sg_resources&amp;utm_content=freepik"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freepik.com/free-vector/white-technology-background_6402684.htm/?utm_source=slidesgo_template&amp;utm_medium=referral-link&amp;utm_campaign=sg_resources&amp;utm_content=freepik" TargetMode="External"/><Relationship Id="rId5" Type="http://schemas.openxmlformats.org/officeDocument/2006/relationships/hyperlink" Target="https://www.freepik.com/free-photo/different-car-accessories-composition_16137850.htm/?utm_source=slidesgo_template&amp;utm_medium=referral-link&amp;utm_campaign=sg_resources&amp;utm_content=freepik" TargetMode="External"/><Relationship Id="rId4" Type="http://schemas.openxmlformats.org/officeDocument/2006/relationships/hyperlink" Target="https://www.freepik.com/free-photo/bike-creation-workshop_12689068.htm/?utm_source=slidesgo_template&amp;utm_medium=referral-link&amp;utm_campaign=sg_resources&amp;utm_content=freepik"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hyperlink" Target="https://workspace.google.com/marketplace/app/icons_for_slides_docs/381578326502" TargetMode="External"/><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30"/>
          <p:cNvSpPr txBox="1">
            <a:spLocks noGrp="1"/>
          </p:cNvSpPr>
          <p:nvPr>
            <p:ph type="ctrTitle"/>
          </p:nvPr>
        </p:nvSpPr>
        <p:spPr>
          <a:xfrm>
            <a:off x="2385900" y="1198675"/>
            <a:ext cx="6045000" cy="2243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PRELIMINARY PRESENTATION</a:t>
            </a:r>
            <a:br>
              <a:rPr lang="en" dirty="0"/>
            </a:br>
            <a:r>
              <a:rPr lang="en" dirty="0"/>
              <a:t>AGV CONCEPT</a:t>
            </a:r>
            <a:endParaRPr dirty="0"/>
          </a:p>
        </p:txBody>
      </p:sp>
      <p:sp>
        <p:nvSpPr>
          <p:cNvPr id="581" name="Google Shape;581;p30"/>
          <p:cNvSpPr txBox="1">
            <a:spLocks noGrp="1"/>
          </p:cNvSpPr>
          <p:nvPr>
            <p:ph type="subTitle" idx="1"/>
          </p:nvPr>
        </p:nvSpPr>
        <p:spPr>
          <a:xfrm>
            <a:off x="3902050" y="3469025"/>
            <a:ext cx="4528800" cy="475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IE" dirty="0"/>
              <a:t>A</a:t>
            </a:r>
            <a:r>
              <a:rPr lang="en" dirty="0"/>
              <a:t>4.b</a:t>
            </a:r>
            <a:endParaRPr dirty="0"/>
          </a:p>
        </p:txBody>
      </p:sp>
      <p:grpSp>
        <p:nvGrpSpPr>
          <p:cNvPr id="582" name="Google Shape;582;p30"/>
          <p:cNvGrpSpPr/>
          <p:nvPr/>
        </p:nvGrpSpPr>
        <p:grpSpPr>
          <a:xfrm>
            <a:off x="-1413549" y="-1420325"/>
            <a:ext cx="4055769" cy="4054532"/>
            <a:chOff x="-2065431" y="-1404875"/>
            <a:chExt cx="4055769" cy="4054532"/>
          </a:xfrm>
        </p:grpSpPr>
        <p:grpSp>
          <p:nvGrpSpPr>
            <p:cNvPr id="583" name="Google Shape;583;p30"/>
            <p:cNvGrpSpPr/>
            <p:nvPr/>
          </p:nvGrpSpPr>
          <p:grpSpPr>
            <a:xfrm>
              <a:off x="-965646" y="-306294"/>
              <a:ext cx="1855954" cy="1856899"/>
              <a:chOff x="5690549" y="1784557"/>
              <a:chExt cx="570782" cy="571072"/>
            </a:xfrm>
          </p:grpSpPr>
          <p:sp>
            <p:nvSpPr>
              <p:cNvPr id="584" name="Google Shape;584;p30"/>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0"/>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0"/>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30"/>
            <p:cNvGrpSpPr/>
            <p:nvPr/>
          </p:nvGrpSpPr>
          <p:grpSpPr>
            <a:xfrm>
              <a:off x="-1247046" y="-636686"/>
              <a:ext cx="2419634" cy="2518026"/>
              <a:chOff x="4876082" y="1708500"/>
              <a:chExt cx="694938" cy="723197"/>
            </a:xfrm>
          </p:grpSpPr>
          <p:sp>
            <p:nvSpPr>
              <p:cNvPr id="588" name="Google Shape;588;p30"/>
              <p:cNvSpPr/>
              <p:nvPr/>
            </p:nvSpPr>
            <p:spPr>
              <a:xfrm>
                <a:off x="5042889" y="1734725"/>
                <a:ext cx="507968" cy="262784"/>
              </a:xfrm>
              <a:custGeom>
                <a:avLst/>
                <a:gdLst/>
                <a:ahLst/>
                <a:cxnLst/>
                <a:rect l="l" t="t" r="r" b="b"/>
                <a:pathLst>
                  <a:path w="15729" h="8137" extrusionOk="0">
                    <a:moveTo>
                      <a:pt x="5603" y="0"/>
                    </a:moveTo>
                    <a:cubicBezTo>
                      <a:pt x="3542" y="0"/>
                      <a:pt x="1615" y="607"/>
                      <a:pt x="0" y="1651"/>
                    </a:cubicBezTo>
                    <a:lnTo>
                      <a:pt x="0" y="1784"/>
                    </a:lnTo>
                    <a:cubicBezTo>
                      <a:pt x="1615" y="732"/>
                      <a:pt x="3533" y="116"/>
                      <a:pt x="5603" y="116"/>
                    </a:cubicBezTo>
                    <a:cubicBezTo>
                      <a:pt x="10492" y="116"/>
                      <a:pt x="14595" y="3551"/>
                      <a:pt x="15621" y="8136"/>
                    </a:cubicBezTo>
                    <a:lnTo>
                      <a:pt x="15728" y="8109"/>
                    </a:lnTo>
                    <a:cubicBezTo>
                      <a:pt x="14693" y="3479"/>
                      <a:pt x="10545" y="0"/>
                      <a:pt x="56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0"/>
              <p:cNvSpPr/>
              <p:nvPr/>
            </p:nvSpPr>
            <p:spPr>
              <a:xfrm>
                <a:off x="4888742" y="1886547"/>
                <a:ext cx="669314" cy="518625"/>
              </a:xfrm>
              <a:custGeom>
                <a:avLst/>
                <a:gdLst/>
                <a:ahLst/>
                <a:cxnLst/>
                <a:rect l="l" t="t" r="r" b="b"/>
                <a:pathLst>
                  <a:path w="20725" h="16059" extrusionOk="0">
                    <a:moveTo>
                      <a:pt x="1696" y="1"/>
                    </a:moveTo>
                    <a:cubicBezTo>
                      <a:pt x="625" y="1633"/>
                      <a:pt x="1" y="3587"/>
                      <a:pt x="1" y="5683"/>
                    </a:cubicBezTo>
                    <a:cubicBezTo>
                      <a:pt x="1" y="11411"/>
                      <a:pt x="4658" y="16058"/>
                      <a:pt x="10376" y="16058"/>
                    </a:cubicBezTo>
                    <a:cubicBezTo>
                      <a:pt x="15836" y="16058"/>
                      <a:pt x="20314" y="11830"/>
                      <a:pt x="20724" y="6486"/>
                    </a:cubicBezTo>
                    <a:lnTo>
                      <a:pt x="20724" y="6486"/>
                    </a:lnTo>
                    <a:lnTo>
                      <a:pt x="20608" y="6531"/>
                    </a:lnTo>
                    <a:cubicBezTo>
                      <a:pt x="20171" y="11794"/>
                      <a:pt x="15755" y="15951"/>
                      <a:pt x="10376" y="15951"/>
                    </a:cubicBezTo>
                    <a:cubicBezTo>
                      <a:pt x="4711" y="15951"/>
                      <a:pt x="108" y="11348"/>
                      <a:pt x="108" y="5683"/>
                    </a:cubicBezTo>
                    <a:cubicBezTo>
                      <a:pt x="108" y="3587"/>
                      <a:pt x="741" y="1633"/>
                      <a:pt x="1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0"/>
              <p:cNvSpPr/>
              <p:nvPr/>
            </p:nvSpPr>
            <p:spPr>
              <a:xfrm>
                <a:off x="5463252" y="1820276"/>
                <a:ext cx="99985" cy="174361"/>
              </a:xfrm>
              <a:custGeom>
                <a:avLst/>
                <a:gdLst/>
                <a:ahLst/>
                <a:cxnLst/>
                <a:rect l="l" t="t" r="r" b="b"/>
                <a:pathLst>
                  <a:path w="3096" h="5399" extrusionOk="0">
                    <a:moveTo>
                      <a:pt x="72" y="1"/>
                    </a:moveTo>
                    <a:lnTo>
                      <a:pt x="0" y="81"/>
                    </a:lnTo>
                    <a:cubicBezTo>
                      <a:pt x="1463" y="1500"/>
                      <a:pt x="2525" y="3337"/>
                      <a:pt x="2980" y="5398"/>
                    </a:cubicBezTo>
                    <a:lnTo>
                      <a:pt x="3096" y="5371"/>
                    </a:lnTo>
                    <a:cubicBezTo>
                      <a:pt x="2623" y="3293"/>
                      <a:pt x="1553" y="1437"/>
                      <a:pt x="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0"/>
              <p:cNvSpPr/>
              <p:nvPr/>
            </p:nvSpPr>
            <p:spPr>
              <a:xfrm>
                <a:off x="5439030" y="2090238"/>
                <a:ext cx="131990" cy="250706"/>
              </a:xfrm>
              <a:custGeom>
                <a:avLst/>
                <a:gdLst/>
                <a:ahLst/>
                <a:cxnLst/>
                <a:rect l="l" t="t" r="r" b="b"/>
                <a:pathLst>
                  <a:path w="4087" h="7763" extrusionOk="0">
                    <a:moveTo>
                      <a:pt x="4087" y="1"/>
                    </a:moveTo>
                    <a:lnTo>
                      <a:pt x="3971" y="54"/>
                    </a:lnTo>
                    <a:cubicBezTo>
                      <a:pt x="3775" y="3132"/>
                      <a:pt x="2267" y="5862"/>
                      <a:pt x="1" y="7682"/>
                    </a:cubicBezTo>
                    <a:lnTo>
                      <a:pt x="81" y="7762"/>
                    </a:lnTo>
                    <a:cubicBezTo>
                      <a:pt x="2383" y="5915"/>
                      <a:pt x="3908" y="3132"/>
                      <a:pt x="4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0"/>
              <p:cNvSpPr/>
              <p:nvPr/>
            </p:nvSpPr>
            <p:spPr>
              <a:xfrm>
                <a:off x="4876082" y="1886547"/>
                <a:ext cx="100567" cy="425293"/>
              </a:xfrm>
              <a:custGeom>
                <a:avLst/>
                <a:gdLst/>
                <a:ahLst/>
                <a:cxnLst/>
                <a:rect l="l" t="t" r="r" b="b"/>
                <a:pathLst>
                  <a:path w="3114" h="13169" extrusionOk="0">
                    <a:moveTo>
                      <a:pt x="1624" y="1"/>
                    </a:moveTo>
                    <a:cubicBezTo>
                      <a:pt x="598" y="1651"/>
                      <a:pt x="0" y="3596"/>
                      <a:pt x="0" y="5683"/>
                    </a:cubicBezTo>
                    <a:cubicBezTo>
                      <a:pt x="0" y="8592"/>
                      <a:pt x="1160" y="11232"/>
                      <a:pt x="3042" y="13168"/>
                    </a:cubicBezTo>
                    <a:lnTo>
                      <a:pt x="3114" y="13088"/>
                    </a:lnTo>
                    <a:cubicBezTo>
                      <a:pt x="1258" y="11170"/>
                      <a:pt x="116" y="8556"/>
                      <a:pt x="116" y="5683"/>
                    </a:cubicBezTo>
                    <a:cubicBezTo>
                      <a:pt x="116" y="3596"/>
                      <a:pt x="714" y="1651"/>
                      <a:pt x="1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0"/>
              <p:cNvSpPr/>
              <p:nvPr/>
            </p:nvSpPr>
            <p:spPr>
              <a:xfrm>
                <a:off x="5042889" y="1708500"/>
                <a:ext cx="497892" cy="189313"/>
              </a:xfrm>
              <a:custGeom>
                <a:avLst/>
                <a:gdLst/>
                <a:ahLst/>
                <a:cxnLst/>
                <a:rect l="l" t="t" r="r" b="b"/>
                <a:pathLst>
                  <a:path w="15417" h="5862" extrusionOk="0">
                    <a:moveTo>
                      <a:pt x="5603" y="0"/>
                    </a:moveTo>
                    <a:cubicBezTo>
                      <a:pt x="3560" y="0"/>
                      <a:pt x="1651" y="545"/>
                      <a:pt x="0" y="1508"/>
                    </a:cubicBezTo>
                    <a:lnTo>
                      <a:pt x="0" y="1633"/>
                    </a:lnTo>
                    <a:cubicBezTo>
                      <a:pt x="1642" y="670"/>
                      <a:pt x="3560" y="108"/>
                      <a:pt x="5603" y="108"/>
                    </a:cubicBezTo>
                    <a:cubicBezTo>
                      <a:pt x="9787" y="108"/>
                      <a:pt x="13427" y="2436"/>
                      <a:pt x="15318" y="5862"/>
                    </a:cubicBezTo>
                    <a:lnTo>
                      <a:pt x="15416" y="5808"/>
                    </a:lnTo>
                    <a:cubicBezTo>
                      <a:pt x="13507" y="2347"/>
                      <a:pt x="9823" y="0"/>
                      <a:pt x="56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0"/>
              <p:cNvSpPr/>
              <p:nvPr/>
            </p:nvSpPr>
            <p:spPr>
              <a:xfrm>
                <a:off x="4909508" y="2247260"/>
                <a:ext cx="589771" cy="184437"/>
              </a:xfrm>
              <a:custGeom>
                <a:avLst/>
                <a:gdLst/>
                <a:ahLst/>
                <a:cxnLst/>
                <a:rect l="l" t="t" r="r" b="b"/>
                <a:pathLst>
                  <a:path w="18262" h="5711" extrusionOk="0">
                    <a:moveTo>
                      <a:pt x="98" y="1"/>
                    </a:moveTo>
                    <a:lnTo>
                      <a:pt x="0" y="54"/>
                    </a:lnTo>
                    <a:cubicBezTo>
                      <a:pt x="1936" y="3435"/>
                      <a:pt x="5576" y="5710"/>
                      <a:pt x="9733" y="5710"/>
                    </a:cubicBezTo>
                    <a:cubicBezTo>
                      <a:pt x="13150" y="5710"/>
                      <a:pt x="16201" y="4176"/>
                      <a:pt x="18261" y="1767"/>
                    </a:cubicBezTo>
                    <a:lnTo>
                      <a:pt x="18172" y="1696"/>
                    </a:lnTo>
                    <a:cubicBezTo>
                      <a:pt x="16138" y="4087"/>
                      <a:pt x="13114" y="5603"/>
                      <a:pt x="9733" y="5603"/>
                    </a:cubicBezTo>
                    <a:cubicBezTo>
                      <a:pt x="5611" y="5603"/>
                      <a:pt x="2016" y="3346"/>
                      <a:pt x="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0"/>
              <p:cNvSpPr/>
              <p:nvPr/>
            </p:nvSpPr>
            <p:spPr>
              <a:xfrm>
                <a:off x="5027323" y="1769281"/>
                <a:ext cx="194513" cy="75829"/>
              </a:xfrm>
              <a:custGeom>
                <a:avLst/>
                <a:gdLst/>
                <a:ahLst/>
                <a:cxnLst/>
                <a:rect l="l" t="t" r="r" b="b"/>
                <a:pathLst>
                  <a:path w="6023" h="2348" extrusionOk="0">
                    <a:moveTo>
                      <a:pt x="6022" y="1"/>
                    </a:moveTo>
                    <a:cubicBezTo>
                      <a:pt x="3721" y="19"/>
                      <a:pt x="1615" y="875"/>
                      <a:pt x="1" y="2276"/>
                    </a:cubicBezTo>
                    <a:lnTo>
                      <a:pt x="1" y="2347"/>
                    </a:lnTo>
                    <a:cubicBezTo>
                      <a:pt x="1615" y="938"/>
                      <a:pt x="3721" y="81"/>
                      <a:pt x="6022" y="63"/>
                    </a:cubicBezTo>
                    <a:lnTo>
                      <a:pt x="60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0"/>
              <p:cNvSpPr/>
              <p:nvPr/>
            </p:nvSpPr>
            <p:spPr>
              <a:xfrm>
                <a:off x="4933116" y="1875018"/>
                <a:ext cx="64558" cy="118749"/>
              </a:xfrm>
              <a:custGeom>
                <a:avLst/>
                <a:gdLst/>
                <a:ahLst/>
                <a:cxnLst/>
                <a:rect l="l" t="t" r="r" b="b"/>
                <a:pathLst>
                  <a:path w="1999" h="3677" extrusionOk="0">
                    <a:moveTo>
                      <a:pt x="1928" y="1"/>
                    </a:moveTo>
                    <a:cubicBezTo>
                      <a:pt x="1026" y="1053"/>
                      <a:pt x="357" y="2302"/>
                      <a:pt x="1" y="3676"/>
                    </a:cubicBezTo>
                    <a:lnTo>
                      <a:pt x="54" y="3676"/>
                    </a:lnTo>
                    <a:cubicBezTo>
                      <a:pt x="420" y="2302"/>
                      <a:pt x="1098" y="1053"/>
                      <a:pt x="19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0"/>
              <p:cNvSpPr/>
              <p:nvPr/>
            </p:nvSpPr>
            <p:spPr>
              <a:xfrm>
                <a:off x="5031360" y="2299418"/>
                <a:ext cx="342585" cy="71469"/>
              </a:xfrm>
              <a:custGeom>
                <a:avLst/>
                <a:gdLst/>
                <a:ahLst/>
                <a:cxnLst/>
                <a:rect l="l" t="t" r="r" b="b"/>
                <a:pathLst>
                  <a:path w="10608" h="2213" extrusionOk="0">
                    <a:moveTo>
                      <a:pt x="36" y="0"/>
                    </a:moveTo>
                    <a:lnTo>
                      <a:pt x="1" y="45"/>
                    </a:lnTo>
                    <a:cubicBezTo>
                      <a:pt x="1615" y="1392"/>
                      <a:pt x="3694" y="2213"/>
                      <a:pt x="5960" y="2213"/>
                    </a:cubicBezTo>
                    <a:cubicBezTo>
                      <a:pt x="7655" y="2213"/>
                      <a:pt x="9243" y="1758"/>
                      <a:pt x="10608" y="964"/>
                    </a:cubicBezTo>
                    <a:lnTo>
                      <a:pt x="10581" y="919"/>
                    </a:lnTo>
                    <a:cubicBezTo>
                      <a:pt x="9216" y="1704"/>
                      <a:pt x="7637" y="2150"/>
                      <a:pt x="5960" y="2150"/>
                    </a:cubicBezTo>
                    <a:cubicBezTo>
                      <a:pt x="3712" y="2150"/>
                      <a:pt x="1642" y="1347"/>
                      <a:pt x="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30"/>
            <p:cNvGrpSpPr/>
            <p:nvPr/>
          </p:nvGrpSpPr>
          <p:grpSpPr>
            <a:xfrm>
              <a:off x="-1143153" y="-436641"/>
              <a:ext cx="2212063" cy="2117725"/>
              <a:chOff x="5655411" y="869227"/>
              <a:chExt cx="635322" cy="608227"/>
            </a:xfrm>
          </p:grpSpPr>
          <p:sp>
            <p:nvSpPr>
              <p:cNvPr id="599" name="Google Shape;599;p30"/>
              <p:cNvSpPr/>
              <p:nvPr/>
            </p:nvSpPr>
            <p:spPr>
              <a:xfrm>
                <a:off x="5969456" y="869227"/>
                <a:ext cx="12724" cy="39787"/>
              </a:xfrm>
              <a:custGeom>
                <a:avLst/>
                <a:gdLst/>
                <a:ahLst/>
                <a:cxnLst/>
                <a:rect l="l" t="t" r="r" b="b"/>
                <a:pathLst>
                  <a:path w="394" h="1232" extrusionOk="0">
                    <a:moveTo>
                      <a:pt x="1" y="1"/>
                    </a:moveTo>
                    <a:lnTo>
                      <a:pt x="1" y="1232"/>
                    </a:lnTo>
                    <a:lnTo>
                      <a:pt x="393" y="1232"/>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0"/>
              <p:cNvSpPr/>
              <p:nvPr/>
            </p:nvSpPr>
            <p:spPr>
              <a:xfrm>
                <a:off x="5994227" y="869809"/>
                <a:ext cx="16180" cy="40659"/>
              </a:xfrm>
              <a:custGeom>
                <a:avLst/>
                <a:gdLst/>
                <a:ahLst/>
                <a:cxnLst/>
                <a:rect l="l" t="t" r="r" b="b"/>
                <a:pathLst>
                  <a:path w="501" h="1259" extrusionOk="0">
                    <a:moveTo>
                      <a:pt x="108" y="0"/>
                    </a:moveTo>
                    <a:lnTo>
                      <a:pt x="1" y="1232"/>
                    </a:lnTo>
                    <a:lnTo>
                      <a:pt x="393" y="1258"/>
                    </a:lnTo>
                    <a:lnTo>
                      <a:pt x="500" y="36"/>
                    </a:lnTo>
                    <a:lnTo>
                      <a:pt x="1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0"/>
              <p:cNvSpPr/>
              <p:nvPr/>
            </p:nvSpPr>
            <p:spPr>
              <a:xfrm>
                <a:off x="6018997" y="872974"/>
                <a:ext cx="19345" cy="41531"/>
              </a:xfrm>
              <a:custGeom>
                <a:avLst/>
                <a:gdLst/>
                <a:ahLst/>
                <a:cxnLst/>
                <a:rect l="l" t="t" r="r" b="b"/>
                <a:pathLst>
                  <a:path w="599" h="1286" extrusionOk="0">
                    <a:moveTo>
                      <a:pt x="215" y="1"/>
                    </a:moveTo>
                    <a:lnTo>
                      <a:pt x="1" y="1214"/>
                    </a:lnTo>
                    <a:lnTo>
                      <a:pt x="385" y="1285"/>
                    </a:lnTo>
                    <a:lnTo>
                      <a:pt x="599" y="72"/>
                    </a:lnTo>
                    <a:lnTo>
                      <a:pt x="2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0"/>
              <p:cNvSpPr/>
              <p:nvPr/>
            </p:nvSpPr>
            <p:spPr>
              <a:xfrm>
                <a:off x="6043219" y="878464"/>
                <a:ext cx="22800" cy="41790"/>
              </a:xfrm>
              <a:custGeom>
                <a:avLst/>
                <a:gdLst/>
                <a:ahLst/>
                <a:cxnLst/>
                <a:rect l="l" t="t" r="r" b="b"/>
                <a:pathLst>
                  <a:path w="706" h="1294" extrusionOk="0">
                    <a:moveTo>
                      <a:pt x="322" y="0"/>
                    </a:moveTo>
                    <a:lnTo>
                      <a:pt x="0" y="1195"/>
                    </a:lnTo>
                    <a:lnTo>
                      <a:pt x="384" y="1294"/>
                    </a:lnTo>
                    <a:lnTo>
                      <a:pt x="705" y="107"/>
                    </a:lnTo>
                    <a:lnTo>
                      <a:pt x="3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0"/>
              <p:cNvSpPr/>
              <p:nvPr/>
            </p:nvSpPr>
            <p:spPr>
              <a:xfrm>
                <a:off x="6067118" y="886506"/>
                <a:ext cx="25675" cy="41822"/>
              </a:xfrm>
              <a:custGeom>
                <a:avLst/>
                <a:gdLst/>
                <a:ahLst/>
                <a:cxnLst/>
                <a:rect l="l" t="t" r="r" b="b"/>
                <a:pathLst>
                  <a:path w="795" h="1295" extrusionOk="0">
                    <a:moveTo>
                      <a:pt x="420" y="1"/>
                    </a:moveTo>
                    <a:lnTo>
                      <a:pt x="1" y="1161"/>
                    </a:lnTo>
                    <a:lnTo>
                      <a:pt x="375" y="1294"/>
                    </a:lnTo>
                    <a:lnTo>
                      <a:pt x="795" y="135"/>
                    </a:lnTo>
                    <a:lnTo>
                      <a:pt x="4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0"/>
              <p:cNvSpPr/>
              <p:nvPr/>
            </p:nvSpPr>
            <p:spPr>
              <a:xfrm>
                <a:off x="6090468" y="896905"/>
                <a:ext cx="28258" cy="41499"/>
              </a:xfrm>
              <a:custGeom>
                <a:avLst/>
                <a:gdLst/>
                <a:ahLst/>
                <a:cxnLst/>
                <a:rect l="l" t="t" r="r" b="b"/>
                <a:pathLst>
                  <a:path w="875" h="1285" extrusionOk="0">
                    <a:moveTo>
                      <a:pt x="518" y="0"/>
                    </a:moveTo>
                    <a:lnTo>
                      <a:pt x="0" y="1115"/>
                    </a:lnTo>
                    <a:lnTo>
                      <a:pt x="357" y="1285"/>
                    </a:lnTo>
                    <a:lnTo>
                      <a:pt x="875" y="161"/>
                    </a:lnTo>
                    <a:lnTo>
                      <a:pt x="5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0"/>
              <p:cNvSpPr/>
              <p:nvPr/>
            </p:nvSpPr>
            <p:spPr>
              <a:xfrm>
                <a:off x="6112655" y="909274"/>
                <a:ext cx="30842" cy="40950"/>
              </a:xfrm>
              <a:custGeom>
                <a:avLst/>
                <a:gdLst/>
                <a:ahLst/>
                <a:cxnLst/>
                <a:rect l="l" t="t" r="r" b="b"/>
                <a:pathLst>
                  <a:path w="955" h="1268" extrusionOk="0">
                    <a:moveTo>
                      <a:pt x="616" y="1"/>
                    </a:moveTo>
                    <a:lnTo>
                      <a:pt x="0" y="1071"/>
                    </a:lnTo>
                    <a:lnTo>
                      <a:pt x="339" y="1267"/>
                    </a:lnTo>
                    <a:lnTo>
                      <a:pt x="955" y="206"/>
                    </a:lnTo>
                    <a:lnTo>
                      <a:pt x="6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0"/>
              <p:cNvSpPr/>
              <p:nvPr/>
            </p:nvSpPr>
            <p:spPr>
              <a:xfrm>
                <a:off x="6133970" y="924259"/>
                <a:ext cx="33167" cy="39787"/>
              </a:xfrm>
              <a:custGeom>
                <a:avLst/>
                <a:gdLst/>
                <a:ahLst/>
                <a:cxnLst/>
                <a:rect l="l" t="t" r="r" b="b"/>
                <a:pathLst>
                  <a:path w="1027" h="1232" extrusionOk="0">
                    <a:moveTo>
                      <a:pt x="705" y="1"/>
                    </a:moveTo>
                    <a:lnTo>
                      <a:pt x="0" y="1009"/>
                    </a:lnTo>
                    <a:lnTo>
                      <a:pt x="322" y="1232"/>
                    </a:lnTo>
                    <a:lnTo>
                      <a:pt x="1026" y="224"/>
                    </a:lnTo>
                    <a:lnTo>
                      <a:pt x="7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0"/>
              <p:cNvSpPr/>
              <p:nvPr/>
            </p:nvSpPr>
            <p:spPr>
              <a:xfrm>
                <a:off x="6153865" y="940956"/>
                <a:ext cx="35460" cy="38657"/>
              </a:xfrm>
              <a:custGeom>
                <a:avLst/>
                <a:gdLst/>
                <a:ahLst/>
                <a:cxnLst/>
                <a:rect l="l" t="t" r="r" b="b"/>
                <a:pathLst>
                  <a:path w="1098" h="1197" extrusionOk="0">
                    <a:moveTo>
                      <a:pt x="794" y="1"/>
                    </a:moveTo>
                    <a:lnTo>
                      <a:pt x="0" y="947"/>
                    </a:lnTo>
                    <a:lnTo>
                      <a:pt x="303" y="1196"/>
                    </a:lnTo>
                    <a:lnTo>
                      <a:pt x="1097" y="251"/>
                    </a:lnTo>
                    <a:lnTo>
                      <a:pt x="7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0"/>
              <p:cNvSpPr/>
              <p:nvPr/>
            </p:nvSpPr>
            <p:spPr>
              <a:xfrm>
                <a:off x="5762601" y="1407438"/>
                <a:ext cx="35169" cy="38625"/>
              </a:xfrm>
              <a:custGeom>
                <a:avLst/>
                <a:gdLst/>
                <a:ahLst/>
                <a:cxnLst/>
                <a:rect l="l" t="t" r="r" b="b"/>
                <a:pathLst>
                  <a:path w="1089" h="1196" extrusionOk="0">
                    <a:moveTo>
                      <a:pt x="794" y="0"/>
                    </a:moveTo>
                    <a:lnTo>
                      <a:pt x="0" y="937"/>
                    </a:lnTo>
                    <a:lnTo>
                      <a:pt x="304" y="1195"/>
                    </a:lnTo>
                    <a:lnTo>
                      <a:pt x="1089" y="250"/>
                    </a:lnTo>
                    <a:lnTo>
                      <a:pt x="7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6172564" y="959688"/>
                <a:ext cx="37204" cy="37204"/>
              </a:xfrm>
              <a:custGeom>
                <a:avLst/>
                <a:gdLst/>
                <a:ahLst/>
                <a:cxnLst/>
                <a:rect l="l" t="t" r="r" b="b"/>
                <a:pathLst>
                  <a:path w="1152" h="1152" extrusionOk="0">
                    <a:moveTo>
                      <a:pt x="866" y="1"/>
                    </a:moveTo>
                    <a:lnTo>
                      <a:pt x="1" y="866"/>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0"/>
              <p:cNvSpPr/>
              <p:nvPr/>
            </p:nvSpPr>
            <p:spPr>
              <a:xfrm>
                <a:off x="5742126" y="1390127"/>
                <a:ext cx="37204" cy="37204"/>
              </a:xfrm>
              <a:custGeom>
                <a:avLst/>
                <a:gdLst/>
                <a:ahLst/>
                <a:cxnLst/>
                <a:rect l="l" t="t" r="r" b="b"/>
                <a:pathLst>
                  <a:path w="1152" h="1152" extrusionOk="0">
                    <a:moveTo>
                      <a:pt x="866" y="1"/>
                    </a:moveTo>
                    <a:lnTo>
                      <a:pt x="1" y="875"/>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0"/>
              <p:cNvSpPr/>
              <p:nvPr/>
            </p:nvSpPr>
            <p:spPr>
              <a:xfrm>
                <a:off x="6189584" y="980164"/>
                <a:ext cx="38915" cy="35169"/>
              </a:xfrm>
              <a:custGeom>
                <a:avLst/>
                <a:gdLst/>
                <a:ahLst/>
                <a:cxnLst/>
                <a:rect l="l" t="t" r="r" b="b"/>
                <a:pathLst>
                  <a:path w="1205" h="1089" extrusionOk="0">
                    <a:moveTo>
                      <a:pt x="946" y="0"/>
                    </a:moveTo>
                    <a:lnTo>
                      <a:pt x="0" y="794"/>
                    </a:lnTo>
                    <a:lnTo>
                      <a:pt x="259" y="1089"/>
                    </a:lnTo>
                    <a:lnTo>
                      <a:pt x="1205" y="304"/>
                    </a:lnTo>
                    <a:lnTo>
                      <a:pt x="9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0"/>
              <p:cNvSpPr/>
              <p:nvPr/>
            </p:nvSpPr>
            <p:spPr>
              <a:xfrm>
                <a:off x="5723394" y="1371396"/>
                <a:ext cx="38657" cy="35492"/>
              </a:xfrm>
              <a:custGeom>
                <a:avLst/>
                <a:gdLst/>
                <a:ahLst/>
                <a:cxnLst/>
                <a:rect l="l" t="t" r="r" b="b"/>
                <a:pathLst>
                  <a:path w="1197" h="1099" extrusionOk="0">
                    <a:moveTo>
                      <a:pt x="947" y="1"/>
                    </a:moveTo>
                    <a:lnTo>
                      <a:pt x="1" y="795"/>
                    </a:lnTo>
                    <a:lnTo>
                      <a:pt x="251" y="1098"/>
                    </a:lnTo>
                    <a:lnTo>
                      <a:pt x="1196" y="304"/>
                    </a:lnTo>
                    <a:lnTo>
                      <a:pt x="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0"/>
              <p:cNvSpPr/>
              <p:nvPr/>
            </p:nvSpPr>
            <p:spPr>
              <a:xfrm>
                <a:off x="6205118" y="1002351"/>
                <a:ext cx="40078" cy="33167"/>
              </a:xfrm>
              <a:custGeom>
                <a:avLst/>
                <a:gdLst/>
                <a:ahLst/>
                <a:cxnLst/>
                <a:rect l="l" t="t" r="r" b="b"/>
                <a:pathLst>
                  <a:path w="1241" h="1027" extrusionOk="0">
                    <a:moveTo>
                      <a:pt x="1018" y="0"/>
                    </a:moveTo>
                    <a:lnTo>
                      <a:pt x="1" y="705"/>
                    </a:lnTo>
                    <a:lnTo>
                      <a:pt x="233" y="1026"/>
                    </a:lnTo>
                    <a:lnTo>
                      <a:pt x="1241" y="321"/>
                    </a:lnTo>
                    <a:lnTo>
                      <a:pt x="10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0"/>
              <p:cNvSpPr/>
              <p:nvPr/>
            </p:nvSpPr>
            <p:spPr>
              <a:xfrm>
                <a:off x="5706697" y="1351534"/>
                <a:ext cx="39787" cy="33167"/>
              </a:xfrm>
              <a:custGeom>
                <a:avLst/>
                <a:gdLst/>
                <a:ahLst/>
                <a:cxnLst/>
                <a:rect l="l" t="t" r="r" b="b"/>
                <a:pathLst>
                  <a:path w="1232" h="1027" extrusionOk="0">
                    <a:moveTo>
                      <a:pt x="1009" y="0"/>
                    </a:moveTo>
                    <a:lnTo>
                      <a:pt x="1" y="705"/>
                    </a:lnTo>
                    <a:lnTo>
                      <a:pt x="224" y="1026"/>
                    </a:lnTo>
                    <a:lnTo>
                      <a:pt x="1232" y="322"/>
                    </a:ln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a:off x="6218973" y="1025668"/>
                <a:ext cx="40918" cy="31165"/>
              </a:xfrm>
              <a:custGeom>
                <a:avLst/>
                <a:gdLst/>
                <a:ahLst/>
                <a:cxnLst/>
                <a:rect l="l" t="t" r="r" b="b"/>
                <a:pathLst>
                  <a:path w="1267" h="965" extrusionOk="0">
                    <a:moveTo>
                      <a:pt x="1071" y="1"/>
                    </a:moveTo>
                    <a:lnTo>
                      <a:pt x="0" y="616"/>
                    </a:lnTo>
                    <a:lnTo>
                      <a:pt x="196" y="964"/>
                    </a:lnTo>
                    <a:lnTo>
                      <a:pt x="1267" y="349"/>
                    </a:lnTo>
                    <a:lnTo>
                      <a:pt x="1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a:off x="5691712" y="1330219"/>
                <a:ext cx="40950" cy="30842"/>
              </a:xfrm>
              <a:custGeom>
                <a:avLst/>
                <a:gdLst/>
                <a:ahLst/>
                <a:cxnLst/>
                <a:rect l="l" t="t" r="r" b="b"/>
                <a:pathLst>
                  <a:path w="1268" h="955" extrusionOk="0">
                    <a:moveTo>
                      <a:pt x="1071" y="0"/>
                    </a:moveTo>
                    <a:lnTo>
                      <a:pt x="1" y="616"/>
                    </a:lnTo>
                    <a:lnTo>
                      <a:pt x="197" y="955"/>
                    </a:lnTo>
                    <a:lnTo>
                      <a:pt x="1267" y="339"/>
                    </a:lnTo>
                    <a:lnTo>
                      <a:pt x="10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a:off x="6231052" y="1050730"/>
                <a:ext cx="41531" cy="28290"/>
              </a:xfrm>
              <a:custGeom>
                <a:avLst/>
                <a:gdLst/>
                <a:ahLst/>
                <a:cxnLst/>
                <a:rect l="l" t="t" r="r" b="b"/>
                <a:pathLst>
                  <a:path w="1286" h="876" extrusionOk="0">
                    <a:moveTo>
                      <a:pt x="1116" y="1"/>
                    </a:moveTo>
                    <a:lnTo>
                      <a:pt x="1" y="518"/>
                    </a:lnTo>
                    <a:lnTo>
                      <a:pt x="161" y="875"/>
                    </a:lnTo>
                    <a:lnTo>
                      <a:pt x="1286" y="358"/>
                    </a:lnTo>
                    <a:lnTo>
                      <a:pt x="11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a:off x="5679343" y="1308031"/>
                <a:ext cx="41499" cy="28258"/>
              </a:xfrm>
              <a:custGeom>
                <a:avLst/>
                <a:gdLst/>
                <a:ahLst/>
                <a:cxnLst/>
                <a:rect l="l" t="t" r="r" b="b"/>
                <a:pathLst>
                  <a:path w="1285" h="875" extrusionOk="0">
                    <a:moveTo>
                      <a:pt x="1115" y="0"/>
                    </a:moveTo>
                    <a:lnTo>
                      <a:pt x="0" y="518"/>
                    </a:lnTo>
                    <a:lnTo>
                      <a:pt x="161" y="875"/>
                    </a:lnTo>
                    <a:lnTo>
                      <a:pt x="1285" y="357"/>
                    </a:lnTo>
                    <a:lnTo>
                      <a:pt x="11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a:off x="6241160" y="1076664"/>
                <a:ext cx="41499" cy="25384"/>
              </a:xfrm>
              <a:custGeom>
                <a:avLst/>
                <a:gdLst/>
                <a:ahLst/>
                <a:cxnLst/>
                <a:rect l="l" t="t" r="r" b="b"/>
                <a:pathLst>
                  <a:path w="1285" h="786" extrusionOk="0">
                    <a:moveTo>
                      <a:pt x="1151" y="1"/>
                    </a:moveTo>
                    <a:lnTo>
                      <a:pt x="0" y="420"/>
                    </a:lnTo>
                    <a:lnTo>
                      <a:pt x="134" y="786"/>
                    </a:lnTo>
                    <a:lnTo>
                      <a:pt x="1285" y="366"/>
                    </a:lnTo>
                    <a:lnTo>
                      <a:pt x="11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a:off x="5668943" y="1284681"/>
                <a:ext cx="41822" cy="25675"/>
              </a:xfrm>
              <a:custGeom>
                <a:avLst/>
                <a:gdLst/>
                <a:ahLst/>
                <a:cxnLst/>
                <a:rect l="l" t="t" r="r" b="b"/>
                <a:pathLst>
                  <a:path w="1295" h="795" extrusionOk="0">
                    <a:moveTo>
                      <a:pt x="1161" y="1"/>
                    </a:moveTo>
                    <a:lnTo>
                      <a:pt x="1" y="420"/>
                    </a:lnTo>
                    <a:lnTo>
                      <a:pt x="135" y="795"/>
                    </a:lnTo>
                    <a:lnTo>
                      <a:pt x="1294" y="375"/>
                    </a:lnTo>
                    <a:lnTo>
                      <a:pt x="11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a:off x="5660902" y="1261073"/>
                <a:ext cx="41790" cy="22477"/>
              </a:xfrm>
              <a:custGeom>
                <a:avLst/>
                <a:gdLst/>
                <a:ahLst/>
                <a:cxnLst/>
                <a:rect l="l" t="t" r="r" b="b"/>
                <a:pathLst>
                  <a:path w="1294" h="696" extrusionOk="0">
                    <a:moveTo>
                      <a:pt x="1196" y="0"/>
                    </a:moveTo>
                    <a:lnTo>
                      <a:pt x="0" y="312"/>
                    </a:lnTo>
                    <a:lnTo>
                      <a:pt x="107" y="696"/>
                    </a:lnTo>
                    <a:lnTo>
                      <a:pt x="1294" y="375"/>
                    </a:lnTo>
                    <a:lnTo>
                      <a:pt x="1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a:off x="5655411" y="1236561"/>
                <a:ext cx="41531" cy="19345"/>
              </a:xfrm>
              <a:custGeom>
                <a:avLst/>
                <a:gdLst/>
                <a:ahLst/>
                <a:cxnLst/>
                <a:rect l="l" t="t" r="r" b="b"/>
                <a:pathLst>
                  <a:path w="1286" h="599" extrusionOk="0">
                    <a:moveTo>
                      <a:pt x="1214" y="1"/>
                    </a:moveTo>
                    <a:lnTo>
                      <a:pt x="1" y="215"/>
                    </a:lnTo>
                    <a:lnTo>
                      <a:pt x="72" y="599"/>
                    </a:lnTo>
                    <a:lnTo>
                      <a:pt x="1285" y="384"/>
                    </a:lnTo>
                    <a:lnTo>
                      <a:pt x="12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a:off x="5655411" y="1130824"/>
                <a:ext cx="41531" cy="19345"/>
              </a:xfrm>
              <a:custGeom>
                <a:avLst/>
                <a:gdLst/>
                <a:ahLst/>
                <a:cxnLst/>
                <a:rect l="l" t="t" r="r" b="b"/>
                <a:pathLst>
                  <a:path w="1286" h="599" extrusionOk="0">
                    <a:moveTo>
                      <a:pt x="72" y="1"/>
                    </a:moveTo>
                    <a:lnTo>
                      <a:pt x="1" y="393"/>
                    </a:lnTo>
                    <a:lnTo>
                      <a:pt x="1214" y="599"/>
                    </a:lnTo>
                    <a:lnTo>
                      <a:pt x="1285" y="215"/>
                    </a:lnTo>
                    <a:lnTo>
                      <a:pt x="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a:off x="6248911" y="1261073"/>
                <a:ext cx="41822" cy="22477"/>
              </a:xfrm>
              <a:custGeom>
                <a:avLst/>
                <a:gdLst/>
                <a:ahLst/>
                <a:cxnLst/>
                <a:rect l="l" t="t" r="r" b="b"/>
                <a:pathLst>
                  <a:path w="1295" h="696" extrusionOk="0">
                    <a:moveTo>
                      <a:pt x="108" y="0"/>
                    </a:moveTo>
                    <a:lnTo>
                      <a:pt x="1" y="375"/>
                    </a:lnTo>
                    <a:lnTo>
                      <a:pt x="1196" y="696"/>
                    </a:lnTo>
                    <a:lnTo>
                      <a:pt x="1295" y="312"/>
                    </a:lnTo>
                    <a:lnTo>
                      <a:pt x="1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0"/>
              <p:cNvSpPr/>
              <p:nvPr/>
            </p:nvSpPr>
            <p:spPr>
              <a:xfrm>
                <a:off x="5660902" y="1103469"/>
                <a:ext cx="41790" cy="22510"/>
              </a:xfrm>
              <a:custGeom>
                <a:avLst/>
                <a:gdLst/>
                <a:ahLst/>
                <a:cxnLst/>
                <a:rect l="l" t="t" r="r" b="b"/>
                <a:pathLst>
                  <a:path w="1294" h="697" extrusionOk="0">
                    <a:moveTo>
                      <a:pt x="107" y="0"/>
                    </a:moveTo>
                    <a:lnTo>
                      <a:pt x="0" y="375"/>
                    </a:lnTo>
                    <a:lnTo>
                      <a:pt x="1196" y="696"/>
                    </a:lnTo>
                    <a:lnTo>
                      <a:pt x="1294" y="313"/>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a:off x="6241160" y="1284681"/>
                <a:ext cx="41499" cy="25675"/>
              </a:xfrm>
              <a:custGeom>
                <a:avLst/>
                <a:gdLst/>
                <a:ahLst/>
                <a:cxnLst/>
                <a:rect l="l" t="t" r="r" b="b"/>
                <a:pathLst>
                  <a:path w="1285" h="795" extrusionOk="0">
                    <a:moveTo>
                      <a:pt x="134" y="1"/>
                    </a:moveTo>
                    <a:lnTo>
                      <a:pt x="0" y="375"/>
                    </a:lnTo>
                    <a:lnTo>
                      <a:pt x="1151" y="795"/>
                    </a:lnTo>
                    <a:lnTo>
                      <a:pt x="1285" y="420"/>
                    </a:lnTo>
                    <a:lnTo>
                      <a:pt x="1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a:off x="6231052" y="1308031"/>
                <a:ext cx="41531" cy="28258"/>
              </a:xfrm>
              <a:custGeom>
                <a:avLst/>
                <a:gdLst/>
                <a:ahLst/>
                <a:cxnLst/>
                <a:rect l="l" t="t" r="r" b="b"/>
                <a:pathLst>
                  <a:path w="1286" h="875" extrusionOk="0">
                    <a:moveTo>
                      <a:pt x="161" y="0"/>
                    </a:moveTo>
                    <a:lnTo>
                      <a:pt x="1" y="357"/>
                    </a:lnTo>
                    <a:lnTo>
                      <a:pt x="1116" y="875"/>
                    </a:lnTo>
                    <a:lnTo>
                      <a:pt x="1286" y="518"/>
                    </a:lnTo>
                    <a:lnTo>
                      <a:pt x="1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a:off x="6218973" y="1330219"/>
                <a:ext cx="40918" cy="30842"/>
              </a:xfrm>
              <a:custGeom>
                <a:avLst/>
                <a:gdLst/>
                <a:ahLst/>
                <a:cxnLst/>
                <a:rect l="l" t="t" r="r" b="b"/>
                <a:pathLst>
                  <a:path w="1267" h="955" extrusionOk="0">
                    <a:moveTo>
                      <a:pt x="196" y="0"/>
                    </a:moveTo>
                    <a:lnTo>
                      <a:pt x="0" y="339"/>
                    </a:lnTo>
                    <a:lnTo>
                      <a:pt x="1071" y="955"/>
                    </a:lnTo>
                    <a:lnTo>
                      <a:pt x="1267" y="616"/>
                    </a:lnTo>
                    <a:lnTo>
                      <a:pt x="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a:off x="6205118" y="1351534"/>
                <a:ext cx="40078" cy="33167"/>
              </a:xfrm>
              <a:custGeom>
                <a:avLst/>
                <a:gdLst/>
                <a:ahLst/>
                <a:cxnLst/>
                <a:rect l="l" t="t" r="r" b="b"/>
                <a:pathLst>
                  <a:path w="1241" h="1027" extrusionOk="0">
                    <a:moveTo>
                      <a:pt x="233" y="0"/>
                    </a:moveTo>
                    <a:lnTo>
                      <a:pt x="1" y="322"/>
                    </a:lnTo>
                    <a:lnTo>
                      <a:pt x="1018" y="1026"/>
                    </a:lnTo>
                    <a:lnTo>
                      <a:pt x="1241" y="705"/>
                    </a:lnTo>
                    <a:lnTo>
                      <a:pt x="2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a:off x="6189584" y="1371396"/>
                <a:ext cx="38915" cy="35492"/>
              </a:xfrm>
              <a:custGeom>
                <a:avLst/>
                <a:gdLst/>
                <a:ahLst/>
                <a:cxnLst/>
                <a:rect l="l" t="t" r="r" b="b"/>
                <a:pathLst>
                  <a:path w="1205" h="1099" extrusionOk="0">
                    <a:moveTo>
                      <a:pt x="259" y="1"/>
                    </a:moveTo>
                    <a:lnTo>
                      <a:pt x="0" y="304"/>
                    </a:lnTo>
                    <a:lnTo>
                      <a:pt x="946" y="1098"/>
                    </a:lnTo>
                    <a:lnTo>
                      <a:pt x="1205" y="795"/>
                    </a:lnTo>
                    <a:lnTo>
                      <a:pt x="2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0"/>
              <p:cNvSpPr/>
              <p:nvPr/>
            </p:nvSpPr>
            <p:spPr>
              <a:xfrm>
                <a:off x="6172564" y="1390127"/>
                <a:ext cx="37204" cy="37204"/>
              </a:xfrm>
              <a:custGeom>
                <a:avLst/>
                <a:gdLst/>
                <a:ahLst/>
                <a:cxnLst/>
                <a:rect l="l" t="t" r="r" b="b"/>
                <a:pathLst>
                  <a:path w="1152" h="1152" extrusionOk="0">
                    <a:moveTo>
                      <a:pt x="277" y="1"/>
                    </a:moveTo>
                    <a:lnTo>
                      <a:pt x="1" y="277"/>
                    </a:lnTo>
                    <a:lnTo>
                      <a:pt x="866" y="1152"/>
                    </a:lnTo>
                    <a:lnTo>
                      <a:pt x="1152" y="875"/>
                    </a:lnTo>
                    <a:lnTo>
                      <a:pt x="2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0"/>
              <p:cNvSpPr/>
              <p:nvPr/>
            </p:nvSpPr>
            <p:spPr>
              <a:xfrm>
                <a:off x="6153865" y="1407438"/>
                <a:ext cx="35460" cy="38625"/>
              </a:xfrm>
              <a:custGeom>
                <a:avLst/>
                <a:gdLst/>
                <a:ahLst/>
                <a:cxnLst/>
                <a:rect l="l" t="t" r="r" b="b"/>
                <a:pathLst>
                  <a:path w="1098" h="1196" extrusionOk="0">
                    <a:moveTo>
                      <a:pt x="303" y="0"/>
                    </a:moveTo>
                    <a:lnTo>
                      <a:pt x="0" y="250"/>
                    </a:lnTo>
                    <a:lnTo>
                      <a:pt x="794" y="1195"/>
                    </a:lnTo>
                    <a:lnTo>
                      <a:pt x="1097" y="937"/>
                    </a:lnTo>
                    <a:lnTo>
                      <a:pt x="3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0"/>
              <p:cNvSpPr/>
              <p:nvPr/>
            </p:nvSpPr>
            <p:spPr>
              <a:xfrm>
                <a:off x="6133970" y="1422682"/>
                <a:ext cx="33167" cy="40078"/>
              </a:xfrm>
              <a:custGeom>
                <a:avLst/>
                <a:gdLst/>
                <a:ahLst/>
                <a:cxnLst/>
                <a:rect l="l" t="t" r="r" b="b"/>
                <a:pathLst>
                  <a:path w="1027" h="1241" extrusionOk="0">
                    <a:moveTo>
                      <a:pt x="322" y="1"/>
                    </a:moveTo>
                    <a:lnTo>
                      <a:pt x="0" y="233"/>
                    </a:lnTo>
                    <a:lnTo>
                      <a:pt x="705" y="1241"/>
                    </a:lnTo>
                    <a:lnTo>
                      <a:pt x="1026" y="1018"/>
                    </a:lnTo>
                    <a:lnTo>
                      <a:pt x="3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0"/>
              <p:cNvSpPr/>
              <p:nvPr/>
            </p:nvSpPr>
            <p:spPr>
              <a:xfrm>
                <a:off x="6112655" y="1436537"/>
                <a:ext cx="30842" cy="40918"/>
              </a:xfrm>
              <a:custGeom>
                <a:avLst/>
                <a:gdLst/>
                <a:ahLst/>
                <a:cxnLst/>
                <a:rect l="l" t="t" r="r" b="b"/>
                <a:pathLst>
                  <a:path w="955" h="1267" extrusionOk="0">
                    <a:moveTo>
                      <a:pt x="339" y="0"/>
                    </a:moveTo>
                    <a:lnTo>
                      <a:pt x="0" y="196"/>
                    </a:lnTo>
                    <a:lnTo>
                      <a:pt x="616" y="1267"/>
                    </a:lnTo>
                    <a:lnTo>
                      <a:pt x="955" y="1071"/>
                    </a:lnTo>
                    <a:lnTo>
                      <a:pt x="3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30"/>
            <p:cNvGrpSpPr/>
            <p:nvPr/>
          </p:nvGrpSpPr>
          <p:grpSpPr>
            <a:xfrm>
              <a:off x="-1522789" y="-818226"/>
              <a:ext cx="3068002" cy="2960763"/>
              <a:chOff x="3396915" y="1192967"/>
              <a:chExt cx="1567066" cy="1512291"/>
            </a:xfrm>
          </p:grpSpPr>
          <p:sp>
            <p:nvSpPr>
              <p:cNvPr id="636" name="Google Shape;636;p30"/>
              <p:cNvSpPr/>
              <p:nvPr/>
            </p:nvSpPr>
            <p:spPr>
              <a:xfrm>
                <a:off x="3454270" y="1259650"/>
                <a:ext cx="446080" cy="446022"/>
              </a:xfrm>
              <a:custGeom>
                <a:avLst/>
                <a:gdLst/>
                <a:ahLst/>
                <a:cxnLst/>
                <a:rect l="l" t="t" r="r" b="b"/>
                <a:pathLst>
                  <a:path w="7700" h="7699" extrusionOk="0">
                    <a:moveTo>
                      <a:pt x="3524" y="0"/>
                    </a:moveTo>
                    <a:lnTo>
                      <a:pt x="3391" y="883"/>
                    </a:lnTo>
                    <a:cubicBezTo>
                      <a:pt x="3176" y="910"/>
                      <a:pt x="2971" y="973"/>
                      <a:pt x="2775" y="1044"/>
                    </a:cubicBezTo>
                    <a:lnTo>
                      <a:pt x="2775" y="1044"/>
                    </a:lnTo>
                    <a:lnTo>
                      <a:pt x="2213" y="348"/>
                    </a:lnTo>
                    <a:lnTo>
                      <a:pt x="1642" y="678"/>
                    </a:lnTo>
                    <a:lnTo>
                      <a:pt x="1963" y="1508"/>
                    </a:lnTo>
                    <a:cubicBezTo>
                      <a:pt x="1803" y="1642"/>
                      <a:pt x="1651" y="1793"/>
                      <a:pt x="1517" y="1963"/>
                    </a:cubicBezTo>
                    <a:lnTo>
                      <a:pt x="1517" y="1963"/>
                    </a:lnTo>
                    <a:lnTo>
                      <a:pt x="679" y="1642"/>
                    </a:lnTo>
                    <a:lnTo>
                      <a:pt x="357" y="2204"/>
                    </a:lnTo>
                    <a:lnTo>
                      <a:pt x="1053" y="2766"/>
                    </a:lnTo>
                    <a:cubicBezTo>
                      <a:pt x="973" y="2962"/>
                      <a:pt x="919" y="3167"/>
                      <a:pt x="884" y="3381"/>
                    </a:cubicBezTo>
                    <a:lnTo>
                      <a:pt x="884" y="3381"/>
                    </a:lnTo>
                    <a:lnTo>
                      <a:pt x="1" y="3524"/>
                    </a:lnTo>
                    <a:lnTo>
                      <a:pt x="1" y="4175"/>
                    </a:lnTo>
                    <a:lnTo>
                      <a:pt x="884" y="4309"/>
                    </a:lnTo>
                    <a:cubicBezTo>
                      <a:pt x="919" y="4523"/>
                      <a:pt x="973" y="4728"/>
                      <a:pt x="1053" y="4925"/>
                    </a:cubicBezTo>
                    <a:lnTo>
                      <a:pt x="1053" y="4925"/>
                    </a:lnTo>
                    <a:lnTo>
                      <a:pt x="357" y="5487"/>
                    </a:lnTo>
                    <a:lnTo>
                      <a:pt x="679" y="6057"/>
                    </a:lnTo>
                    <a:lnTo>
                      <a:pt x="1517" y="5736"/>
                    </a:lnTo>
                    <a:cubicBezTo>
                      <a:pt x="1651" y="5897"/>
                      <a:pt x="1803" y="6049"/>
                      <a:pt x="1963" y="6182"/>
                    </a:cubicBezTo>
                    <a:lnTo>
                      <a:pt x="1963" y="6182"/>
                    </a:lnTo>
                    <a:lnTo>
                      <a:pt x="1642" y="7021"/>
                    </a:lnTo>
                    <a:lnTo>
                      <a:pt x="2213" y="7342"/>
                    </a:lnTo>
                    <a:lnTo>
                      <a:pt x="2775" y="6646"/>
                    </a:lnTo>
                    <a:cubicBezTo>
                      <a:pt x="2971" y="6727"/>
                      <a:pt x="3176" y="6780"/>
                      <a:pt x="3391" y="6816"/>
                    </a:cubicBezTo>
                    <a:lnTo>
                      <a:pt x="3391" y="6816"/>
                    </a:lnTo>
                    <a:lnTo>
                      <a:pt x="3524" y="7699"/>
                    </a:lnTo>
                    <a:lnTo>
                      <a:pt x="4185" y="7699"/>
                    </a:lnTo>
                    <a:lnTo>
                      <a:pt x="4318" y="6816"/>
                    </a:lnTo>
                    <a:cubicBezTo>
                      <a:pt x="4532" y="6780"/>
                      <a:pt x="4738" y="6727"/>
                      <a:pt x="4934" y="6646"/>
                    </a:cubicBezTo>
                    <a:lnTo>
                      <a:pt x="4934" y="6646"/>
                    </a:lnTo>
                    <a:lnTo>
                      <a:pt x="5496" y="7342"/>
                    </a:lnTo>
                    <a:lnTo>
                      <a:pt x="6058" y="7021"/>
                    </a:lnTo>
                    <a:lnTo>
                      <a:pt x="5737" y="6182"/>
                    </a:lnTo>
                    <a:cubicBezTo>
                      <a:pt x="5906" y="6049"/>
                      <a:pt x="6058" y="5897"/>
                      <a:pt x="6192" y="5736"/>
                    </a:cubicBezTo>
                    <a:lnTo>
                      <a:pt x="6192" y="5736"/>
                    </a:lnTo>
                    <a:lnTo>
                      <a:pt x="7021" y="6057"/>
                    </a:lnTo>
                    <a:lnTo>
                      <a:pt x="7352" y="5487"/>
                    </a:lnTo>
                    <a:lnTo>
                      <a:pt x="6656" y="4925"/>
                    </a:lnTo>
                    <a:cubicBezTo>
                      <a:pt x="6727" y="4728"/>
                      <a:pt x="6789" y="4523"/>
                      <a:pt x="6816" y="4309"/>
                    </a:cubicBezTo>
                    <a:lnTo>
                      <a:pt x="6816" y="4309"/>
                    </a:lnTo>
                    <a:lnTo>
                      <a:pt x="7699" y="4175"/>
                    </a:lnTo>
                    <a:lnTo>
                      <a:pt x="7699" y="3524"/>
                    </a:lnTo>
                    <a:lnTo>
                      <a:pt x="6816" y="3381"/>
                    </a:lnTo>
                    <a:cubicBezTo>
                      <a:pt x="6789" y="3167"/>
                      <a:pt x="6727" y="2962"/>
                      <a:pt x="6656" y="2766"/>
                    </a:cubicBezTo>
                    <a:lnTo>
                      <a:pt x="6656" y="2766"/>
                    </a:lnTo>
                    <a:lnTo>
                      <a:pt x="7352" y="2204"/>
                    </a:lnTo>
                    <a:lnTo>
                      <a:pt x="7021" y="1642"/>
                    </a:lnTo>
                    <a:lnTo>
                      <a:pt x="6192" y="1963"/>
                    </a:lnTo>
                    <a:cubicBezTo>
                      <a:pt x="6058" y="1793"/>
                      <a:pt x="5906" y="1642"/>
                      <a:pt x="5737" y="1508"/>
                    </a:cubicBezTo>
                    <a:lnTo>
                      <a:pt x="5737" y="1508"/>
                    </a:lnTo>
                    <a:lnTo>
                      <a:pt x="6058" y="678"/>
                    </a:lnTo>
                    <a:lnTo>
                      <a:pt x="5496" y="348"/>
                    </a:lnTo>
                    <a:lnTo>
                      <a:pt x="4934" y="1044"/>
                    </a:lnTo>
                    <a:cubicBezTo>
                      <a:pt x="4738" y="973"/>
                      <a:pt x="4532" y="910"/>
                      <a:pt x="4318" y="883"/>
                    </a:cubicBezTo>
                    <a:lnTo>
                      <a:pt x="4318" y="883"/>
                    </a:lnTo>
                    <a:lnTo>
                      <a:pt x="4185" y="0"/>
                    </a:lnTo>
                    <a:close/>
                    <a:moveTo>
                      <a:pt x="1517" y="3845"/>
                    </a:moveTo>
                    <a:cubicBezTo>
                      <a:pt x="1517" y="2560"/>
                      <a:pt x="2561" y="1508"/>
                      <a:pt x="3854" y="1508"/>
                    </a:cubicBezTo>
                    <a:lnTo>
                      <a:pt x="3854" y="1508"/>
                    </a:lnTo>
                    <a:cubicBezTo>
                      <a:pt x="5139" y="1508"/>
                      <a:pt x="6192" y="2560"/>
                      <a:pt x="6192" y="3845"/>
                    </a:cubicBezTo>
                    <a:lnTo>
                      <a:pt x="6192" y="3845"/>
                    </a:lnTo>
                    <a:cubicBezTo>
                      <a:pt x="6192" y="5139"/>
                      <a:pt x="5139" y="6182"/>
                      <a:pt x="3854" y="6182"/>
                    </a:cubicBezTo>
                    <a:lnTo>
                      <a:pt x="3854" y="6182"/>
                    </a:lnTo>
                    <a:cubicBezTo>
                      <a:pt x="2561" y="6182"/>
                      <a:pt x="1517" y="5139"/>
                      <a:pt x="1517" y="384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p:nvPr/>
            </p:nvSpPr>
            <p:spPr>
              <a:xfrm>
                <a:off x="4672986" y="1750128"/>
                <a:ext cx="290995" cy="290474"/>
              </a:xfrm>
              <a:custGeom>
                <a:avLst/>
                <a:gdLst/>
                <a:ahLst/>
                <a:cxnLst/>
                <a:rect l="l" t="t" r="r" b="b"/>
                <a:pathLst>
                  <a:path w="5023" h="5014" extrusionOk="0">
                    <a:moveTo>
                      <a:pt x="2516" y="990"/>
                    </a:moveTo>
                    <a:cubicBezTo>
                      <a:pt x="3355" y="990"/>
                      <a:pt x="4033" y="1668"/>
                      <a:pt x="4033" y="2507"/>
                    </a:cubicBezTo>
                    <a:cubicBezTo>
                      <a:pt x="4033" y="3346"/>
                      <a:pt x="3355" y="4032"/>
                      <a:pt x="2516" y="4032"/>
                    </a:cubicBezTo>
                    <a:cubicBezTo>
                      <a:pt x="1669" y="4032"/>
                      <a:pt x="991" y="3346"/>
                      <a:pt x="991" y="2507"/>
                    </a:cubicBezTo>
                    <a:cubicBezTo>
                      <a:pt x="991" y="1668"/>
                      <a:pt x="1669" y="990"/>
                      <a:pt x="2516" y="990"/>
                    </a:cubicBezTo>
                    <a:close/>
                    <a:moveTo>
                      <a:pt x="2302" y="0"/>
                    </a:moveTo>
                    <a:lnTo>
                      <a:pt x="2213" y="571"/>
                    </a:lnTo>
                    <a:cubicBezTo>
                      <a:pt x="2070" y="598"/>
                      <a:pt x="1936" y="634"/>
                      <a:pt x="1811" y="678"/>
                    </a:cubicBezTo>
                    <a:lnTo>
                      <a:pt x="1446" y="232"/>
                    </a:lnTo>
                    <a:lnTo>
                      <a:pt x="1071" y="446"/>
                    </a:lnTo>
                    <a:lnTo>
                      <a:pt x="1285" y="981"/>
                    </a:lnTo>
                    <a:cubicBezTo>
                      <a:pt x="1178" y="1071"/>
                      <a:pt x="1080" y="1169"/>
                      <a:pt x="991" y="1276"/>
                    </a:cubicBezTo>
                    <a:lnTo>
                      <a:pt x="446" y="1071"/>
                    </a:lnTo>
                    <a:lnTo>
                      <a:pt x="232" y="1436"/>
                    </a:lnTo>
                    <a:lnTo>
                      <a:pt x="687" y="1802"/>
                    </a:lnTo>
                    <a:cubicBezTo>
                      <a:pt x="634" y="1936"/>
                      <a:pt x="598" y="2070"/>
                      <a:pt x="580" y="2204"/>
                    </a:cubicBezTo>
                    <a:lnTo>
                      <a:pt x="0" y="2293"/>
                    </a:lnTo>
                    <a:lnTo>
                      <a:pt x="0" y="2721"/>
                    </a:lnTo>
                    <a:lnTo>
                      <a:pt x="580" y="2810"/>
                    </a:lnTo>
                    <a:cubicBezTo>
                      <a:pt x="598" y="2953"/>
                      <a:pt x="634" y="3087"/>
                      <a:pt x="687" y="3212"/>
                    </a:cubicBezTo>
                    <a:lnTo>
                      <a:pt x="232" y="3577"/>
                    </a:lnTo>
                    <a:lnTo>
                      <a:pt x="446" y="3943"/>
                    </a:lnTo>
                    <a:lnTo>
                      <a:pt x="991" y="3738"/>
                    </a:lnTo>
                    <a:cubicBezTo>
                      <a:pt x="1080" y="3845"/>
                      <a:pt x="1178" y="3943"/>
                      <a:pt x="1285" y="4032"/>
                    </a:cubicBezTo>
                    <a:lnTo>
                      <a:pt x="1071" y="4577"/>
                    </a:lnTo>
                    <a:lnTo>
                      <a:pt x="1446" y="4791"/>
                    </a:lnTo>
                    <a:lnTo>
                      <a:pt x="1811" y="4336"/>
                    </a:lnTo>
                    <a:cubicBezTo>
                      <a:pt x="1936" y="4380"/>
                      <a:pt x="2070" y="4416"/>
                      <a:pt x="2213" y="4443"/>
                    </a:cubicBezTo>
                    <a:lnTo>
                      <a:pt x="2302" y="5014"/>
                    </a:lnTo>
                    <a:lnTo>
                      <a:pt x="2730" y="5014"/>
                    </a:lnTo>
                    <a:lnTo>
                      <a:pt x="2819" y="4443"/>
                    </a:lnTo>
                    <a:cubicBezTo>
                      <a:pt x="2953" y="4416"/>
                      <a:pt x="3087" y="4380"/>
                      <a:pt x="3221" y="4336"/>
                    </a:cubicBezTo>
                    <a:lnTo>
                      <a:pt x="3578" y="4791"/>
                    </a:lnTo>
                    <a:lnTo>
                      <a:pt x="3952" y="4577"/>
                    </a:lnTo>
                    <a:lnTo>
                      <a:pt x="3738" y="4032"/>
                    </a:lnTo>
                    <a:cubicBezTo>
                      <a:pt x="3845" y="3943"/>
                      <a:pt x="3944" y="3845"/>
                      <a:pt x="4033" y="3738"/>
                    </a:cubicBezTo>
                    <a:lnTo>
                      <a:pt x="4577" y="3943"/>
                    </a:lnTo>
                    <a:lnTo>
                      <a:pt x="4791" y="3577"/>
                    </a:lnTo>
                    <a:lnTo>
                      <a:pt x="4336" y="3212"/>
                    </a:lnTo>
                    <a:cubicBezTo>
                      <a:pt x="4390" y="3087"/>
                      <a:pt x="4425" y="2953"/>
                      <a:pt x="4443" y="2810"/>
                    </a:cubicBezTo>
                    <a:lnTo>
                      <a:pt x="5023" y="2721"/>
                    </a:lnTo>
                    <a:lnTo>
                      <a:pt x="5023" y="2293"/>
                    </a:lnTo>
                    <a:lnTo>
                      <a:pt x="4443" y="2204"/>
                    </a:lnTo>
                    <a:cubicBezTo>
                      <a:pt x="4425" y="2070"/>
                      <a:pt x="4390" y="1936"/>
                      <a:pt x="4336" y="1802"/>
                    </a:cubicBezTo>
                    <a:lnTo>
                      <a:pt x="4791" y="1436"/>
                    </a:lnTo>
                    <a:lnTo>
                      <a:pt x="4577" y="1071"/>
                    </a:lnTo>
                    <a:lnTo>
                      <a:pt x="4033" y="1276"/>
                    </a:lnTo>
                    <a:cubicBezTo>
                      <a:pt x="3944" y="1169"/>
                      <a:pt x="3845" y="1071"/>
                      <a:pt x="3738" y="981"/>
                    </a:cubicBezTo>
                    <a:lnTo>
                      <a:pt x="3952" y="446"/>
                    </a:lnTo>
                    <a:lnTo>
                      <a:pt x="3578" y="232"/>
                    </a:lnTo>
                    <a:lnTo>
                      <a:pt x="3221" y="687"/>
                    </a:lnTo>
                    <a:cubicBezTo>
                      <a:pt x="3087" y="634"/>
                      <a:pt x="2953" y="598"/>
                      <a:pt x="2819" y="571"/>
                    </a:cubicBezTo>
                    <a:lnTo>
                      <a:pt x="27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0"/>
              <p:cNvSpPr/>
              <p:nvPr/>
            </p:nvSpPr>
            <p:spPr>
              <a:xfrm>
                <a:off x="4764986" y="1841607"/>
                <a:ext cx="107001" cy="107523"/>
              </a:xfrm>
              <a:custGeom>
                <a:avLst/>
                <a:gdLst/>
                <a:ahLst/>
                <a:cxnLst/>
                <a:rect l="l" t="t" r="r" b="b"/>
                <a:pathLst>
                  <a:path w="1847" h="1856" extrusionOk="0">
                    <a:moveTo>
                      <a:pt x="928" y="0"/>
                    </a:moveTo>
                    <a:cubicBezTo>
                      <a:pt x="411" y="0"/>
                      <a:pt x="0" y="419"/>
                      <a:pt x="0" y="928"/>
                    </a:cubicBezTo>
                    <a:cubicBezTo>
                      <a:pt x="0" y="1436"/>
                      <a:pt x="411" y="1856"/>
                      <a:pt x="928" y="1856"/>
                    </a:cubicBezTo>
                    <a:cubicBezTo>
                      <a:pt x="1437" y="1856"/>
                      <a:pt x="1847" y="1436"/>
                      <a:pt x="1847" y="928"/>
                    </a:cubicBezTo>
                    <a:cubicBezTo>
                      <a:pt x="1847" y="419"/>
                      <a:pt x="1437" y="0"/>
                      <a:pt x="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0"/>
              <p:cNvSpPr/>
              <p:nvPr/>
            </p:nvSpPr>
            <p:spPr>
              <a:xfrm>
                <a:off x="3396915" y="1683445"/>
                <a:ext cx="1488460" cy="1021813"/>
              </a:xfrm>
              <a:custGeom>
                <a:avLst/>
                <a:gdLst/>
                <a:ahLst/>
                <a:cxnLst/>
                <a:rect l="l" t="t" r="r" b="b"/>
                <a:pathLst>
                  <a:path w="25693" h="17638" extrusionOk="0">
                    <a:moveTo>
                      <a:pt x="830" y="0"/>
                    </a:moveTo>
                    <a:cubicBezTo>
                      <a:pt x="295" y="1428"/>
                      <a:pt x="0" y="2971"/>
                      <a:pt x="0" y="4586"/>
                    </a:cubicBezTo>
                    <a:cubicBezTo>
                      <a:pt x="0" y="11794"/>
                      <a:pt x="5844" y="17637"/>
                      <a:pt x="13052" y="17637"/>
                    </a:cubicBezTo>
                    <a:cubicBezTo>
                      <a:pt x="19136" y="17637"/>
                      <a:pt x="24239" y="13480"/>
                      <a:pt x="25693" y="7851"/>
                    </a:cubicBezTo>
                    <a:lnTo>
                      <a:pt x="24382" y="7512"/>
                    </a:lnTo>
                    <a:cubicBezTo>
                      <a:pt x="23088" y="12552"/>
                      <a:pt x="18503" y="16281"/>
                      <a:pt x="13052" y="16281"/>
                    </a:cubicBezTo>
                    <a:cubicBezTo>
                      <a:pt x="6593" y="16281"/>
                      <a:pt x="1356" y="11045"/>
                      <a:pt x="1356" y="4586"/>
                    </a:cubicBezTo>
                    <a:cubicBezTo>
                      <a:pt x="1356" y="3141"/>
                      <a:pt x="1615" y="1749"/>
                      <a:pt x="2097" y="473"/>
                    </a:cubicBezTo>
                    <a:lnTo>
                      <a:pt x="8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0"/>
              <p:cNvSpPr/>
              <p:nvPr/>
            </p:nvSpPr>
            <p:spPr>
              <a:xfrm>
                <a:off x="4159742" y="1192967"/>
                <a:ext cx="706023" cy="529271"/>
              </a:xfrm>
              <a:custGeom>
                <a:avLst/>
                <a:gdLst/>
                <a:ahLst/>
                <a:cxnLst/>
                <a:rect l="l" t="t" r="r" b="b"/>
                <a:pathLst>
                  <a:path w="12187" h="9136" extrusionOk="0">
                    <a:moveTo>
                      <a:pt x="1" y="0"/>
                    </a:moveTo>
                    <a:lnTo>
                      <a:pt x="1" y="1356"/>
                    </a:lnTo>
                    <a:cubicBezTo>
                      <a:pt x="5041" y="1401"/>
                      <a:pt x="9314" y="4630"/>
                      <a:pt x="10911" y="9135"/>
                    </a:cubicBezTo>
                    <a:lnTo>
                      <a:pt x="12187" y="8680"/>
                    </a:lnTo>
                    <a:cubicBezTo>
                      <a:pt x="10403" y="3658"/>
                      <a:pt x="5621" y="5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 name="Google Shape;641;p30"/>
            <p:cNvGrpSpPr/>
            <p:nvPr/>
          </p:nvGrpSpPr>
          <p:grpSpPr>
            <a:xfrm>
              <a:off x="-2065431" y="-1404875"/>
              <a:ext cx="4055769" cy="4054532"/>
              <a:chOff x="2452186" y="2028940"/>
              <a:chExt cx="1164848" cy="1164493"/>
            </a:xfrm>
          </p:grpSpPr>
          <p:grpSp>
            <p:nvGrpSpPr>
              <p:cNvPr id="642" name="Google Shape;642;p30"/>
              <p:cNvGrpSpPr/>
              <p:nvPr/>
            </p:nvGrpSpPr>
            <p:grpSpPr>
              <a:xfrm>
                <a:off x="2465589" y="2042407"/>
                <a:ext cx="1138044" cy="1137753"/>
                <a:chOff x="3694250" y="2042407"/>
                <a:chExt cx="1138044" cy="1137753"/>
              </a:xfrm>
            </p:grpSpPr>
            <p:sp>
              <p:nvSpPr>
                <p:cNvPr id="643" name="Google Shape;643;p30"/>
                <p:cNvSpPr/>
                <p:nvPr/>
              </p:nvSpPr>
              <p:spPr>
                <a:xfrm>
                  <a:off x="3719892" y="2068050"/>
                  <a:ext cx="1086468" cy="1086468"/>
                </a:xfrm>
                <a:custGeom>
                  <a:avLst/>
                  <a:gdLst/>
                  <a:ahLst/>
                  <a:cxnLst/>
                  <a:rect l="l" t="t" r="r" b="b"/>
                  <a:pathLst>
                    <a:path w="33642" h="33642" extrusionOk="0">
                      <a:moveTo>
                        <a:pt x="16825" y="63"/>
                      </a:moveTo>
                      <a:cubicBezTo>
                        <a:pt x="26067" y="63"/>
                        <a:pt x="33579" y="7584"/>
                        <a:pt x="33579" y="16826"/>
                      </a:cubicBezTo>
                      <a:cubicBezTo>
                        <a:pt x="33579" y="26059"/>
                        <a:pt x="26067" y="33580"/>
                        <a:pt x="16825" y="33580"/>
                      </a:cubicBezTo>
                      <a:cubicBezTo>
                        <a:pt x="7583" y="33580"/>
                        <a:pt x="71" y="26059"/>
                        <a:pt x="71" y="16826"/>
                      </a:cubicBezTo>
                      <a:cubicBezTo>
                        <a:pt x="71" y="7584"/>
                        <a:pt x="7583" y="63"/>
                        <a:pt x="16825" y="63"/>
                      </a:cubicBezTo>
                      <a:close/>
                      <a:moveTo>
                        <a:pt x="16825" y="1"/>
                      </a:moveTo>
                      <a:cubicBezTo>
                        <a:pt x="12329" y="1"/>
                        <a:pt x="8109" y="1749"/>
                        <a:pt x="4933" y="4925"/>
                      </a:cubicBezTo>
                      <a:cubicBezTo>
                        <a:pt x="1757" y="8101"/>
                        <a:pt x="0" y="12330"/>
                        <a:pt x="0" y="16826"/>
                      </a:cubicBezTo>
                      <a:cubicBezTo>
                        <a:pt x="0" y="21313"/>
                        <a:pt x="1757" y="25542"/>
                        <a:pt x="4933" y="28718"/>
                      </a:cubicBezTo>
                      <a:cubicBezTo>
                        <a:pt x="8109" y="31893"/>
                        <a:pt x="12329" y="33642"/>
                        <a:pt x="16825" y="33642"/>
                      </a:cubicBezTo>
                      <a:cubicBezTo>
                        <a:pt x="21321" y="33642"/>
                        <a:pt x="25541" y="31893"/>
                        <a:pt x="28717" y="28718"/>
                      </a:cubicBezTo>
                      <a:cubicBezTo>
                        <a:pt x="31893" y="25542"/>
                        <a:pt x="33641" y="21313"/>
                        <a:pt x="33641" y="16826"/>
                      </a:cubicBezTo>
                      <a:cubicBezTo>
                        <a:pt x="33641" y="12330"/>
                        <a:pt x="31893" y="8101"/>
                        <a:pt x="28717" y="4925"/>
                      </a:cubicBezTo>
                      <a:cubicBezTo>
                        <a:pt x="25541" y="1749"/>
                        <a:pt x="21321" y="1"/>
                        <a:pt x="16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0"/>
                <p:cNvSpPr/>
                <p:nvPr/>
              </p:nvSpPr>
              <p:spPr>
                <a:xfrm>
                  <a:off x="3694250" y="2042407"/>
                  <a:ext cx="1138044" cy="1137753"/>
                </a:xfrm>
                <a:custGeom>
                  <a:avLst/>
                  <a:gdLst/>
                  <a:ahLst/>
                  <a:cxnLst/>
                  <a:rect l="l" t="t" r="r" b="b"/>
                  <a:pathLst>
                    <a:path w="35239" h="35230" extrusionOk="0">
                      <a:moveTo>
                        <a:pt x="17619" y="63"/>
                      </a:moveTo>
                      <a:cubicBezTo>
                        <a:pt x="27298" y="63"/>
                        <a:pt x="35176" y="7941"/>
                        <a:pt x="35176" y="17620"/>
                      </a:cubicBezTo>
                      <a:cubicBezTo>
                        <a:pt x="35176" y="27299"/>
                        <a:pt x="27298" y="35167"/>
                        <a:pt x="17619" y="35167"/>
                      </a:cubicBezTo>
                      <a:cubicBezTo>
                        <a:pt x="7940" y="35167"/>
                        <a:pt x="63" y="27299"/>
                        <a:pt x="63" y="17620"/>
                      </a:cubicBezTo>
                      <a:cubicBezTo>
                        <a:pt x="63" y="7941"/>
                        <a:pt x="7940" y="63"/>
                        <a:pt x="17619" y="63"/>
                      </a:cubicBezTo>
                      <a:close/>
                      <a:moveTo>
                        <a:pt x="17619" y="1"/>
                      </a:moveTo>
                      <a:cubicBezTo>
                        <a:pt x="12909" y="1"/>
                        <a:pt x="8493" y="1830"/>
                        <a:pt x="5165" y="5157"/>
                      </a:cubicBezTo>
                      <a:cubicBezTo>
                        <a:pt x="1838" y="8485"/>
                        <a:pt x="0" y="12910"/>
                        <a:pt x="0" y="17620"/>
                      </a:cubicBezTo>
                      <a:cubicBezTo>
                        <a:pt x="0" y="22321"/>
                        <a:pt x="1838" y="26746"/>
                        <a:pt x="5165" y="30074"/>
                      </a:cubicBezTo>
                      <a:cubicBezTo>
                        <a:pt x="8493" y="33401"/>
                        <a:pt x="12909" y="35230"/>
                        <a:pt x="17619" y="35230"/>
                      </a:cubicBezTo>
                      <a:cubicBezTo>
                        <a:pt x="22321" y="35230"/>
                        <a:pt x="26745" y="33401"/>
                        <a:pt x="30073" y="30074"/>
                      </a:cubicBezTo>
                      <a:cubicBezTo>
                        <a:pt x="33400" y="26746"/>
                        <a:pt x="35238" y="22321"/>
                        <a:pt x="35238" y="17620"/>
                      </a:cubicBezTo>
                      <a:cubicBezTo>
                        <a:pt x="35238" y="12910"/>
                        <a:pt x="33400" y="8485"/>
                        <a:pt x="30073" y="5157"/>
                      </a:cubicBezTo>
                      <a:cubicBezTo>
                        <a:pt x="26745" y="1830"/>
                        <a:pt x="22321" y="1"/>
                        <a:pt x="176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5" name="Google Shape;645;p30"/>
              <p:cNvSpPr/>
              <p:nvPr/>
            </p:nvSpPr>
            <p:spPr>
              <a:xfrm>
                <a:off x="2452186" y="2028940"/>
                <a:ext cx="1164848" cy="1164493"/>
              </a:xfrm>
              <a:custGeom>
                <a:avLst/>
                <a:gdLst/>
                <a:ahLst/>
                <a:cxnLst/>
                <a:rect l="l" t="t" r="r" b="b"/>
                <a:pathLst>
                  <a:path w="36069" h="36058" extrusionOk="0">
                    <a:moveTo>
                      <a:pt x="18054" y="1"/>
                    </a:moveTo>
                    <a:cubicBezTo>
                      <a:pt x="17903" y="1"/>
                      <a:pt x="17753" y="3"/>
                      <a:pt x="17610" y="8"/>
                    </a:cubicBezTo>
                    <a:cubicBezTo>
                      <a:pt x="17575" y="8"/>
                      <a:pt x="17548" y="34"/>
                      <a:pt x="17548" y="70"/>
                    </a:cubicBezTo>
                    <a:cubicBezTo>
                      <a:pt x="17557" y="106"/>
                      <a:pt x="17584" y="132"/>
                      <a:pt x="17619" y="132"/>
                    </a:cubicBezTo>
                    <a:cubicBezTo>
                      <a:pt x="17721" y="129"/>
                      <a:pt x="17821" y="128"/>
                      <a:pt x="17920" y="128"/>
                    </a:cubicBezTo>
                    <a:cubicBezTo>
                      <a:pt x="18119" y="128"/>
                      <a:pt x="18315" y="132"/>
                      <a:pt x="18512" y="132"/>
                    </a:cubicBezTo>
                    <a:cubicBezTo>
                      <a:pt x="18547" y="132"/>
                      <a:pt x="18574" y="106"/>
                      <a:pt x="18574" y="70"/>
                    </a:cubicBezTo>
                    <a:cubicBezTo>
                      <a:pt x="18574" y="34"/>
                      <a:pt x="18547" y="8"/>
                      <a:pt x="18512" y="8"/>
                    </a:cubicBezTo>
                    <a:cubicBezTo>
                      <a:pt x="18360" y="3"/>
                      <a:pt x="18206" y="1"/>
                      <a:pt x="18054" y="1"/>
                    </a:cubicBezTo>
                    <a:close/>
                    <a:moveTo>
                      <a:pt x="16732" y="50"/>
                    </a:moveTo>
                    <a:cubicBezTo>
                      <a:pt x="16728" y="50"/>
                      <a:pt x="16723" y="51"/>
                      <a:pt x="16718" y="52"/>
                    </a:cubicBezTo>
                    <a:cubicBezTo>
                      <a:pt x="16415" y="70"/>
                      <a:pt x="16121" y="97"/>
                      <a:pt x="15817" y="132"/>
                    </a:cubicBezTo>
                    <a:cubicBezTo>
                      <a:pt x="15791" y="141"/>
                      <a:pt x="15764" y="168"/>
                      <a:pt x="15764" y="195"/>
                    </a:cubicBezTo>
                    <a:lnTo>
                      <a:pt x="15764" y="204"/>
                    </a:lnTo>
                    <a:cubicBezTo>
                      <a:pt x="15773" y="239"/>
                      <a:pt x="15800" y="266"/>
                      <a:pt x="15826" y="266"/>
                    </a:cubicBezTo>
                    <a:lnTo>
                      <a:pt x="15835" y="266"/>
                    </a:lnTo>
                    <a:cubicBezTo>
                      <a:pt x="16130" y="231"/>
                      <a:pt x="16433" y="195"/>
                      <a:pt x="16727" y="177"/>
                    </a:cubicBezTo>
                    <a:cubicBezTo>
                      <a:pt x="16763" y="177"/>
                      <a:pt x="16781" y="150"/>
                      <a:pt x="16781" y="115"/>
                    </a:cubicBezTo>
                    <a:lnTo>
                      <a:pt x="16781" y="106"/>
                    </a:lnTo>
                    <a:cubicBezTo>
                      <a:pt x="16781" y="75"/>
                      <a:pt x="16761" y="50"/>
                      <a:pt x="16732" y="50"/>
                    </a:cubicBezTo>
                    <a:close/>
                    <a:moveTo>
                      <a:pt x="19413" y="52"/>
                    </a:moveTo>
                    <a:cubicBezTo>
                      <a:pt x="19377" y="52"/>
                      <a:pt x="19341" y="79"/>
                      <a:pt x="19341" y="115"/>
                    </a:cubicBezTo>
                    <a:cubicBezTo>
                      <a:pt x="19341" y="150"/>
                      <a:pt x="19368" y="177"/>
                      <a:pt x="19395" y="177"/>
                    </a:cubicBezTo>
                    <a:lnTo>
                      <a:pt x="19404" y="177"/>
                    </a:lnTo>
                    <a:cubicBezTo>
                      <a:pt x="19404" y="186"/>
                      <a:pt x="19404" y="186"/>
                      <a:pt x="19404" y="186"/>
                    </a:cubicBezTo>
                    <a:cubicBezTo>
                      <a:pt x="19698" y="204"/>
                      <a:pt x="19992" y="231"/>
                      <a:pt x="20287" y="266"/>
                    </a:cubicBezTo>
                    <a:cubicBezTo>
                      <a:pt x="20296" y="266"/>
                      <a:pt x="20296" y="275"/>
                      <a:pt x="20296" y="275"/>
                    </a:cubicBezTo>
                    <a:cubicBezTo>
                      <a:pt x="20331" y="275"/>
                      <a:pt x="20358" y="248"/>
                      <a:pt x="20358" y="213"/>
                    </a:cubicBezTo>
                    <a:cubicBezTo>
                      <a:pt x="20358" y="213"/>
                      <a:pt x="20358" y="213"/>
                      <a:pt x="20358" y="204"/>
                    </a:cubicBezTo>
                    <a:cubicBezTo>
                      <a:pt x="20358" y="177"/>
                      <a:pt x="20340" y="150"/>
                      <a:pt x="20305" y="141"/>
                    </a:cubicBezTo>
                    <a:cubicBezTo>
                      <a:pt x="20010" y="106"/>
                      <a:pt x="19707" y="79"/>
                      <a:pt x="19413" y="52"/>
                    </a:cubicBezTo>
                    <a:close/>
                    <a:moveTo>
                      <a:pt x="14948" y="265"/>
                    </a:moveTo>
                    <a:cubicBezTo>
                      <a:pt x="14944" y="265"/>
                      <a:pt x="14939" y="265"/>
                      <a:pt x="14934" y="266"/>
                    </a:cubicBezTo>
                    <a:cubicBezTo>
                      <a:pt x="14640" y="320"/>
                      <a:pt x="14345" y="373"/>
                      <a:pt x="14051" y="445"/>
                    </a:cubicBezTo>
                    <a:cubicBezTo>
                      <a:pt x="14024" y="454"/>
                      <a:pt x="13997" y="471"/>
                      <a:pt x="13997" y="507"/>
                    </a:cubicBezTo>
                    <a:cubicBezTo>
                      <a:pt x="13997" y="507"/>
                      <a:pt x="14006" y="516"/>
                      <a:pt x="14006" y="516"/>
                    </a:cubicBezTo>
                    <a:cubicBezTo>
                      <a:pt x="14006" y="552"/>
                      <a:pt x="14033" y="570"/>
                      <a:pt x="14069" y="570"/>
                    </a:cubicBezTo>
                    <a:lnTo>
                      <a:pt x="14078" y="570"/>
                    </a:lnTo>
                    <a:cubicBezTo>
                      <a:pt x="14372" y="507"/>
                      <a:pt x="14667" y="445"/>
                      <a:pt x="14952" y="391"/>
                    </a:cubicBezTo>
                    <a:cubicBezTo>
                      <a:pt x="14988" y="391"/>
                      <a:pt x="15006" y="364"/>
                      <a:pt x="15006" y="329"/>
                    </a:cubicBezTo>
                    <a:cubicBezTo>
                      <a:pt x="15006" y="329"/>
                      <a:pt x="15006" y="320"/>
                      <a:pt x="15006" y="320"/>
                    </a:cubicBezTo>
                    <a:cubicBezTo>
                      <a:pt x="15006" y="289"/>
                      <a:pt x="14979" y="265"/>
                      <a:pt x="14948" y="265"/>
                    </a:cubicBezTo>
                    <a:close/>
                    <a:moveTo>
                      <a:pt x="21197" y="275"/>
                    </a:moveTo>
                    <a:cubicBezTo>
                      <a:pt x="21161" y="275"/>
                      <a:pt x="21125" y="293"/>
                      <a:pt x="21116" y="329"/>
                    </a:cubicBezTo>
                    <a:cubicBezTo>
                      <a:pt x="21116" y="329"/>
                      <a:pt x="21116" y="338"/>
                      <a:pt x="21116" y="338"/>
                    </a:cubicBezTo>
                    <a:cubicBezTo>
                      <a:pt x="21116" y="373"/>
                      <a:pt x="21143" y="400"/>
                      <a:pt x="21170" y="400"/>
                    </a:cubicBezTo>
                    <a:cubicBezTo>
                      <a:pt x="21464" y="454"/>
                      <a:pt x="21750" y="516"/>
                      <a:pt x="22035" y="578"/>
                    </a:cubicBezTo>
                    <a:lnTo>
                      <a:pt x="22062" y="578"/>
                    </a:lnTo>
                    <a:cubicBezTo>
                      <a:pt x="22089" y="578"/>
                      <a:pt x="22116" y="561"/>
                      <a:pt x="22125" y="534"/>
                    </a:cubicBezTo>
                    <a:cubicBezTo>
                      <a:pt x="22125" y="525"/>
                      <a:pt x="22125" y="525"/>
                      <a:pt x="22125" y="516"/>
                    </a:cubicBezTo>
                    <a:cubicBezTo>
                      <a:pt x="22125" y="489"/>
                      <a:pt x="22107" y="463"/>
                      <a:pt x="22071" y="454"/>
                    </a:cubicBezTo>
                    <a:cubicBezTo>
                      <a:pt x="21786" y="391"/>
                      <a:pt x="21491" y="329"/>
                      <a:pt x="21197" y="275"/>
                    </a:cubicBezTo>
                    <a:close/>
                    <a:moveTo>
                      <a:pt x="13191" y="657"/>
                    </a:moveTo>
                    <a:cubicBezTo>
                      <a:pt x="13186" y="657"/>
                      <a:pt x="13182" y="658"/>
                      <a:pt x="13177" y="659"/>
                    </a:cubicBezTo>
                    <a:cubicBezTo>
                      <a:pt x="12891" y="739"/>
                      <a:pt x="12606" y="828"/>
                      <a:pt x="12320" y="926"/>
                    </a:cubicBezTo>
                    <a:cubicBezTo>
                      <a:pt x="12294" y="935"/>
                      <a:pt x="12276" y="962"/>
                      <a:pt x="12276" y="989"/>
                    </a:cubicBezTo>
                    <a:cubicBezTo>
                      <a:pt x="12276" y="998"/>
                      <a:pt x="12276" y="998"/>
                      <a:pt x="12276" y="1007"/>
                    </a:cubicBezTo>
                    <a:cubicBezTo>
                      <a:pt x="12285" y="1033"/>
                      <a:pt x="12311" y="1051"/>
                      <a:pt x="12338" y="1051"/>
                    </a:cubicBezTo>
                    <a:lnTo>
                      <a:pt x="12365" y="1051"/>
                    </a:lnTo>
                    <a:cubicBezTo>
                      <a:pt x="12641" y="953"/>
                      <a:pt x="12927" y="864"/>
                      <a:pt x="13212" y="784"/>
                    </a:cubicBezTo>
                    <a:cubicBezTo>
                      <a:pt x="13239" y="784"/>
                      <a:pt x="13257" y="757"/>
                      <a:pt x="13257" y="721"/>
                    </a:cubicBezTo>
                    <a:cubicBezTo>
                      <a:pt x="13266" y="721"/>
                      <a:pt x="13257" y="712"/>
                      <a:pt x="13257" y="703"/>
                    </a:cubicBezTo>
                    <a:cubicBezTo>
                      <a:pt x="13249" y="680"/>
                      <a:pt x="13221" y="657"/>
                      <a:pt x="13191" y="657"/>
                    </a:cubicBezTo>
                    <a:close/>
                    <a:moveTo>
                      <a:pt x="22927" y="674"/>
                    </a:moveTo>
                    <a:cubicBezTo>
                      <a:pt x="22898" y="674"/>
                      <a:pt x="22872" y="692"/>
                      <a:pt x="22865" y="721"/>
                    </a:cubicBezTo>
                    <a:cubicBezTo>
                      <a:pt x="22865" y="730"/>
                      <a:pt x="22865" y="730"/>
                      <a:pt x="22865" y="739"/>
                    </a:cubicBezTo>
                    <a:cubicBezTo>
                      <a:pt x="22865" y="766"/>
                      <a:pt x="22874" y="784"/>
                      <a:pt x="22892" y="793"/>
                    </a:cubicBezTo>
                    <a:lnTo>
                      <a:pt x="22910" y="802"/>
                    </a:lnTo>
                    <a:cubicBezTo>
                      <a:pt x="23195" y="882"/>
                      <a:pt x="23481" y="971"/>
                      <a:pt x="23766" y="1069"/>
                    </a:cubicBezTo>
                    <a:lnTo>
                      <a:pt x="23784" y="1069"/>
                    </a:lnTo>
                    <a:cubicBezTo>
                      <a:pt x="23811" y="1069"/>
                      <a:pt x="23837" y="1051"/>
                      <a:pt x="23846" y="1025"/>
                    </a:cubicBezTo>
                    <a:cubicBezTo>
                      <a:pt x="23846" y="1016"/>
                      <a:pt x="23846" y="1016"/>
                      <a:pt x="23846" y="1007"/>
                    </a:cubicBezTo>
                    <a:cubicBezTo>
                      <a:pt x="23846" y="980"/>
                      <a:pt x="23828" y="953"/>
                      <a:pt x="23802" y="944"/>
                    </a:cubicBezTo>
                    <a:cubicBezTo>
                      <a:pt x="23516" y="846"/>
                      <a:pt x="23231" y="757"/>
                      <a:pt x="22945" y="677"/>
                    </a:cubicBezTo>
                    <a:cubicBezTo>
                      <a:pt x="22939" y="675"/>
                      <a:pt x="22933" y="674"/>
                      <a:pt x="22927" y="674"/>
                    </a:cubicBezTo>
                    <a:close/>
                    <a:moveTo>
                      <a:pt x="11492" y="1227"/>
                    </a:moveTo>
                    <a:cubicBezTo>
                      <a:pt x="11485" y="1227"/>
                      <a:pt x="11479" y="1228"/>
                      <a:pt x="11473" y="1230"/>
                    </a:cubicBezTo>
                    <a:cubicBezTo>
                      <a:pt x="11196" y="1346"/>
                      <a:pt x="10920" y="1462"/>
                      <a:pt x="10643" y="1578"/>
                    </a:cubicBezTo>
                    <a:cubicBezTo>
                      <a:pt x="10616" y="1595"/>
                      <a:pt x="10607" y="1613"/>
                      <a:pt x="10607" y="1640"/>
                    </a:cubicBezTo>
                    <a:cubicBezTo>
                      <a:pt x="10607" y="1649"/>
                      <a:pt x="10607" y="1658"/>
                      <a:pt x="10607" y="1667"/>
                    </a:cubicBezTo>
                    <a:cubicBezTo>
                      <a:pt x="10625" y="1694"/>
                      <a:pt x="10643" y="1703"/>
                      <a:pt x="10670" y="1703"/>
                    </a:cubicBezTo>
                    <a:lnTo>
                      <a:pt x="10697" y="1703"/>
                    </a:lnTo>
                    <a:cubicBezTo>
                      <a:pt x="10964" y="1578"/>
                      <a:pt x="11241" y="1462"/>
                      <a:pt x="11517" y="1355"/>
                    </a:cubicBezTo>
                    <a:cubicBezTo>
                      <a:pt x="11544" y="1346"/>
                      <a:pt x="11562" y="1319"/>
                      <a:pt x="11562" y="1292"/>
                    </a:cubicBezTo>
                    <a:cubicBezTo>
                      <a:pt x="11562" y="1283"/>
                      <a:pt x="11562" y="1274"/>
                      <a:pt x="11553" y="1265"/>
                    </a:cubicBezTo>
                    <a:cubicBezTo>
                      <a:pt x="11546" y="1243"/>
                      <a:pt x="11520" y="1227"/>
                      <a:pt x="11492" y="1227"/>
                    </a:cubicBezTo>
                    <a:close/>
                    <a:moveTo>
                      <a:pt x="24621" y="1249"/>
                    </a:moveTo>
                    <a:cubicBezTo>
                      <a:pt x="24596" y="1249"/>
                      <a:pt x="24575" y="1266"/>
                      <a:pt x="24569" y="1292"/>
                    </a:cubicBezTo>
                    <a:cubicBezTo>
                      <a:pt x="24560" y="1292"/>
                      <a:pt x="24560" y="1301"/>
                      <a:pt x="24560" y="1310"/>
                    </a:cubicBezTo>
                    <a:cubicBezTo>
                      <a:pt x="24560" y="1337"/>
                      <a:pt x="24578" y="1364"/>
                      <a:pt x="24605" y="1372"/>
                    </a:cubicBezTo>
                    <a:cubicBezTo>
                      <a:pt x="24872" y="1479"/>
                      <a:pt x="25149" y="1595"/>
                      <a:pt x="25425" y="1720"/>
                    </a:cubicBezTo>
                    <a:cubicBezTo>
                      <a:pt x="25425" y="1720"/>
                      <a:pt x="25434" y="1729"/>
                      <a:pt x="25443" y="1729"/>
                    </a:cubicBezTo>
                    <a:cubicBezTo>
                      <a:pt x="25470" y="1729"/>
                      <a:pt x="25497" y="1711"/>
                      <a:pt x="25506" y="1685"/>
                    </a:cubicBezTo>
                    <a:cubicBezTo>
                      <a:pt x="25506" y="1676"/>
                      <a:pt x="25515" y="1667"/>
                      <a:pt x="25515" y="1658"/>
                    </a:cubicBezTo>
                    <a:cubicBezTo>
                      <a:pt x="25515" y="1640"/>
                      <a:pt x="25497" y="1613"/>
                      <a:pt x="25479" y="1604"/>
                    </a:cubicBezTo>
                    <a:cubicBezTo>
                      <a:pt x="25202" y="1479"/>
                      <a:pt x="24926" y="1364"/>
                      <a:pt x="24649" y="1256"/>
                    </a:cubicBezTo>
                    <a:cubicBezTo>
                      <a:pt x="24640" y="1252"/>
                      <a:pt x="24630" y="1249"/>
                      <a:pt x="24621" y="1249"/>
                    </a:cubicBezTo>
                    <a:close/>
                    <a:moveTo>
                      <a:pt x="9857" y="1963"/>
                    </a:moveTo>
                    <a:cubicBezTo>
                      <a:pt x="9848" y="1963"/>
                      <a:pt x="9839" y="1965"/>
                      <a:pt x="9831" y="1970"/>
                    </a:cubicBezTo>
                    <a:cubicBezTo>
                      <a:pt x="9564" y="2104"/>
                      <a:pt x="9296" y="2256"/>
                      <a:pt x="9037" y="2398"/>
                    </a:cubicBezTo>
                    <a:cubicBezTo>
                      <a:pt x="9020" y="2416"/>
                      <a:pt x="9011" y="2434"/>
                      <a:pt x="9011" y="2461"/>
                    </a:cubicBezTo>
                    <a:cubicBezTo>
                      <a:pt x="9011" y="2470"/>
                      <a:pt x="9011" y="2479"/>
                      <a:pt x="9020" y="2488"/>
                    </a:cubicBezTo>
                    <a:cubicBezTo>
                      <a:pt x="9028" y="2505"/>
                      <a:pt x="9046" y="2523"/>
                      <a:pt x="9073" y="2523"/>
                    </a:cubicBezTo>
                    <a:cubicBezTo>
                      <a:pt x="9082" y="2523"/>
                      <a:pt x="9091" y="2514"/>
                      <a:pt x="9109" y="2514"/>
                    </a:cubicBezTo>
                    <a:cubicBezTo>
                      <a:pt x="9359" y="2363"/>
                      <a:pt x="9626" y="2220"/>
                      <a:pt x="9894" y="2086"/>
                    </a:cubicBezTo>
                    <a:cubicBezTo>
                      <a:pt x="9912" y="2077"/>
                      <a:pt x="9929" y="2050"/>
                      <a:pt x="9929" y="2033"/>
                    </a:cubicBezTo>
                    <a:cubicBezTo>
                      <a:pt x="9929" y="2015"/>
                      <a:pt x="9921" y="2006"/>
                      <a:pt x="9921" y="1997"/>
                    </a:cubicBezTo>
                    <a:cubicBezTo>
                      <a:pt x="9908" y="1978"/>
                      <a:pt x="9881" y="1963"/>
                      <a:pt x="9857" y="1963"/>
                    </a:cubicBezTo>
                    <a:close/>
                    <a:moveTo>
                      <a:pt x="26251" y="1988"/>
                    </a:moveTo>
                    <a:cubicBezTo>
                      <a:pt x="26228" y="1988"/>
                      <a:pt x="26204" y="2000"/>
                      <a:pt x="26193" y="2024"/>
                    </a:cubicBezTo>
                    <a:cubicBezTo>
                      <a:pt x="26193" y="2033"/>
                      <a:pt x="26193" y="2042"/>
                      <a:pt x="26193" y="2050"/>
                    </a:cubicBezTo>
                    <a:cubicBezTo>
                      <a:pt x="26193" y="2077"/>
                      <a:pt x="26201" y="2095"/>
                      <a:pt x="26219" y="2104"/>
                    </a:cubicBezTo>
                    <a:cubicBezTo>
                      <a:pt x="26228" y="2104"/>
                      <a:pt x="26228" y="2113"/>
                      <a:pt x="26228" y="2113"/>
                    </a:cubicBezTo>
                    <a:cubicBezTo>
                      <a:pt x="26487" y="2247"/>
                      <a:pt x="26755" y="2389"/>
                      <a:pt x="27004" y="2532"/>
                    </a:cubicBezTo>
                    <a:cubicBezTo>
                      <a:pt x="27013" y="2541"/>
                      <a:pt x="27022" y="2541"/>
                      <a:pt x="27040" y="2541"/>
                    </a:cubicBezTo>
                    <a:cubicBezTo>
                      <a:pt x="27058" y="2541"/>
                      <a:pt x="27085" y="2532"/>
                      <a:pt x="27094" y="2514"/>
                    </a:cubicBezTo>
                    <a:cubicBezTo>
                      <a:pt x="27102" y="2505"/>
                      <a:pt x="27102" y="2488"/>
                      <a:pt x="27102" y="2479"/>
                    </a:cubicBezTo>
                    <a:cubicBezTo>
                      <a:pt x="27102" y="2461"/>
                      <a:pt x="27085" y="2434"/>
                      <a:pt x="27067" y="2425"/>
                    </a:cubicBezTo>
                    <a:cubicBezTo>
                      <a:pt x="26808" y="2273"/>
                      <a:pt x="26540" y="2131"/>
                      <a:pt x="26282" y="1997"/>
                    </a:cubicBezTo>
                    <a:cubicBezTo>
                      <a:pt x="26273" y="1991"/>
                      <a:pt x="26262" y="1988"/>
                      <a:pt x="26251" y="1988"/>
                    </a:cubicBezTo>
                    <a:close/>
                    <a:moveTo>
                      <a:pt x="8307" y="2862"/>
                    </a:moveTo>
                    <a:cubicBezTo>
                      <a:pt x="8295" y="2862"/>
                      <a:pt x="8283" y="2865"/>
                      <a:pt x="8270" y="2871"/>
                    </a:cubicBezTo>
                    <a:cubicBezTo>
                      <a:pt x="8020" y="3032"/>
                      <a:pt x="7771" y="3201"/>
                      <a:pt x="7530" y="3380"/>
                    </a:cubicBezTo>
                    <a:lnTo>
                      <a:pt x="7521" y="3380"/>
                    </a:lnTo>
                    <a:cubicBezTo>
                      <a:pt x="7512" y="3398"/>
                      <a:pt x="7503" y="3415"/>
                      <a:pt x="7503" y="3433"/>
                    </a:cubicBezTo>
                    <a:cubicBezTo>
                      <a:pt x="7503" y="3442"/>
                      <a:pt x="7503" y="3460"/>
                      <a:pt x="7512" y="3469"/>
                    </a:cubicBezTo>
                    <a:cubicBezTo>
                      <a:pt x="7530" y="3487"/>
                      <a:pt x="7548" y="3496"/>
                      <a:pt x="7565" y="3496"/>
                    </a:cubicBezTo>
                    <a:cubicBezTo>
                      <a:pt x="7583" y="3496"/>
                      <a:pt x="7592" y="3487"/>
                      <a:pt x="7601" y="3478"/>
                    </a:cubicBezTo>
                    <a:lnTo>
                      <a:pt x="7610" y="3478"/>
                    </a:lnTo>
                    <a:cubicBezTo>
                      <a:pt x="7842" y="3308"/>
                      <a:pt x="8092" y="3139"/>
                      <a:pt x="8342" y="2978"/>
                    </a:cubicBezTo>
                    <a:cubicBezTo>
                      <a:pt x="8359" y="2969"/>
                      <a:pt x="8368" y="2943"/>
                      <a:pt x="8368" y="2925"/>
                    </a:cubicBezTo>
                    <a:cubicBezTo>
                      <a:pt x="8368" y="2916"/>
                      <a:pt x="8368" y="2898"/>
                      <a:pt x="8359" y="2889"/>
                    </a:cubicBezTo>
                    <a:cubicBezTo>
                      <a:pt x="8348" y="2872"/>
                      <a:pt x="8329" y="2862"/>
                      <a:pt x="8307" y="2862"/>
                    </a:cubicBezTo>
                    <a:close/>
                    <a:moveTo>
                      <a:pt x="27797" y="2882"/>
                    </a:moveTo>
                    <a:cubicBezTo>
                      <a:pt x="27776" y="2882"/>
                      <a:pt x="27756" y="2894"/>
                      <a:pt x="27745" y="2916"/>
                    </a:cubicBezTo>
                    <a:cubicBezTo>
                      <a:pt x="27736" y="2925"/>
                      <a:pt x="27736" y="2934"/>
                      <a:pt x="27736" y="2951"/>
                    </a:cubicBezTo>
                    <a:cubicBezTo>
                      <a:pt x="27736" y="2969"/>
                      <a:pt x="27745" y="2987"/>
                      <a:pt x="27754" y="2996"/>
                    </a:cubicBezTo>
                    <a:lnTo>
                      <a:pt x="27763" y="3005"/>
                    </a:lnTo>
                    <a:cubicBezTo>
                      <a:pt x="28012" y="3166"/>
                      <a:pt x="28262" y="3335"/>
                      <a:pt x="28503" y="3505"/>
                    </a:cubicBezTo>
                    <a:cubicBezTo>
                      <a:pt x="28512" y="3513"/>
                      <a:pt x="28521" y="3513"/>
                      <a:pt x="28539" y="3513"/>
                    </a:cubicBezTo>
                    <a:cubicBezTo>
                      <a:pt x="28557" y="3513"/>
                      <a:pt x="28574" y="3505"/>
                      <a:pt x="28592" y="3487"/>
                    </a:cubicBezTo>
                    <a:cubicBezTo>
                      <a:pt x="28601" y="3478"/>
                      <a:pt x="28601" y="3469"/>
                      <a:pt x="28601" y="3451"/>
                    </a:cubicBezTo>
                    <a:cubicBezTo>
                      <a:pt x="28601" y="3433"/>
                      <a:pt x="28592" y="3415"/>
                      <a:pt x="28574" y="3398"/>
                    </a:cubicBezTo>
                    <a:cubicBezTo>
                      <a:pt x="28334" y="3228"/>
                      <a:pt x="28084" y="3059"/>
                      <a:pt x="27834" y="2898"/>
                    </a:cubicBezTo>
                    <a:cubicBezTo>
                      <a:pt x="27823" y="2887"/>
                      <a:pt x="27810" y="2882"/>
                      <a:pt x="27797" y="2882"/>
                    </a:cubicBezTo>
                    <a:close/>
                    <a:moveTo>
                      <a:pt x="6853" y="3908"/>
                    </a:moveTo>
                    <a:cubicBezTo>
                      <a:pt x="6840" y="3908"/>
                      <a:pt x="6827" y="3913"/>
                      <a:pt x="6816" y="3924"/>
                    </a:cubicBezTo>
                    <a:cubicBezTo>
                      <a:pt x="6575" y="4102"/>
                      <a:pt x="6343" y="4299"/>
                      <a:pt x="6120" y="4495"/>
                    </a:cubicBezTo>
                    <a:cubicBezTo>
                      <a:pt x="6111" y="4513"/>
                      <a:pt x="6102" y="4530"/>
                      <a:pt x="6102" y="4548"/>
                    </a:cubicBezTo>
                    <a:cubicBezTo>
                      <a:pt x="6102" y="4557"/>
                      <a:pt x="6102" y="4575"/>
                      <a:pt x="6120" y="4584"/>
                    </a:cubicBezTo>
                    <a:cubicBezTo>
                      <a:pt x="6129" y="4602"/>
                      <a:pt x="6147" y="4611"/>
                      <a:pt x="6165" y="4611"/>
                    </a:cubicBezTo>
                    <a:cubicBezTo>
                      <a:pt x="6183" y="4611"/>
                      <a:pt x="6192" y="4602"/>
                      <a:pt x="6209" y="4593"/>
                    </a:cubicBezTo>
                    <a:cubicBezTo>
                      <a:pt x="6432" y="4397"/>
                      <a:pt x="6664" y="4200"/>
                      <a:pt x="6887" y="4022"/>
                    </a:cubicBezTo>
                    <a:cubicBezTo>
                      <a:pt x="6905" y="4004"/>
                      <a:pt x="6914" y="3986"/>
                      <a:pt x="6914" y="3968"/>
                    </a:cubicBezTo>
                    <a:cubicBezTo>
                      <a:pt x="6914" y="3951"/>
                      <a:pt x="6914" y="3942"/>
                      <a:pt x="6905" y="3933"/>
                    </a:cubicBezTo>
                    <a:cubicBezTo>
                      <a:pt x="6890" y="3917"/>
                      <a:pt x="6871" y="3908"/>
                      <a:pt x="6853" y="3908"/>
                    </a:cubicBezTo>
                    <a:close/>
                    <a:moveTo>
                      <a:pt x="29255" y="3932"/>
                    </a:moveTo>
                    <a:cubicBezTo>
                      <a:pt x="29235" y="3932"/>
                      <a:pt x="29215" y="3940"/>
                      <a:pt x="29199" y="3951"/>
                    </a:cubicBezTo>
                    <a:cubicBezTo>
                      <a:pt x="29190" y="3968"/>
                      <a:pt x="29190" y="3977"/>
                      <a:pt x="29190" y="3995"/>
                    </a:cubicBezTo>
                    <a:cubicBezTo>
                      <a:pt x="29190" y="4013"/>
                      <a:pt x="29199" y="4031"/>
                      <a:pt x="29208" y="4049"/>
                    </a:cubicBezTo>
                    <a:cubicBezTo>
                      <a:pt x="29440" y="4227"/>
                      <a:pt x="29672" y="4423"/>
                      <a:pt x="29895" y="4620"/>
                    </a:cubicBezTo>
                    <a:cubicBezTo>
                      <a:pt x="29904" y="4629"/>
                      <a:pt x="29922" y="4638"/>
                      <a:pt x="29939" y="4638"/>
                    </a:cubicBezTo>
                    <a:cubicBezTo>
                      <a:pt x="29957" y="4638"/>
                      <a:pt x="29975" y="4629"/>
                      <a:pt x="29984" y="4611"/>
                    </a:cubicBezTo>
                    <a:cubicBezTo>
                      <a:pt x="29993" y="4602"/>
                      <a:pt x="30002" y="4584"/>
                      <a:pt x="30002" y="4575"/>
                    </a:cubicBezTo>
                    <a:cubicBezTo>
                      <a:pt x="30002" y="4557"/>
                      <a:pt x="29993" y="4539"/>
                      <a:pt x="29975" y="4522"/>
                    </a:cubicBezTo>
                    <a:cubicBezTo>
                      <a:pt x="29752" y="4325"/>
                      <a:pt x="29529" y="4129"/>
                      <a:pt x="29297" y="3951"/>
                    </a:cubicBezTo>
                    <a:cubicBezTo>
                      <a:pt x="29288" y="3942"/>
                      <a:pt x="29288" y="3942"/>
                      <a:pt x="29288" y="3942"/>
                    </a:cubicBezTo>
                    <a:cubicBezTo>
                      <a:pt x="29278" y="3935"/>
                      <a:pt x="29266" y="3932"/>
                      <a:pt x="29255" y="3932"/>
                    </a:cubicBezTo>
                    <a:close/>
                    <a:moveTo>
                      <a:pt x="5509" y="5090"/>
                    </a:moveTo>
                    <a:cubicBezTo>
                      <a:pt x="5491" y="5090"/>
                      <a:pt x="5473" y="5097"/>
                      <a:pt x="5460" y="5110"/>
                    </a:cubicBezTo>
                    <a:cubicBezTo>
                      <a:pt x="5246" y="5316"/>
                      <a:pt x="5041" y="5530"/>
                      <a:pt x="4836" y="5753"/>
                    </a:cubicBezTo>
                    <a:cubicBezTo>
                      <a:pt x="4827" y="5762"/>
                      <a:pt x="4818" y="5779"/>
                      <a:pt x="4818" y="5797"/>
                    </a:cubicBezTo>
                    <a:cubicBezTo>
                      <a:pt x="4818" y="5815"/>
                      <a:pt x="4827" y="5833"/>
                      <a:pt x="4836" y="5842"/>
                    </a:cubicBezTo>
                    <a:cubicBezTo>
                      <a:pt x="4853" y="5851"/>
                      <a:pt x="4862" y="5860"/>
                      <a:pt x="4880" y="5860"/>
                    </a:cubicBezTo>
                    <a:cubicBezTo>
                      <a:pt x="4898" y="5860"/>
                      <a:pt x="4916" y="5851"/>
                      <a:pt x="4925" y="5842"/>
                    </a:cubicBezTo>
                    <a:cubicBezTo>
                      <a:pt x="5130" y="5619"/>
                      <a:pt x="5344" y="5405"/>
                      <a:pt x="5549" y="5200"/>
                    </a:cubicBezTo>
                    <a:cubicBezTo>
                      <a:pt x="5567" y="5191"/>
                      <a:pt x="5576" y="5173"/>
                      <a:pt x="5576" y="5155"/>
                    </a:cubicBezTo>
                    <a:cubicBezTo>
                      <a:pt x="5576" y="5137"/>
                      <a:pt x="5567" y="5119"/>
                      <a:pt x="5558" y="5110"/>
                    </a:cubicBezTo>
                    <a:cubicBezTo>
                      <a:pt x="5545" y="5097"/>
                      <a:pt x="5527" y="5090"/>
                      <a:pt x="5509" y="5090"/>
                    </a:cubicBezTo>
                    <a:close/>
                    <a:moveTo>
                      <a:pt x="30591" y="5117"/>
                    </a:moveTo>
                    <a:cubicBezTo>
                      <a:pt x="30575" y="5117"/>
                      <a:pt x="30559" y="5124"/>
                      <a:pt x="30546" y="5137"/>
                    </a:cubicBezTo>
                    <a:cubicBezTo>
                      <a:pt x="30537" y="5146"/>
                      <a:pt x="30528" y="5164"/>
                      <a:pt x="30528" y="5182"/>
                    </a:cubicBezTo>
                    <a:cubicBezTo>
                      <a:pt x="30528" y="5200"/>
                      <a:pt x="30537" y="5217"/>
                      <a:pt x="30546" y="5226"/>
                    </a:cubicBezTo>
                    <a:cubicBezTo>
                      <a:pt x="30760" y="5432"/>
                      <a:pt x="30965" y="5655"/>
                      <a:pt x="31170" y="5869"/>
                    </a:cubicBezTo>
                    <a:cubicBezTo>
                      <a:pt x="31179" y="5878"/>
                      <a:pt x="31197" y="5886"/>
                      <a:pt x="31215" y="5886"/>
                    </a:cubicBezTo>
                    <a:cubicBezTo>
                      <a:pt x="31233" y="5886"/>
                      <a:pt x="31251" y="5878"/>
                      <a:pt x="31260" y="5869"/>
                    </a:cubicBezTo>
                    <a:cubicBezTo>
                      <a:pt x="31278" y="5860"/>
                      <a:pt x="31278" y="5842"/>
                      <a:pt x="31278" y="5824"/>
                    </a:cubicBezTo>
                    <a:cubicBezTo>
                      <a:pt x="31278" y="5806"/>
                      <a:pt x="31278" y="5788"/>
                      <a:pt x="31269" y="5779"/>
                    </a:cubicBezTo>
                    <a:cubicBezTo>
                      <a:pt x="31063" y="5565"/>
                      <a:pt x="30849" y="5342"/>
                      <a:pt x="30635" y="5137"/>
                    </a:cubicBezTo>
                    <a:cubicBezTo>
                      <a:pt x="30622" y="5124"/>
                      <a:pt x="30606" y="5117"/>
                      <a:pt x="30591" y="5117"/>
                    </a:cubicBezTo>
                    <a:close/>
                    <a:moveTo>
                      <a:pt x="4287" y="6400"/>
                    </a:moveTo>
                    <a:cubicBezTo>
                      <a:pt x="4270" y="6400"/>
                      <a:pt x="4253" y="6407"/>
                      <a:pt x="4238" y="6422"/>
                    </a:cubicBezTo>
                    <a:cubicBezTo>
                      <a:pt x="4050" y="6654"/>
                      <a:pt x="3854" y="6886"/>
                      <a:pt x="3676" y="7126"/>
                    </a:cubicBezTo>
                    <a:cubicBezTo>
                      <a:pt x="3667" y="7135"/>
                      <a:pt x="3667" y="7144"/>
                      <a:pt x="3667" y="7162"/>
                    </a:cubicBezTo>
                    <a:cubicBezTo>
                      <a:pt x="3667" y="7180"/>
                      <a:pt x="3676" y="7198"/>
                      <a:pt x="3685" y="7216"/>
                    </a:cubicBezTo>
                    <a:cubicBezTo>
                      <a:pt x="3703" y="7225"/>
                      <a:pt x="3711" y="7225"/>
                      <a:pt x="3729" y="7225"/>
                    </a:cubicBezTo>
                    <a:cubicBezTo>
                      <a:pt x="3747" y="7225"/>
                      <a:pt x="3765" y="7216"/>
                      <a:pt x="3783" y="7207"/>
                    </a:cubicBezTo>
                    <a:cubicBezTo>
                      <a:pt x="3952" y="6966"/>
                      <a:pt x="4140" y="6734"/>
                      <a:pt x="4336" y="6511"/>
                    </a:cubicBezTo>
                    <a:lnTo>
                      <a:pt x="4336" y="6502"/>
                    </a:lnTo>
                    <a:cubicBezTo>
                      <a:pt x="4345" y="6493"/>
                      <a:pt x="4354" y="6484"/>
                      <a:pt x="4354" y="6466"/>
                    </a:cubicBezTo>
                    <a:cubicBezTo>
                      <a:pt x="4354" y="6448"/>
                      <a:pt x="4345" y="6431"/>
                      <a:pt x="4327" y="6413"/>
                    </a:cubicBezTo>
                    <a:cubicBezTo>
                      <a:pt x="4315" y="6405"/>
                      <a:pt x="4301" y="6400"/>
                      <a:pt x="4287" y="6400"/>
                    </a:cubicBezTo>
                    <a:close/>
                    <a:moveTo>
                      <a:pt x="31808" y="6432"/>
                    </a:moveTo>
                    <a:cubicBezTo>
                      <a:pt x="31794" y="6432"/>
                      <a:pt x="31779" y="6437"/>
                      <a:pt x="31768" y="6448"/>
                    </a:cubicBezTo>
                    <a:cubicBezTo>
                      <a:pt x="31750" y="6457"/>
                      <a:pt x="31741" y="6475"/>
                      <a:pt x="31741" y="6493"/>
                    </a:cubicBezTo>
                    <a:cubicBezTo>
                      <a:pt x="31741" y="6511"/>
                      <a:pt x="31750" y="6529"/>
                      <a:pt x="31759" y="6538"/>
                    </a:cubicBezTo>
                    <a:cubicBezTo>
                      <a:pt x="31956" y="6761"/>
                      <a:pt x="32134" y="7002"/>
                      <a:pt x="32312" y="7234"/>
                    </a:cubicBezTo>
                    <a:lnTo>
                      <a:pt x="32321" y="7242"/>
                    </a:lnTo>
                    <a:cubicBezTo>
                      <a:pt x="32330" y="7251"/>
                      <a:pt x="32348" y="7260"/>
                      <a:pt x="32366" y="7260"/>
                    </a:cubicBezTo>
                    <a:cubicBezTo>
                      <a:pt x="32384" y="7260"/>
                      <a:pt x="32393" y="7251"/>
                      <a:pt x="32411" y="7242"/>
                    </a:cubicBezTo>
                    <a:cubicBezTo>
                      <a:pt x="32419" y="7234"/>
                      <a:pt x="32428" y="7216"/>
                      <a:pt x="32428" y="7198"/>
                    </a:cubicBezTo>
                    <a:cubicBezTo>
                      <a:pt x="32428" y="7180"/>
                      <a:pt x="32428" y="7171"/>
                      <a:pt x="32419" y="7153"/>
                    </a:cubicBezTo>
                    <a:cubicBezTo>
                      <a:pt x="32241" y="6921"/>
                      <a:pt x="32054" y="6680"/>
                      <a:pt x="31857" y="6457"/>
                    </a:cubicBezTo>
                    <a:cubicBezTo>
                      <a:pt x="31847" y="6442"/>
                      <a:pt x="31828" y="6432"/>
                      <a:pt x="31808" y="6432"/>
                    </a:cubicBezTo>
                    <a:close/>
                    <a:moveTo>
                      <a:pt x="3206" y="7822"/>
                    </a:moveTo>
                    <a:cubicBezTo>
                      <a:pt x="3184" y="7822"/>
                      <a:pt x="3161" y="7832"/>
                      <a:pt x="3149" y="7849"/>
                    </a:cubicBezTo>
                    <a:cubicBezTo>
                      <a:pt x="2980" y="8099"/>
                      <a:pt x="2819" y="8358"/>
                      <a:pt x="2659" y="8607"/>
                    </a:cubicBezTo>
                    <a:cubicBezTo>
                      <a:pt x="2659" y="8616"/>
                      <a:pt x="2650" y="8625"/>
                      <a:pt x="2650" y="8643"/>
                    </a:cubicBezTo>
                    <a:cubicBezTo>
                      <a:pt x="2650" y="8661"/>
                      <a:pt x="2668" y="8679"/>
                      <a:pt x="2686" y="8697"/>
                    </a:cubicBezTo>
                    <a:cubicBezTo>
                      <a:pt x="2695" y="8697"/>
                      <a:pt x="2703" y="8706"/>
                      <a:pt x="2712" y="8706"/>
                    </a:cubicBezTo>
                    <a:cubicBezTo>
                      <a:pt x="2739" y="8706"/>
                      <a:pt x="2757" y="8697"/>
                      <a:pt x="2775" y="8670"/>
                    </a:cubicBezTo>
                    <a:cubicBezTo>
                      <a:pt x="2926" y="8420"/>
                      <a:pt x="3087" y="8170"/>
                      <a:pt x="3257" y="7929"/>
                    </a:cubicBezTo>
                    <a:lnTo>
                      <a:pt x="3257" y="7920"/>
                    </a:lnTo>
                    <a:cubicBezTo>
                      <a:pt x="3265" y="7912"/>
                      <a:pt x="3265" y="7903"/>
                      <a:pt x="3265" y="7894"/>
                    </a:cubicBezTo>
                    <a:cubicBezTo>
                      <a:pt x="3265" y="7867"/>
                      <a:pt x="3257" y="7849"/>
                      <a:pt x="3239" y="7831"/>
                    </a:cubicBezTo>
                    <a:cubicBezTo>
                      <a:pt x="3229" y="7825"/>
                      <a:pt x="3217" y="7822"/>
                      <a:pt x="3206" y="7822"/>
                    </a:cubicBezTo>
                    <a:close/>
                    <a:moveTo>
                      <a:pt x="32890" y="7858"/>
                    </a:moveTo>
                    <a:cubicBezTo>
                      <a:pt x="32878" y="7858"/>
                      <a:pt x="32866" y="7861"/>
                      <a:pt x="32857" y="7867"/>
                    </a:cubicBezTo>
                    <a:cubicBezTo>
                      <a:pt x="32839" y="7885"/>
                      <a:pt x="32830" y="7903"/>
                      <a:pt x="32830" y="7920"/>
                    </a:cubicBezTo>
                    <a:cubicBezTo>
                      <a:pt x="32830" y="7938"/>
                      <a:pt x="32830" y="7947"/>
                      <a:pt x="32839" y="7956"/>
                    </a:cubicBezTo>
                    <a:cubicBezTo>
                      <a:pt x="33008" y="8206"/>
                      <a:pt x="33169" y="8456"/>
                      <a:pt x="33320" y="8714"/>
                    </a:cubicBezTo>
                    <a:cubicBezTo>
                      <a:pt x="33338" y="8732"/>
                      <a:pt x="33356" y="8741"/>
                      <a:pt x="33374" y="8741"/>
                    </a:cubicBezTo>
                    <a:cubicBezTo>
                      <a:pt x="33392" y="8741"/>
                      <a:pt x="33401" y="8741"/>
                      <a:pt x="33410" y="8732"/>
                    </a:cubicBezTo>
                    <a:cubicBezTo>
                      <a:pt x="33428" y="8723"/>
                      <a:pt x="33445" y="8697"/>
                      <a:pt x="33445" y="8679"/>
                    </a:cubicBezTo>
                    <a:cubicBezTo>
                      <a:pt x="33445" y="8661"/>
                      <a:pt x="33436" y="8652"/>
                      <a:pt x="33436" y="8643"/>
                    </a:cubicBezTo>
                    <a:cubicBezTo>
                      <a:pt x="33276" y="8393"/>
                      <a:pt x="33115" y="8135"/>
                      <a:pt x="32946" y="7885"/>
                    </a:cubicBezTo>
                    <a:cubicBezTo>
                      <a:pt x="32934" y="7867"/>
                      <a:pt x="32912" y="7858"/>
                      <a:pt x="32890" y="7858"/>
                    </a:cubicBezTo>
                    <a:close/>
                    <a:moveTo>
                      <a:pt x="2267" y="9348"/>
                    </a:moveTo>
                    <a:cubicBezTo>
                      <a:pt x="2244" y="9348"/>
                      <a:pt x="2225" y="9360"/>
                      <a:pt x="2213" y="9384"/>
                    </a:cubicBezTo>
                    <a:cubicBezTo>
                      <a:pt x="2070" y="9642"/>
                      <a:pt x="1927" y="9910"/>
                      <a:pt x="1802" y="10177"/>
                    </a:cubicBezTo>
                    <a:cubicBezTo>
                      <a:pt x="1793" y="10186"/>
                      <a:pt x="1793" y="10195"/>
                      <a:pt x="1793" y="10204"/>
                    </a:cubicBezTo>
                    <a:cubicBezTo>
                      <a:pt x="1793" y="10231"/>
                      <a:pt x="1811" y="10258"/>
                      <a:pt x="1829" y="10267"/>
                    </a:cubicBezTo>
                    <a:cubicBezTo>
                      <a:pt x="1838" y="10267"/>
                      <a:pt x="1847" y="10276"/>
                      <a:pt x="1856" y="10276"/>
                    </a:cubicBezTo>
                    <a:cubicBezTo>
                      <a:pt x="1883" y="10276"/>
                      <a:pt x="1901" y="10258"/>
                      <a:pt x="1918" y="10240"/>
                    </a:cubicBezTo>
                    <a:cubicBezTo>
                      <a:pt x="2043" y="9972"/>
                      <a:pt x="2186" y="9705"/>
                      <a:pt x="2320" y="9446"/>
                    </a:cubicBezTo>
                    <a:cubicBezTo>
                      <a:pt x="2329" y="9437"/>
                      <a:pt x="2329" y="9419"/>
                      <a:pt x="2329" y="9410"/>
                    </a:cubicBezTo>
                    <a:cubicBezTo>
                      <a:pt x="2329" y="9392"/>
                      <a:pt x="2320" y="9366"/>
                      <a:pt x="2302" y="9357"/>
                    </a:cubicBezTo>
                    <a:cubicBezTo>
                      <a:pt x="2290" y="9351"/>
                      <a:pt x="2278" y="9348"/>
                      <a:pt x="2267" y="9348"/>
                    </a:cubicBezTo>
                    <a:close/>
                    <a:moveTo>
                      <a:pt x="33820" y="9389"/>
                    </a:moveTo>
                    <a:cubicBezTo>
                      <a:pt x="33811" y="9389"/>
                      <a:pt x="33802" y="9390"/>
                      <a:pt x="33793" y="9392"/>
                    </a:cubicBezTo>
                    <a:cubicBezTo>
                      <a:pt x="33775" y="9410"/>
                      <a:pt x="33758" y="9428"/>
                      <a:pt x="33758" y="9455"/>
                    </a:cubicBezTo>
                    <a:cubicBezTo>
                      <a:pt x="33758" y="9464"/>
                      <a:pt x="33767" y="9473"/>
                      <a:pt x="33767" y="9482"/>
                    </a:cubicBezTo>
                    <a:cubicBezTo>
                      <a:pt x="33909" y="9749"/>
                      <a:pt x="34052" y="10017"/>
                      <a:pt x="34177" y="10276"/>
                    </a:cubicBezTo>
                    <a:lnTo>
                      <a:pt x="34186" y="10293"/>
                    </a:lnTo>
                    <a:cubicBezTo>
                      <a:pt x="34195" y="10302"/>
                      <a:pt x="34213" y="10311"/>
                      <a:pt x="34239" y="10311"/>
                    </a:cubicBezTo>
                    <a:lnTo>
                      <a:pt x="34266" y="10311"/>
                    </a:lnTo>
                    <a:cubicBezTo>
                      <a:pt x="34284" y="10302"/>
                      <a:pt x="34302" y="10276"/>
                      <a:pt x="34302" y="10249"/>
                    </a:cubicBezTo>
                    <a:cubicBezTo>
                      <a:pt x="34302" y="10240"/>
                      <a:pt x="34293" y="10231"/>
                      <a:pt x="34293" y="10222"/>
                    </a:cubicBezTo>
                    <a:cubicBezTo>
                      <a:pt x="34159" y="9954"/>
                      <a:pt x="34025" y="9687"/>
                      <a:pt x="33882" y="9419"/>
                    </a:cubicBezTo>
                    <a:cubicBezTo>
                      <a:pt x="33869" y="9399"/>
                      <a:pt x="33846" y="9389"/>
                      <a:pt x="33820" y="9389"/>
                    </a:cubicBezTo>
                    <a:close/>
                    <a:moveTo>
                      <a:pt x="1489" y="10956"/>
                    </a:moveTo>
                    <a:cubicBezTo>
                      <a:pt x="1463" y="10956"/>
                      <a:pt x="1441" y="10972"/>
                      <a:pt x="1428" y="10998"/>
                    </a:cubicBezTo>
                    <a:cubicBezTo>
                      <a:pt x="1312" y="11266"/>
                      <a:pt x="1205" y="11551"/>
                      <a:pt x="1098" y="11828"/>
                    </a:cubicBezTo>
                    <a:cubicBezTo>
                      <a:pt x="1098" y="11837"/>
                      <a:pt x="1098" y="11846"/>
                      <a:pt x="1098" y="11855"/>
                    </a:cubicBezTo>
                    <a:cubicBezTo>
                      <a:pt x="1098" y="11881"/>
                      <a:pt x="1115" y="11908"/>
                      <a:pt x="1133" y="11917"/>
                    </a:cubicBezTo>
                    <a:lnTo>
                      <a:pt x="1160" y="11917"/>
                    </a:lnTo>
                    <a:cubicBezTo>
                      <a:pt x="1187" y="11917"/>
                      <a:pt x="1214" y="11899"/>
                      <a:pt x="1223" y="11872"/>
                    </a:cubicBezTo>
                    <a:cubicBezTo>
                      <a:pt x="1321" y="11596"/>
                      <a:pt x="1428" y="11319"/>
                      <a:pt x="1544" y="11052"/>
                    </a:cubicBezTo>
                    <a:lnTo>
                      <a:pt x="1544" y="11043"/>
                    </a:lnTo>
                    <a:cubicBezTo>
                      <a:pt x="1553" y="11043"/>
                      <a:pt x="1553" y="11034"/>
                      <a:pt x="1553" y="11025"/>
                    </a:cubicBezTo>
                    <a:cubicBezTo>
                      <a:pt x="1553" y="10998"/>
                      <a:pt x="1535" y="10971"/>
                      <a:pt x="1517" y="10963"/>
                    </a:cubicBezTo>
                    <a:cubicBezTo>
                      <a:pt x="1507" y="10958"/>
                      <a:pt x="1498" y="10956"/>
                      <a:pt x="1489" y="10956"/>
                    </a:cubicBezTo>
                    <a:close/>
                    <a:moveTo>
                      <a:pt x="34597" y="11005"/>
                    </a:moveTo>
                    <a:cubicBezTo>
                      <a:pt x="34591" y="11005"/>
                      <a:pt x="34585" y="11006"/>
                      <a:pt x="34578" y="11007"/>
                    </a:cubicBezTo>
                    <a:cubicBezTo>
                      <a:pt x="34552" y="11016"/>
                      <a:pt x="34543" y="11043"/>
                      <a:pt x="34543" y="11070"/>
                    </a:cubicBezTo>
                    <a:cubicBezTo>
                      <a:pt x="34543" y="11078"/>
                      <a:pt x="34543" y="11087"/>
                      <a:pt x="34543" y="11096"/>
                    </a:cubicBezTo>
                    <a:cubicBezTo>
                      <a:pt x="34659" y="11364"/>
                      <a:pt x="34766" y="11649"/>
                      <a:pt x="34873" y="11926"/>
                    </a:cubicBezTo>
                    <a:cubicBezTo>
                      <a:pt x="34882" y="11953"/>
                      <a:pt x="34908" y="11971"/>
                      <a:pt x="34935" y="11971"/>
                    </a:cubicBezTo>
                    <a:cubicBezTo>
                      <a:pt x="34935" y="11971"/>
                      <a:pt x="34944" y="11971"/>
                      <a:pt x="34953" y="11962"/>
                    </a:cubicBezTo>
                    <a:cubicBezTo>
                      <a:pt x="34980" y="11953"/>
                      <a:pt x="34998" y="11935"/>
                      <a:pt x="34998" y="11908"/>
                    </a:cubicBezTo>
                    <a:cubicBezTo>
                      <a:pt x="34998" y="11899"/>
                      <a:pt x="34998" y="11890"/>
                      <a:pt x="34989" y="11881"/>
                    </a:cubicBezTo>
                    <a:cubicBezTo>
                      <a:pt x="34891" y="11605"/>
                      <a:pt x="34775" y="11319"/>
                      <a:pt x="34659" y="11043"/>
                    </a:cubicBezTo>
                    <a:cubicBezTo>
                      <a:pt x="34651" y="11021"/>
                      <a:pt x="34626" y="11005"/>
                      <a:pt x="34597" y="11005"/>
                    </a:cubicBezTo>
                    <a:close/>
                    <a:moveTo>
                      <a:pt x="874" y="12637"/>
                    </a:moveTo>
                    <a:cubicBezTo>
                      <a:pt x="845" y="12637"/>
                      <a:pt x="820" y="12655"/>
                      <a:pt x="812" y="12684"/>
                    </a:cubicBezTo>
                    <a:cubicBezTo>
                      <a:pt x="723" y="12970"/>
                      <a:pt x="643" y="13255"/>
                      <a:pt x="571" y="13550"/>
                    </a:cubicBezTo>
                    <a:lnTo>
                      <a:pt x="562" y="13550"/>
                    </a:lnTo>
                    <a:cubicBezTo>
                      <a:pt x="562" y="13550"/>
                      <a:pt x="562" y="13559"/>
                      <a:pt x="562" y="13559"/>
                    </a:cubicBezTo>
                    <a:cubicBezTo>
                      <a:pt x="562" y="13594"/>
                      <a:pt x="580" y="13621"/>
                      <a:pt x="616" y="13621"/>
                    </a:cubicBezTo>
                    <a:cubicBezTo>
                      <a:pt x="616" y="13630"/>
                      <a:pt x="625" y="13630"/>
                      <a:pt x="625" y="13630"/>
                    </a:cubicBezTo>
                    <a:cubicBezTo>
                      <a:pt x="661" y="13630"/>
                      <a:pt x="687" y="13603"/>
                      <a:pt x="687" y="13576"/>
                    </a:cubicBezTo>
                    <a:cubicBezTo>
                      <a:pt x="768" y="13291"/>
                      <a:pt x="848" y="13005"/>
                      <a:pt x="937" y="12720"/>
                    </a:cubicBezTo>
                    <a:cubicBezTo>
                      <a:pt x="937" y="12711"/>
                      <a:pt x="937" y="12711"/>
                      <a:pt x="937" y="12702"/>
                    </a:cubicBezTo>
                    <a:cubicBezTo>
                      <a:pt x="937" y="12675"/>
                      <a:pt x="919" y="12649"/>
                      <a:pt x="892" y="12640"/>
                    </a:cubicBezTo>
                    <a:cubicBezTo>
                      <a:pt x="886" y="12638"/>
                      <a:pt x="880" y="12637"/>
                      <a:pt x="874" y="12637"/>
                    </a:cubicBezTo>
                    <a:close/>
                    <a:moveTo>
                      <a:pt x="35212" y="12691"/>
                    </a:moveTo>
                    <a:cubicBezTo>
                      <a:pt x="35206" y="12691"/>
                      <a:pt x="35200" y="12692"/>
                      <a:pt x="35194" y="12693"/>
                    </a:cubicBezTo>
                    <a:cubicBezTo>
                      <a:pt x="35167" y="12702"/>
                      <a:pt x="35149" y="12729"/>
                      <a:pt x="35149" y="12756"/>
                    </a:cubicBezTo>
                    <a:cubicBezTo>
                      <a:pt x="35149" y="12765"/>
                      <a:pt x="35149" y="12765"/>
                      <a:pt x="35158" y="12773"/>
                    </a:cubicBezTo>
                    <a:cubicBezTo>
                      <a:pt x="35238" y="13059"/>
                      <a:pt x="35319" y="13344"/>
                      <a:pt x="35390" y="13639"/>
                    </a:cubicBezTo>
                    <a:cubicBezTo>
                      <a:pt x="35399" y="13666"/>
                      <a:pt x="35426" y="13683"/>
                      <a:pt x="35453" y="13683"/>
                    </a:cubicBezTo>
                    <a:lnTo>
                      <a:pt x="35470" y="13683"/>
                    </a:lnTo>
                    <a:cubicBezTo>
                      <a:pt x="35497" y="13675"/>
                      <a:pt x="35524" y="13648"/>
                      <a:pt x="35524" y="13621"/>
                    </a:cubicBezTo>
                    <a:cubicBezTo>
                      <a:pt x="35524" y="13612"/>
                      <a:pt x="35524" y="13612"/>
                      <a:pt x="35515" y="13603"/>
                    </a:cubicBezTo>
                    <a:cubicBezTo>
                      <a:pt x="35444" y="13318"/>
                      <a:pt x="35363" y="13023"/>
                      <a:pt x="35274" y="12738"/>
                    </a:cubicBezTo>
                    <a:cubicBezTo>
                      <a:pt x="35267" y="12708"/>
                      <a:pt x="35241" y="12691"/>
                      <a:pt x="35212" y="12691"/>
                    </a:cubicBezTo>
                    <a:close/>
                    <a:moveTo>
                      <a:pt x="427" y="14369"/>
                    </a:moveTo>
                    <a:cubicBezTo>
                      <a:pt x="402" y="14369"/>
                      <a:pt x="374" y="14393"/>
                      <a:pt x="366" y="14424"/>
                    </a:cubicBezTo>
                    <a:cubicBezTo>
                      <a:pt x="304" y="14718"/>
                      <a:pt x="250" y="15013"/>
                      <a:pt x="206" y="15307"/>
                    </a:cubicBezTo>
                    <a:cubicBezTo>
                      <a:pt x="206" y="15307"/>
                      <a:pt x="206" y="15316"/>
                      <a:pt x="206" y="15316"/>
                    </a:cubicBezTo>
                    <a:cubicBezTo>
                      <a:pt x="206" y="15352"/>
                      <a:pt x="232" y="15378"/>
                      <a:pt x="259" y="15378"/>
                    </a:cubicBezTo>
                    <a:lnTo>
                      <a:pt x="268" y="15378"/>
                    </a:lnTo>
                    <a:cubicBezTo>
                      <a:pt x="304" y="15378"/>
                      <a:pt x="330" y="15361"/>
                      <a:pt x="339" y="15325"/>
                    </a:cubicBezTo>
                    <a:cubicBezTo>
                      <a:pt x="384" y="15030"/>
                      <a:pt x="429" y="14736"/>
                      <a:pt x="491" y="14451"/>
                    </a:cubicBezTo>
                    <a:cubicBezTo>
                      <a:pt x="491" y="14442"/>
                      <a:pt x="491" y="14442"/>
                      <a:pt x="491" y="14433"/>
                    </a:cubicBezTo>
                    <a:cubicBezTo>
                      <a:pt x="491" y="14406"/>
                      <a:pt x="473" y="14379"/>
                      <a:pt x="437" y="14370"/>
                    </a:cubicBezTo>
                    <a:cubicBezTo>
                      <a:pt x="434" y="14369"/>
                      <a:pt x="430" y="14369"/>
                      <a:pt x="427" y="14369"/>
                    </a:cubicBezTo>
                    <a:close/>
                    <a:moveTo>
                      <a:pt x="35658" y="14431"/>
                    </a:moveTo>
                    <a:cubicBezTo>
                      <a:pt x="35652" y="14431"/>
                      <a:pt x="35646" y="14431"/>
                      <a:pt x="35640" y="14433"/>
                    </a:cubicBezTo>
                    <a:cubicBezTo>
                      <a:pt x="35613" y="14433"/>
                      <a:pt x="35586" y="14460"/>
                      <a:pt x="35586" y="14495"/>
                    </a:cubicBezTo>
                    <a:cubicBezTo>
                      <a:pt x="35586" y="14495"/>
                      <a:pt x="35586" y="14495"/>
                      <a:pt x="35586" y="14504"/>
                    </a:cubicBezTo>
                    <a:lnTo>
                      <a:pt x="35595" y="14504"/>
                    </a:lnTo>
                    <a:cubicBezTo>
                      <a:pt x="35595" y="14504"/>
                      <a:pt x="35595" y="14504"/>
                      <a:pt x="35595" y="14513"/>
                    </a:cubicBezTo>
                    <a:cubicBezTo>
                      <a:pt x="35649" y="14799"/>
                      <a:pt x="35702" y="15093"/>
                      <a:pt x="35747" y="15387"/>
                    </a:cubicBezTo>
                    <a:cubicBezTo>
                      <a:pt x="35747" y="15414"/>
                      <a:pt x="35774" y="15441"/>
                      <a:pt x="35809" y="15441"/>
                    </a:cubicBezTo>
                    <a:lnTo>
                      <a:pt x="35818" y="15441"/>
                    </a:lnTo>
                    <a:cubicBezTo>
                      <a:pt x="35845" y="15432"/>
                      <a:pt x="35872" y="15405"/>
                      <a:pt x="35872" y="15378"/>
                    </a:cubicBezTo>
                    <a:cubicBezTo>
                      <a:pt x="35872" y="15369"/>
                      <a:pt x="35872" y="15369"/>
                      <a:pt x="35872" y="15369"/>
                    </a:cubicBezTo>
                    <a:cubicBezTo>
                      <a:pt x="35827" y="15075"/>
                      <a:pt x="35774" y="14772"/>
                      <a:pt x="35720" y="14486"/>
                    </a:cubicBezTo>
                    <a:cubicBezTo>
                      <a:pt x="35720" y="14486"/>
                      <a:pt x="35720" y="14477"/>
                      <a:pt x="35720" y="14477"/>
                    </a:cubicBezTo>
                    <a:cubicBezTo>
                      <a:pt x="35713" y="14448"/>
                      <a:pt x="35687" y="14431"/>
                      <a:pt x="35658" y="14431"/>
                    </a:cubicBezTo>
                    <a:close/>
                    <a:moveTo>
                      <a:pt x="156" y="16144"/>
                    </a:moveTo>
                    <a:cubicBezTo>
                      <a:pt x="125" y="16144"/>
                      <a:pt x="98" y="16168"/>
                      <a:pt x="98" y="16199"/>
                    </a:cubicBezTo>
                    <a:cubicBezTo>
                      <a:pt x="63" y="16494"/>
                      <a:pt x="45" y="16797"/>
                      <a:pt x="27" y="17100"/>
                    </a:cubicBezTo>
                    <a:cubicBezTo>
                      <a:pt x="27" y="17136"/>
                      <a:pt x="54" y="17163"/>
                      <a:pt x="90" y="17163"/>
                    </a:cubicBezTo>
                    <a:cubicBezTo>
                      <a:pt x="125" y="17163"/>
                      <a:pt x="152" y="17136"/>
                      <a:pt x="161" y="17100"/>
                    </a:cubicBezTo>
                    <a:cubicBezTo>
                      <a:pt x="170" y="16806"/>
                      <a:pt x="197" y="16502"/>
                      <a:pt x="223" y="16208"/>
                    </a:cubicBezTo>
                    <a:cubicBezTo>
                      <a:pt x="223" y="16172"/>
                      <a:pt x="197" y="16146"/>
                      <a:pt x="170" y="16146"/>
                    </a:cubicBezTo>
                    <a:cubicBezTo>
                      <a:pt x="165" y="16144"/>
                      <a:pt x="160" y="16144"/>
                      <a:pt x="156" y="16144"/>
                    </a:cubicBezTo>
                    <a:close/>
                    <a:moveTo>
                      <a:pt x="35908" y="16199"/>
                    </a:moveTo>
                    <a:cubicBezTo>
                      <a:pt x="35881" y="16199"/>
                      <a:pt x="35854" y="16235"/>
                      <a:pt x="35854" y="16262"/>
                    </a:cubicBezTo>
                    <a:lnTo>
                      <a:pt x="35854" y="16271"/>
                    </a:lnTo>
                    <a:cubicBezTo>
                      <a:pt x="35881" y="16565"/>
                      <a:pt x="35908" y="16859"/>
                      <a:pt x="35916" y="17163"/>
                    </a:cubicBezTo>
                    <a:cubicBezTo>
                      <a:pt x="35916" y="17198"/>
                      <a:pt x="35943" y="17225"/>
                      <a:pt x="35979" y="17225"/>
                    </a:cubicBezTo>
                    <a:lnTo>
                      <a:pt x="35988" y="17225"/>
                    </a:lnTo>
                    <a:cubicBezTo>
                      <a:pt x="36024" y="17216"/>
                      <a:pt x="36050" y="17189"/>
                      <a:pt x="36050" y="17154"/>
                    </a:cubicBezTo>
                    <a:cubicBezTo>
                      <a:pt x="36032" y="16850"/>
                      <a:pt x="36006" y="16556"/>
                      <a:pt x="35979" y="16262"/>
                    </a:cubicBezTo>
                    <a:cubicBezTo>
                      <a:pt x="35979" y="16226"/>
                      <a:pt x="35943" y="16199"/>
                      <a:pt x="35908" y="16199"/>
                    </a:cubicBezTo>
                    <a:close/>
                    <a:moveTo>
                      <a:pt x="72" y="17930"/>
                    </a:moveTo>
                    <a:cubicBezTo>
                      <a:pt x="36" y="17930"/>
                      <a:pt x="0" y="17957"/>
                      <a:pt x="0" y="17992"/>
                    </a:cubicBezTo>
                    <a:lnTo>
                      <a:pt x="0" y="18037"/>
                    </a:lnTo>
                    <a:cubicBezTo>
                      <a:pt x="0" y="18331"/>
                      <a:pt x="9" y="18635"/>
                      <a:pt x="27" y="18929"/>
                    </a:cubicBezTo>
                    <a:cubicBezTo>
                      <a:pt x="27" y="18965"/>
                      <a:pt x="54" y="18991"/>
                      <a:pt x="90" y="18991"/>
                    </a:cubicBezTo>
                    <a:cubicBezTo>
                      <a:pt x="125" y="18991"/>
                      <a:pt x="152" y="18965"/>
                      <a:pt x="152" y="18929"/>
                    </a:cubicBezTo>
                    <a:cubicBezTo>
                      <a:pt x="143" y="18626"/>
                      <a:pt x="134" y="18331"/>
                      <a:pt x="134" y="18037"/>
                    </a:cubicBezTo>
                    <a:lnTo>
                      <a:pt x="134" y="18010"/>
                    </a:lnTo>
                    <a:lnTo>
                      <a:pt x="134" y="17992"/>
                    </a:lnTo>
                    <a:cubicBezTo>
                      <a:pt x="134" y="17974"/>
                      <a:pt x="125" y="17957"/>
                      <a:pt x="116" y="17948"/>
                    </a:cubicBezTo>
                    <a:cubicBezTo>
                      <a:pt x="98" y="17939"/>
                      <a:pt x="90" y="17930"/>
                      <a:pt x="72" y="17930"/>
                    </a:cubicBezTo>
                    <a:close/>
                    <a:moveTo>
                      <a:pt x="36006" y="17992"/>
                    </a:moveTo>
                    <a:cubicBezTo>
                      <a:pt x="35970" y="17992"/>
                      <a:pt x="35934" y="18019"/>
                      <a:pt x="35934" y="18055"/>
                    </a:cubicBezTo>
                    <a:cubicBezTo>
                      <a:pt x="35934" y="18349"/>
                      <a:pt x="35934" y="18643"/>
                      <a:pt x="35916" y="18947"/>
                    </a:cubicBezTo>
                    <a:cubicBezTo>
                      <a:pt x="35916" y="18982"/>
                      <a:pt x="35943" y="19009"/>
                      <a:pt x="35979" y="19009"/>
                    </a:cubicBezTo>
                    <a:cubicBezTo>
                      <a:pt x="36015" y="19009"/>
                      <a:pt x="36041" y="18982"/>
                      <a:pt x="36041" y="18947"/>
                    </a:cubicBezTo>
                    <a:cubicBezTo>
                      <a:pt x="36059" y="18652"/>
                      <a:pt x="36068" y="18349"/>
                      <a:pt x="36068" y="18055"/>
                    </a:cubicBezTo>
                    <a:cubicBezTo>
                      <a:pt x="36068" y="18037"/>
                      <a:pt x="36059" y="18019"/>
                      <a:pt x="36050" y="18010"/>
                    </a:cubicBezTo>
                    <a:cubicBezTo>
                      <a:pt x="36032" y="17992"/>
                      <a:pt x="36024" y="17992"/>
                      <a:pt x="36006" y="17992"/>
                    </a:cubicBezTo>
                    <a:close/>
                    <a:moveTo>
                      <a:pt x="152" y="19759"/>
                    </a:moveTo>
                    <a:cubicBezTo>
                      <a:pt x="116" y="19759"/>
                      <a:pt x="90" y="19785"/>
                      <a:pt x="90" y="19821"/>
                    </a:cubicBezTo>
                    <a:cubicBezTo>
                      <a:pt x="90" y="19821"/>
                      <a:pt x="90" y="19830"/>
                      <a:pt x="90" y="19830"/>
                    </a:cubicBezTo>
                    <a:cubicBezTo>
                      <a:pt x="125" y="20124"/>
                      <a:pt x="161" y="20428"/>
                      <a:pt x="206" y="20722"/>
                    </a:cubicBezTo>
                    <a:cubicBezTo>
                      <a:pt x="206" y="20749"/>
                      <a:pt x="232" y="20776"/>
                      <a:pt x="268" y="20776"/>
                    </a:cubicBezTo>
                    <a:lnTo>
                      <a:pt x="277" y="20776"/>
                    </a:lnTo>
                    <a:cubicBezTo>
                      <a:pt x="304" y="20767"/>
                      <a:pt x="330" y="20740"/>
                      <a:pt x="330" y="20713"/>
                    </a:cubicBezTo>
                    <a:cubicBezTo>
                      <a:pt x="330" y="20704"/>
                      <a:pt x="330" y="20704"/>
                      <a:pt x="330" y="20704"/>
                    </a:cubicBezTo>
                    <a:cubicBezTo>
                      <a:pt x="286" y="20410"/>
                      <a:pt x="250" y="20115"/>
                      <a:pt x="223" y="19812"/>
                    </a:cubicBezTo>
                    <a:cubicBezTo>
                      <a:pt x="214" y="19776"/>
                      <a:pt x="188" y="19759"/>
                      <a:pt x="152" y="19759"/>
                    </a:cubicBezTo>
                    <a:close/>
                    <a:moveTo>
                      <a:pt x="35916" y="19776"/>
                    </a:moveTo>
                    <a:cubicBezTo>
                      <a:pt x="35881" y="19776"/>
                      <a:pt x="35854" y="19803"/>
                      <a:pt x="35845" y="19839"/>
                    </a:cubicBezTo>
                    <a:cubicBezTo>
                      <a:pt x="35818" y="20124"/>
                      <a:pt x="35783" y="20428"/>
                      <a:pt x="35738" y="20722"/>
                    </a:cubicBezTo>
                    <a:cubicBezTo>
                      <a:pt x="35738" y="20722"/>
                      <a:pt x="35738" y="20722"/>
                      <a:pt x="35738" y="20731"/>
                    </a:cubicBezTo>
                    <a:cubicBezTo>
                      <a:pt x="35738" y="20758"/>
                      <a:pt x="35765" y="20785"/>
                      <a:pt x="35792" y="20793"/>
                    </a:cubicBezTo>
                    <a:lnTo>
                      <a:pt x="35800" y="20793"/>
                    </a:lnTo>
                    <a:cubicBezTo>
                      <a:pt x="35836" y="20793"/>
                      <a:pt x="35863" y="20767"/>
                      <a:pt x="35863" y="20740"/>
                    </a:cubicBezTo>
                    <a:cubicBezTo>
                      <a:pt x="35908" y="20446"/>
                      <a:pt x="35952" y="20142"/>
                      <a:pt x="35979" y="19848"/>
                    </a:cubicBezTo>
                    <a:cubicBezTo>
                      <a:pt x="35979" y="19848"/>
                      <a:pt x="35979" y="19839"/>
                      <a:pt x="35979" y="19839"/>
                    </a:cubicBezTo>
                    <a:cubicBezTo>
                      <a:pt x="35979" y="19803"/>
                      <a:pt x="35952" y="19776"/>
                      <a:pt x="35916" y="19776"/>
                    </a:cubicBezTo>
                    <a:close/>
                    <a:moveTo>
                      <a:pt x="428" y="21532"/>
                    </a:moveTo>
                    <a:cubicBezTo>
                      <a:pt x="423" y="21532"/>
                      <a:pt x="417" y="21532"/>
                      <a:pt x="411" y="21534"/>
                    </a:cubicBezTo>
                    <a:cubicBezTo>
                      <a:pt x="375" y="21534"/>
                      <a:pt x="357" y="21561"/>
                      <a:pt x="357" y="21596"/>
                    </a:cubicBezTo>
                    <a:cubicBezTo>
                      <a:pt x="357" y="21596"/>
                      <a:pt x="357" y="21605"/>
                      <a:pt x="357" y="21605"/>
                    </a:cubicBezTo>
                    <a:cubicBezTo>
                      <a:pt x="420" y="21900"/>
                      <a:pt x="482" y="22194"/>
                      <a:pt x="553" y="22480"/>
                    </a:cubicBezTo>
                    <a:cubicBezTo>
                      <a:pt x="562" y="22506"/>
                      <a:pt x="589" y="22533"/>
                      <a:pt x="616" y="22533"/>
                    </a:cubicBezTo>
                    <a:cubicBezTo>
                      <a:pt x="625" y="22533"/>
                      <a:pt x="634" y="22533"/>
                      <a:pt x="634" y="22524"/>
                    </a:cubicBezTo>
                    <a:cubicBezTo>
                      <a:pt x="661" y="22524"/>
                      <a:pt x="687" y="22497"/>
                      <a:pt x="687" y="22462"/>
                    </a:cubicBezTo>
                    <a:cubicBezTo>
                      <a:pt x="687" y="22462"/>
                      <a:pt x="678" y="22453"/>
                      <a:pt x="678" y="22453"/>
                    </a:cubicBezTo>
                    <a:cubicBezTo>
                      <a:pt x="607" y="22167"/>
                      <a:pt x="545" y="21873"/>
                      <a:pt x="482" y="21587"/>
                    </a:cubicBezTo>
                    <a:lnTo>
                      <a:pt x="482" y="21579"/>
                    </a:lnTo>
                    <a:cubicBezTo>
                      <a:pt x="475" y="21549"/>
                      <a:pt x="455" y="21532"/>
                      <a:pt x="428" y="21532"/>
                    </a:cubicBezTo>
                    <a:close/>
                    <a:moveTo>
                      <a:pt x="35640" y="21549"/>
                    </a:moveTo>
                    <a:cubicBezTo>
                      <a:pt x="35611" y="21549"/>
                      <a:pt x="35586" y="21567"/>
                      <a:pt x="35586" y="21596"/>
                    </a:cubicBezTo>
                    <a:cubicBezTo>
                      <a:pt x="35524" y="21891"/>
                      <a:pt x="35461" y="22176"/>
                      <a:pt x="35381" y="22471"/>
                    </a:cubicBezTo>
                    <a:cubicBezTo>
                      <a:pt x="35381" y="22471"/>
                      <a:pt x="35381" y="22480"/>
                      <a:pt x="35381" y="22488"/>
                    </a:cubicBezTo>
                    <a:cubicBezTo>
                      <a:pt x="35381" y="22515"/>
                      <a:pt x="35399" y="22542"/>
                      <a:pt x="35435" y="22551"/>
                    </a:cubicBezTo>
                    <a:lnTo>
                      <a:pt x="35444" y="22551"/>
                    </a:lnTo>
                    <a:cubicBezTo>
                      <a:pt x="35479" y="22551"/>
                      <a:pt x="35506" y="22533"/>
                      <a:pt x="35506" y="22497"/>
                    </a:cubicBezTo>
                    <a:cubicBezTo>
                      <a:pt x="35586" y="22212"/>
                      <a:pt x="35649" y="21918"/>
                      <a:pt x="35711" y="21623"/>
                    </a:cubicBezTo>
                    <a:cubicBezTo>
                      <a:pt x="35711" y="21623"/>
                      <a:pt x="35711" y="21614"/>
                      <a:pt x="35711" y="21614"/>
                    </a:cubicBezTo>
                    <a:cubicBezTo>
                      <a:pt x="35711" y="21579"/>
                      <a:pt x="35693" y="21552"/>
                      <a:pt x="35658" y="21552"/>
                    </a:cubicBezTo>
                    <a:cubicBezTo>
                      <a:pt x="35652" y="21550"/>
                      <a:pt x="35646" y="21549"/>
                      <a:pt x="35640" y="21549"/>
                    </a:cubicBezTo>
                    <a:close/>
                    <a:moveTo>
                      <a:pt x="857" y="23262"/>
                    </a:moveTo>
                    <a:cubicBezTo>
                      <a:pt x="851" y="23262"/>
                      <a:pt x="845" y="23263"/>
                      <a:pt x="839" y="23265"/>
                    </a:cubicBezTo>
                    <a:cubicBezTo>
                      <a:pt x="812" y="23273"/>
                      <a:pt x="794" y="23300"/>
                      <a:pt x="794" y="23327"/>
                    </a:cubicBezTo>
                    <a:cubicBezTo>
                      <a:pt x="794" y="23336"/>
                      <a:pt x="794" y="23345"/>
                      <a:pt x="803" y="23345"/>
                    </a:cubicBezTo>
                    <a:cubicBezTo>
                      <a:pt x="884" y="23630"/>
                      <a:pt x="982" y="23916"/>
                      <a:pt x="1089" y="24201"/>
                    </a:cubicBezTo>
                    <a:cubicBezTo>
                      <a:pt x="1098" y="24228"/>
                      <a:pt x="1124" y="24246"/>
                      <a:pt x="1151" y="24246"/>
                    </a:cubicBezTo>
                    <a:cubicBezTo>
                      <a:pt x="1151" y="24246"/>
                      <a:pt x="1160" y="24246"/>
                      <a:pt x="1169" y="24237"/>
                    </a:cubicBezTo>
                    <a:cubicBezTo>
                      <a:pt x="1196" y="24228"/>
                      <a:pt x="1214" y="24210"/>
                      <a:pt x="1214" y="24183"/>
                    </a:cubicBezTo>
                    <a:cubicBezTo>
                      <a:pt x="1214" y="24175"/>
                      <a:pt x="1214" y="24166"/>
                      <a:pt x="1205" y="24157"/>
                    </a:cubicBezTo>
                    <a:cubicBezTo>
                      <a:pt x="1107" y="23880"/>
                      <a:pt x="1008" y="23595"/>
                      <a:pt x="928" y="23309"/>
                    </a:cubicBezTo>
                    <a:lnTo>
                      <a:pt x="919" y="23309"/>
                    </a:lnTo>
                    <a:cubicBezTo>
                      <a:pt x="912" y="23280"/>
                      <a:pt x="886" y="23262"/>
                      <a:pt x="857" y="23262"/>
                    </a:cubicBezTo>
                    <a:close/>
                    <a:moveTo>
                      <a:pt x="35206" y="23280"/>
                    </a:moveTo>
                    <a:cubicBezTo>
                      <a:pt x="35180" y="23280"/>
                      <a:pt x="35148" y="23297"/>
                      <a:pt x="35140" y="23327"/>
                    </a:cubicBezTo>
                    <a:cubicBezTo>
                      <a:pt x="35060" y="23612"/>
                      <a:pt x="34962" y="23889"/>
                      <a:pt x="34855" y="24175"/>
                    </a:cubicBezTo>
                    <a:cubicBezTo>
                      <a:pt x="34855" y="24183"/>
                      <a:pt x="34855" y="24192"/>
                      <a:pt x="34855" y="24192"/>
                    </a:cubicBezTo>
                    <a:cubicBezTo>
                      <a:pt x="34855" y="24219"/>
                      <a:pt x="34873" y="24246"/>
                      <a:pt x="34899" y="24255"/>
                    </a:cubicBezTo>
                    <a:cubicBezTo>
                      <a:pt x="34899" y="24255"/>
                      <a:pt x="34908" y="24264"/>
                      <a:pt x="34917" y="24264"/>
                    </a:cubicBezTo>
                    <a:cubicBezTo>
                      <a:pt x="34944" y="24264"/>
                      <a:pt x="34971" y="24246"/>
                      <a:pt x="34980" y="24219"/>
                    </a:cubicBezTo>
                    <a:cubicBezTo>
                      <a:pt x="34980" y="24219"/>
                      <a:pt x="34980" y="24219"/>
                      <a:pt x="34980" y="24210"/>
                    </a:cubicBezTo>
                    <a:cubicBezTo>
                      <a:pt x="35078" y="23934"/>
                      <a:pt x="35176" y="23648"/>
                      <a:pt x="35265" y="23363"/>
                    </a:cubicBezTo>
                    <a:cubicBezTo>
                      <a:pt x="35265" y="23363"/>
                      <a:pt x="35265" y="23354"/>
                      <a:pt x="35265" y="23345"/>
                    </a:cubicBezTo>
                    <a:cubicBezTo>
                      <a:pt x="35265" y="23318"/>
                      <a:pt x="35247" y="23291"/>
                      <a:pt x="35221" y="23282"/>
                    </a:cubicBezTo>
                    <a:cubicBezTo>
                      <a:pt x="35216" y="23281"/>
                      <a:pt x="35211" y="23280"/>
                      <a:pt x="35206" y="23280"/>
                    </a:cubicBezTo>
                    <a:close/>
                    <a:moveTo>
                      <a:pt x="1478" y="24952"/>
                    </a:moveTo>
                    <a:cubicBezTo>
                      <a:pt x="1470" y="24952"/>
                      <a:pt x="1462" y="24955"/>
                      <a:pt x="1454" y="24960"/>
                    </a:cubicBezTo>
                    <a:cubicBezTo>
                      <a:pt x="1428" y="24968"/>
                      <a:pt x="1410" y="24986"/>
                      <a:pt x="1410" y="25013"/>
                    </a:cubicBezTo>
                    <a:cubicBezTo>
                      <a:pt x="1410" y="25022"/>
                      <a:pt x="1410" y="25031"/>
                      <a:pt x="1419" y="25040"/>
                    </a:cubicBezTo>
                    <a:cubicBezTo>
                      <a:pt x="1535" y="25316"/>
                      <a:pt x="1660" y="25593"/>
                      <a:pt x="1785" y="25861"/>
                    </a:cubicBezTo>
                    <a:cubicBezTo>
                      <a:pt x="1793" y="25878"/>
                      <a:pt x="1820" y="25896"/>
                      <a:pt x="1847" y="25896"/>
                    </a:cubicBezTo>
                    <a:cubicBezTo>
                      <a:pt x="1856" y="25896"/>
                      <a:pt x="1865" y="25896"/>
                      <a:pt x="1874" y="25887"/>
                    </a:cubicBezTo>
                    <a:cubicBezTo>
                      <a:pt x="1892" y="25878"/>
                      <a:pt x="1909" y="25861"/>
                      <a:pt x="1909" y="25834"/>
                    </a:cubicBezTo>
                    <a:cubicBezTo>
                      <a:pt x="1909" y="25825"/>
                      <a:pt x="1909" y="25816"/>
                      <a:pt x="1901" y="25807"/>
                    </a:cubicBezTo>
                    <a:cubicBezTo>
                      <a:pt x="1776" y="25531"/>
                      <a:pt x="1651" y="25263"/>
                      <a:pt x="1535" y="24986"/>
                    </a:cubicBezTo>
                    <a:cubicBezTo>
                      <a:pt x="1522" y="24967"/>
                      <a:pt x="1500" y="24952"/>
                      <a:pt x="1478" y="24952"/>
                    </a:cubicBezTo>
                    <a:close/>
                    <a:moveTo>
                      <a:pt x="34590" y="24961"/>
                    </a:moveTo>
                    <a:cubicBezTo>
                      <a:pt x="34566" y="24961"/>
                      <a:pt x="34540" y="24978"/>
                      <a:pt x="34534" y="25004"/>
                    </a:cubicBezTo>
                    <a:cubicBezTo>
                      <a:pt x="34418" y="25272"/>
                      <a:pt x="34293" y="25548"/>
                      <a:pt x="34168" y="25816"/>
                    </a:cubicBezTo>
                    <a:cubicBezTo>
                      <a:pt x="34159" y="25825"/>
                      <a:pt x="34159" y="25834"/>
                      <a:pt x="34159" y="25843"/>
                    </a:cubicBezTo>
                    <a:cubicBezTo>
                      <a:pt x="34159" y="25870"/>
                      <a:pt x="34168" y="25887"/>
                      <a:pt x="34195" y="25896"/>
                    </a:cubicBezTo>
                    <a:cubicBezTo>
                      <a:pt x="34204" y="25905"/>
                      <a:pt x="34213" y="25905"/>
                      <a:pt x="34221" y="25905"/>
                    </a:cubicBezTo>
                    <a:cubicBezTo>
                      <a:pt x="34248" y="25905"/>
                      <a:pt x="34266" y="25887"/>
                      <a:pt x="34284" y="25870"/>
                    </a:cubicBezTo>
                    <a:cubicBezTo>
                      <a:pt x="34409" y="25602"/>
                      <a:pt x="34534" y="25325"/>
                      <a:pt x="34650" y="25049"/>
                    </a:cubicBezTo>
                    <a:cubicBezTo>
                      <a:pt x="34650" y="25040"/>
                      <a:pt x="34659" y="25040"/>
                      <a:pt x="34659" y="25031"/>
                    </a:cubicBezTo>
                    <a:cubicBezTo>
                      <a:pt x="34659" y="25004"/>
                      <a:pt x="34641" y="24977"/>
                      <a:pt x="34614" y="24968"/>
                    </a:cubicBezTo>
                    <a:cubicBezTo>
                      <a:pt x="34607" y="24964"/>
                      <a:pt x="34598" y="24961"/>
                      <a:pt x="34590" y="24961"/>
                    </a:cubicBezTo>
                    <a:close/>
                    <a:moveTo>
                      <a:pt x="2257" y="26565"/>
                    </a:moveTo>
                    <a:cubicBezTo>
                      <a:pt x="2245" y="26565"/>
                      <a:pt x="2234" y="26568"/>
                      <a:pt x="2222" y="26574"/>
                    </a:cubicBezTo>
                    <a:cubicBezTo>
                      <a:pt x="2204" y="26583"/>
                      <a:pt x="2195" y="26610"/>
                      <a:pt x="2195" y="26628"/>
                    </a:cubicBezTo>
                    <a:cubicBezTo>
                      <a:pt x="2195" y="26637"/>
                      <a:pt x="2195" y="26655"/>
                      <a:pt x="2195" y="26663"/>
                    </a:cubicBezTo>
                    <a:cubicBezTo>
                      <a:pt x="2338" y="26922"/>
                      <a:pt x="2489" y="27190"/>
                      <a:pt x="2650" y="27440"/>
                    </a:cubicBezTo>
                    <a:cubicBezTo>
                      <a:pt x="2659" y="27457"/>
                      <a:pt x="2686" y="27466"/>
                      <a:pt x="2703" y="27466"/>
                    </a:cubicBezTo>
                    <a:cubicBezTo>
                      <a:pt x="2712" y="27466"/>
                      <a:pt x="2730" y="27466"/>
                      <a:pt x="2739" y="27457"/>
                    </a:cubicBezTo>
                    <a:cubicBezTo>
                      <a:pt x="2757" y="27449"/>
                      <a:pt x="2766" y="27431"/>
                      <a:pt x="2766" y="27404"/>
                    </a:cubicBezTo>
                    <a:cubicBezTo>
                      <a:pt x="2766" y="27395"/>
                      <a:pt x="2766" y="27386"/>
                      <a:pt x="2757" y="27368"/>
                    </a:cubicBezTo>
                    <a:cubicBezTo>
                      <a:pt x="2605" y="27118"/>
                      <a:pt x="2454" y="26860"/>
                      <a:pt x="2311" y="26601"/>
                    </a:cubicBezTo>
                    <a:cubicBezTo>
                      <a:pt x="2299" y="26577"/>
                      <a:pt x="2279" y="26565"/>
                      <a:pt x="2257" y="26565"/>
                    </a:cubicBezTo>
                    <a:close/>
                    <a:moveTo>
                      <a:pt x="33810" y="26574"/>
                    </a:moveTo>
                    <a:cubicBezTo>
                      <a:pt x="33788" y="26574"/>
                      <a:pt x="33769" y="26584"/>
                      <a:pt x="33758" y="26601"/>
                    </a:cubicBezTo>
                    <a:cubicBezTo>
                      <a:pt x="33615" y="26869"/>
                      <a:pt x="33463" y="27127"/>
                      <a:pt x="33312" y="27377"/>
                    </a:cubicBezTo>
                    <a:cubicBezTo>
                      <a:pt x="33303" y="27386"/>
                      <a:pt x="33303" y="27395"/>
                      <a:pt x="33303" y="27413"/>
                    </a:cubicBezTo>
                    <a:cubicBezTo>
                      <a:pt x="33303" y="27431"/>
                      <a:pt x="33312" y="27449"/>
                      <a:pt x="33329" y="27466"/>
                    </a:cubicBezTo>
                    <a:cubicBezTo>
                      <a:pt x="33338" y="27475"/>
                      <a:pt x="33356" y="27475"/>
                      <a:pt x="33365" y="27475"/>
                    </a:cubicBezTo>
                    <a:cubicBezTo>
                      <a:pt x="33392" y="27475"/>
                      <a:pt x="33410" y="27466"/>
                      <a:pt x="33419" y="27440"/>
                    </a:cubicBezTo>
                    <a:cubicBezTo>
                      <a:pt x="33579" y="27190"/>
                      <a:pt x="33731" y="26931"/>
                      <a:pt x="33865" y="26672"/>
                    </a:cubicBezTo>
                    <a:lnTo>
                      <a:pt x="33874" y="26663"/>
                    </a:lnTo>
                    <a:cubicBezTo>
                      <a:pt x="33874" y="26655"/>
                      <a:pt x="33874" y="26646"/>
                      <a:pt x="33874" y="26637"/>
                    </a:cubicBezTo>
                    <a:cubicBezTo>
                      <a:pt x="33874" y="26610"/>
                      <a:pt x="33865" y="26592"/>
                      <a:pt x="33847" y="26583"/>
                    </a:cubicBezTo>
                    <a:cubicBezTo>
                      <a:pt x="33834" y="26577"/>
                      <a:pt x="33822" y="26574"/>
                      <a:pt x="33810" y="26574"/>
                    </a:cubicBezTo>
                    <a:close/>
                    <a:moveTo>
                      <a:pt x="3193" y="28093"/>
                    </a:moveTo>
                    <a:cubicBezTo>
                      <a:pt x="3181" y="28093"/>
                      <a:pt x="3169" y="28098"/>
                      <a:pt x="3158" y="28109"/>
                    </a:cubicBezTo>
                    <a:cubicBezTo>
                      <a:pt x="3141" y="28118"/>
                      <a:pt x="3123" y="28135"/>
                      <a:pt x="3123" y="28162"/>
                    </a:cubicBezTo>
                    <a:cubicBezTo>
                      <a:pt x="3123" y="28171"/>
                      <a:pt x="3132" y="28180"/>
                      <a:pt x="3132" y="28189"/>
                    </a:cubicBezTo>
                    <a:lnTo>
                      <a:pt x="3141" y="28198"/>
                    </a:lnTo>
                    <a:cubicBezTo>
                      <a:pt x="3310" y="28439"/>
                      <a:pt x="3488" y="28689"/>
                      <a:pt x="3667" y="28920"/>
                    </a:cubicBezTo>
                    <a:cubicBezTo>
                      <a:pt x="3676" y="28938"/>
                      <a:pt x="3694" y="28947"/>
                      <a:pt x="3711" y="28947"/>
                    </a:cubicBezTo>
                    <a:cubicBezTo>
                      <a:pt x="3729" y="28947"/>
                      <a:pt x="3738" y="28947"/>
                      <a:pt x="3756" y="28938"/>
                    </a:cubicBezTo>
                    <a:cubicBezTo>
                      <a:pt x="3774" y="28920"/>
                      <a:pt x="3783" y="28903"/>
                      <a:pt x="3783" y="28885"/>
                    </a:cubicBezTo>
                    <a:cubicBezTo>
                      <a:pt x="3783" y="28867"/>
                      <a:pt x="3774" y="28858"/>
                      <a:pt x="3765" y="28849"/>
                    </a:cubicBezTo>
                    <a:cubicBezTo>
                      <a:pt x="3587" y="28608"/>
                      <a:pt x="3408" y="28367"/>
                      <a:pt x="3248" y="28127"/>
                    </a:cubicBezTo>
                    <a:cubicBezTo>
                      <a:pt x="3231" y="28105"/>
                      <a:pt x="3212" y="28093"/>
                      <a:pt x="3193" y="28093"/>
                    </a:cubicBezTo>
                    <a:close/>
                    <a:moveTo>
                      <a:pt x="32881" y="28099"/>
                    </a:moveTo>
                    <a:cubicBezTo>
                      <a:pt x="32859" y="28099"/>
                      <a:pt x="32838" y="28109"/>
                      <a:pt x="32821" y="28127"/>
                    </a:cubicBezTo>
                    <a:cubicBezTo>
                      <a:pt x="32660" y="28367"/>
                      <a:pt x="32482" y="28617"/>
                      <a:pt x="32303" y="28849"/>
                    </a:cubicBezTo>
                    <a:cubicBezTo>
                      <a:pt x="32295" y="28858"/>
                      <a:pt x="32295" y="28876"/>
                      <a:pt x="32295" y="28885"/>
                    </a:cubicBezTo>
                    <a:cubicBezTo>
                      <a:pt x="32295" y="28912"/>
                      <a:pt x="32303" y="28929"/>
                      <a:pt x="32312" y="28938"/>
                    </a:cubicBezTo>
                    <a:cubicBezTo>
                      <a:pt x="32330" y="28947"/>
                      <a:pt x="32339" y="28947"/>
                      <a:pt x="32357" y="28947"/>
                    </a:cubicBezTo>
                    <a:cubicBezTo>
                      <a:pt x="32375" y="28947"/>
                      <a:pt x="32393" y="28938"/>
                      <a:pt x="32402" y="28929"/>
                    </a:cubicBezTo>
                    <a:lnTo>
                      <a:pt x="32411" y="28929"/>
                    </a:lnTo>
                    <a:cubicBezTo>
                      <a:pt x="32411" y="28929"/>
                      <a:pt x="32411" y="28920"/>
                      <a:pt x="32411" y="28920"/>
                    </a:cubicBezTo>
                    <a:cubicBezTo>
                      <a:pt x="32589" y="28689"/>
                      <a:pt x="32767" y="28439"/>
                      <a:pt x="32928" y="28198"/>
                    </a:cubicBezTo>
                    <a:cubicBezTo>
                      <a:pt x="32937" y="28189"/>
                      <a:pt x="32946" y="28171"/>
                      <a:pt x="32946" y="28162"/>
                    </a:cubicBezTo>
                    <a:cubicBezTo>
                      <a:pt x="32946" y="28144"/>
                      <a:pt x="32928" y="28118"/>
                      <a:pt x="32919" y="28109"/>
                    </a:cubicBezTo>
                    <a:cubicBezTo>
                      <a:pt x="32906" y="28102"/>
                      <a:pt x="32894" y="28099"/>
                      <a:pt x="32881" y="28099"/>
                    </a:cubicBezTo>
                    <a:close/>
                    <a:moveTo>
                      <a:pt x="4273" y="29524"/>
                    </a:moveTo>
                    <a:cubicBezTo>
                      <a:pt x="4257" y="29524"/>
                      <a:pt x="4241" y="29528"/>
                      <a:pt x="4229" y="29536"/>
                    </a:cubicBezTo>
                    <a:cubicBezTo>
                      <a:pt x="4220" y="29545"/>
                      <a:pt x="4211" y="29563"/>
                      <a:pt x="4211" y="29590"/>
                    </a:cubicBezTo>
                    <a:cubicBezTo>
                      <a:pt x="4211" y="29598"/>
                      <a:pt x="4220" y="29616"/>
                      <a:pt x="4229" y="29625"/>
                    </a:cubicBezTo>
                    <a:cubicBezTo>
                      <a:pt x="4416" y="29857"/>
                      <a:pt x="4613" y="30080"/>
                      <a:pt x="4818" y="30303"/>
                    </a:cubicBezTo>
                    <a:cubicBezTo>
                      <a:pt x="4836" y="30312"/>
                      <a:pt x="4853" y="30321"/>
                      <a:pt x="4871" y="30321"/>
                    </a:cubicBezTo>
                    <a:cubicBezTo>
                      <a:pt x="4880" y="30321"/>
                      <a:pt x="4898" y="30312"/>
                      <a:pt x="4907" y="30303"/>
                    </a:cubicBezTo>
                    <a:cubicBezTo>
                      <a:pt x="4925" y="30294"/>
                      <a:pt x="4934" y="30276"/>
                      <a:pt x="4934" y="30259"/>
                    </a:cubicBezTo>
                    <a:cubicBezTo>
                      <a:pt x="4934" y="30241"/>
                      <a:pt x="4925" y="30223"/>
                      <a:pt x="4916" y="30214"/>
                    </a:cubicBezTo>
                    <a:cubicBezTo>
                      <a:pt x="4711" y="30000"/>
                      <a:pt x="4514" y="29768"/>
                      <a:pt x="4327" y="29545"/>
                    </a:cubicBezTo>
                    <a:cubicBezTo>
                      <a:pt x="4312" y="29530"/>
                      <a:pt x="4292" y="29524"/>
                      <a:pt x="4273" y="29524"/>
                    </a:cubicBezTo>
                    <a:close/>
                    <a:moveTo>
                      <a:pt x="31797" y="29524"/>
                    </a:moveTo>
                    <a:cubicBezTo>
                      <a:pt x="31778" y="29524"/>
                      <a:pt x="31760" y="29530"/>
                      <a:pt x="31750" y="29545"/>
                    </a:cubicBezTo>
                    <a:cubicBezTo>
                      <a:pt x="31554" y="29777"/>
                      <a:pt x="31358" y="30000"/>
                      <a:pt x="31153" y="30214"/>
                    </a:cubicBezTo>
                    <a:cubicBezTo>
                      <a:pt x="31144" y="30223"/>
                      <a:pt x="31135" y="30241"/>
                      <a:pt x="31135" y="30259"/>
                    </a:cubicBezTo>
                    <a:cubicBezTo>
                      <a:pt x="31135" y="30276"/>
                      <a:pt x="31144" y="30294"/>
                      <a:pt x="31162" y="30303"/>
                    </a:cubicBezTo>
                    <a:cubicBezTo>
                      <a:pt x="31170" y="30312"/>
                      <a:pt x="31188" y="30321"/>
                      <a:pt x="31206" y="30321"/>
                    </a:cubicBezTo>
                    <a:cubicBezTo>
                      <a:pt x="31224" y="30321"/>
                      <a:pt x="31242" y="30312"/>
                      <a:pt x="31251" y="30303"/>
                    </a:cubicBezTo>
                    <a:cubicBezTo>
                      <a:pt x="31456" y="30080"/>
                      <a:pt x="31652" y="29857"/>
                      <a:pt x="31848" y="29625"/>
                    </a:cubicBezTo>
                    <a:cubicBezTo>
                      <a:pt x="31857" y="29616"/>
                      <a:pt x="31857" y="29598"/>
                      <a:pt x="31857" y="29590"/>
                    </a:cubicBezTo>
                    <a:cubicBezTo>
                      <a:pt x="31857" y="29572"/>
                      <a:pt x="31848" y="29554"/>
                      <a:pt x="31840" y="29536"/>
                    </a:cubicBezTo>
                    <a:cubicBezTo>
                      <a:pt x="31828" y="29528"/>
                      <a:pt x="31812" y="29524"/>
                      <a:pt x="31797" y="29524"/>
                    </a:cubicBezTo>
                    <a:close/>
                    <a:moveTo>
                      <a:pt x="5492" y="30836"/>
                    </a:moveTo>
                    <a:cubicBezTo>
                      <a:pt x="5476" y="30836"/>
                      <a:pt x="5460" y="30843"/>
                      <a:pt x="5451" y="30856"/>
                    </a:cubicBezTo>
                    <a:cubicBezTo>
                      <a:pt x="5433" y="30865"/>
                      <a:pt x="5433" y="30883"/>
                      <a:pt x="5433" y="30901"/>
                    </a:cubicBezTo>
                    <a:cubicBezTo>
                      <a:pt x="5433" y="30919"/>
                      <a:pt x="5433" y="30928"/>
                      <a:pt x="5451" y="30946"/>
                    </a:cubicBezTo>
                    <a:cubicBezTo>
                      <a:pt x="5665" y="31151"/>
                      <a:pt x="5879" y="31356"/>
                      <a:pt x="6111" y="31552"/>
                    </a:cubicBezTo>
                    <a:cubicBezTo>
                      <a:pt x="6120" y="31570"/>
                      <a:pt x="6138" y="31570"/>
                      <a:pt x="6147" y="31570"/>
                    </a:cubicBezTo>
                    <a:cubicBezTo>
                      <a:pt x="6165" y="31570"/>
                      <a:pt x="6183" y="31561"/>
                      <a:pt x="6200" y="31552"/>
                    </a:cubicBezTo>
                    <a:cubicBezTo>
                      <a:pt x="6209" y="31534"/>
                      <a:pt x="6209" y="31525"/>
                      <a:pt x="6218" y="31508"/>
                    </a:cubicBezTo>
                    <a:cubicBezTo>
                      <a:pt x="6218" y="31490"/>
                      <a:pt x="6209" y="31472"/>
                      <a:pt x="6192" y="31463"/>
                    </a:cubicBezTo>
                    <a:cubicBezTo>
                      <a:pt x="5969" y="31267"/>
                      <a:pt x="5754" y="31062"/>
                      <a:pt x="5540" y="30856"/>
                    </a:cubicBezTo>
                    <a:cubicBezTo>
                      <a:pt x="5527" y="30843"/>
                      <a:pt x="5509" y="30836"/>
                      <a:pt x="5492" y="30836"/>
                    </a:cubicBezTo>
                    <a:close/>
                    <a:moveTo>
                      <a:pt x="30578" y="30836"/>
                    </a:moveTo>
                    <a:cubicBezTo>
                      <a:pt x="30562" y="30836"/>
                      <a:pt x="30546" y="30843"/>
                      <a:pt x="30537" y="30856"/>
                    </a:cubicBezTo>
                    <a:cubicBezTo>
                      <a:pt x="30323" y="31062"/>
                      <a:pt x="30100" y="31258"/>
                      <a:pt x="29877" y="31463"/>
                    </a:cubicBezTo>
                    <a:cubicBezTo>
                      <a:pt x="29868" y="31472"/>
                      <a:pt x="29859" y="31490"/>
                      <a:pt x="29859" y="31508"/>
                    </a:cubicBezTo>
                    <a:cubicBezTo>
                      <a:pt x="29859" y="31525"/>
                      <a:pt x="29859" y="31534"/>
                      <a:pt x="29877" y="31552"/>
                    </a:cubicBezTo>
                    <a:cubicBezTo>
                      <a:pt x="29886" y="31561"/>
                      <a:pt x="29904" y="31570"/>
                      <a:pt x="29922" y="31570"/>
                    </a:cubicBezTo>
                    <a:cubicBezTo>
                      <a:pt x="29930" y="31570"/>
                      <a:pt x="29948" y="31570"/>
                      <a:pt x="29957" y="31561"/>
                    </a:cubicBezTo>
                    <a:lnTo>
                      <a:pt x="29966" y="31552"/>
                    </a:lnTo>
                    <a:cubicBezTo>
                      <a:pt x="30189" y="31356"/>
                      <a:pt x="30412" y="31151"/>
                      <a:pt x="30626" y="30946"/>
                    </a:cubicBezTo>
                    <a:cubicBezTo>
                      <a:pt x="30635" y="30928"/>
                      <a:pt x="30644" y="30919"/>
                      <a:pt x="30644" y="30901"/>
                    </a:cubicBezTo>
                    <a:cubicBezTo>
                      <a:pt x="30644" y="30883"/>
                      <a:pt x="30635" y="30865"/>
                      <a:pt x="30626" y="30856"/>
                    </a:cubicBezTo>
                    <a:cubicBezTo>
                      <a:pt x="30613" y="30843"/>
                      <a:pt x="30595" y="30836"/>
                      <a:pt x="30578" y="30836"/>
                    </a:cubicBezTo>
                    <a:close/>
                    <a:moveTo>
                      <a:pt x="6839" y="32018"/>
                    </a:moveTo>
                    <a:cubicBezTo>
                      <a:pt x="6819" y="32018"/>
                      <a:pt x="6800" y="32027"/>
                      <a:pt x="6789" y="32043"/>
                    </a:cubicBezTo>
                    <a:cubicBezTo>
                      <a:pt x="6780" y="32052"/>
                      <a:pt x="6771" y="32070"/>
                      <a:pt x="6771" y="32079"/>
                    </a:cubicBezTo>
                    <a:cubicBezTo>
                      <a:pt x="6771" y="32096"/>
                      <a:pt x="6780" y="32114"/>
                      <a:pt x="6789" y="32132"/>
                    </a:cubicBezTo>
                    <a:lnTo>
                      <a:pt x="6798" y="32132"/>
                    </a:lnTo>
                    <a:cubicBezTo>
                      <a:pt x="7030" y="32319"/>
                      <a:pt x="7271" y="32507"/>
                      <a:pt x="7512" y="32676"/>
                    </a:cubicBezTo>
                    <a:cubicBezTo>
                      <a:pt x="7521" y="32685"/>
                      <a:pt x="7539" y="32685"/>
                      <a:pt x="7548" y="32685"/>
                    </a:cubicBezTo>
                    <a:cubicBezTo>
                      <a:pt x="7565" y="32685"/>
                      <a:pt x="7592" y="32676"/>
                      <a:pt x="7601" y="32658"/>
                    </a:cubicBezTo>
                    <a:cubicBezTo>
                      <a:pt x="7610" y="32649"/>
                      <a:pt x="7610" y="32641"/>
                      <a:pt x="7610" y="32623"/>
                    </a:cubicBezTo>
                    <a:cubicBezTo>
                      <a:pt x="7610" y="32605"/>
                      <a:pt x="7601" y="32587"/>
                      <a:pt x="7592" y="32569"/>
                    </a:cubicBezTo>
                    <a:lnTo>
                      <a:pt x="7583" y="32569"/>
                    </a:lnTo>
                    <a:cubicBezTo>
                      <a:pt x="7342" y="32400"/>
                      <a:pt x="7110" y="32221"/>
                      <a:pt x="6878" y="32034"/>
                    </a:cubicBezTo>
                    <a:cubicBezTo>
                      <a:pt x="6867" y="32023"/>
                      <a:pt x="6853" y="32018"/>
                      <a:pt x="6839" y="32018"/>
                    </a:cubicBezTo>
                    <a:close/>
                    <a:moveTo>
                      <a:pt x="29237" y="32021"/>
                    </a:moveTo>
                    <a:cubicBezTo>
                      <a:pt x="29222" y="32021"/>
                      <a:pt x="29206" y="32026"/>
                      <a:pt x="29190" y="32034"/>
                    </a:cubicBezTo>
                    <a:cubicBezTo>
                      <a:pt x="28967" y="32221"/>
                      <a:pt x="28726" y="32400"/>
                      <a:pt x="28485" y="32569"/>
                    </a:cubicBezTo>
                    <a:cubicBezTo>
                      <a:pt x="28467" y="32587"/>
                      <a:pt x="28458" y="32605"/>
                      <a:pt x="28458" y="32623"/>
                    </a:cubicBezTo>
                    <a:cubicBezTo>
                      <a:pt x="28458" y="32641"/>
                      <a:pt x="28458" y="32649"/>
                      <a:pt x="28467" y="32667"/>
                    </a:cubicBezTo>
                    <a:cubicBezTo>
                      <a:pt x="28476" y="32676"/>
                      <a:pt x="28503" y="32694"/>
                      <a:pt x="28521" y="32694"/>
                    </a:cubicBezTo>
                    <a:cubicBezTo>
                      <a:pt x="28530" y="32694"/>
                      <a:pt x="28548" y="32685"/>
                      <a:pt x="28557" y="32676"/>
                    </a:cubicBezTo>
                    <a:cubicBezTo>
                      <a:pt x="28797" y="32507"/>
                      <a:pt x="29038" y="32319"/>
                      <a:pt x="29270" y="32132"/>
                    </a:cubicBezTo>
                    <a:cubicBezTo>
                      <a:pt x="29288" y="32123"/>
                      <a:pt x="29297" y="32105"/>
                      <a:pt x="29297" y="32087"/>
                    </a:cubicBezTo>
                    <a:cubicBezTo>
                      <a:pt x="29297" y="32070"/>
                      <a:pt x="29297" y="32052"/>
                      <a:pt x="29288" y="32043"/>
                    </a:cubicBezTo>
                    <a:cubicBezTo>
                      <a:pt x="29273" y="32028"/>
                      <a:pt x="29256" y="32021"/>
                      <a:pt x="29237" y="32021"/>
                    </a:cubicBezTo>
                    <a:close/>
                    <a:moveTo>
                      <a:pt x="8291" y="33068"/>
                    </a:moveTo>
                    <a:cubicBezTo>
                      <a:pt x="8269" y="33068"/>
                      <a:pt x="8246" y="33078"/>
                      <a:pt x="8234" y="33096"/>
                    </a:cubicBezTo>
                    <a:cubicBezTo>
                      <a:pt x="8226" y="33104"/>
                      <a:pt x="8226" y="33113"/>
                      <a:pt x="8226" y="33131"/>
                    </a:cubicBezTo>
                    <a:cubicBezTo>
                      <a:pt x="8226" y="33149"/>
                      <a:pt x="8234" y="33167"/>
                      <a:pt x="8243" y="33176"/>
                    </a:cubicBezTo>
                    <a:lnTo>
                      <a:pt x="8252" y="33185"/>
                    </a:lnTo>
                    <a:cubicBezTo>
                      <a:pt x="8502" y="33345"/>
                      <a:pt x="8761" y="33506"/>
                      <a:pt x="9020" y="33649"/>
                    </a:cubicBezTo>
                    <a:cubicBezTo>
                      <a:pt x="9028" y="33658"/>
                      <a:pt x="9037" y="33658"/>
                      <a:pt x="9046" y="33658"/>
                    </a:cubicBezTo>
                    <a:cubicBezTo>
                      <a:pt x="9073" y="33658"/>
                      <a:pt x="9091" y="33649"/>
                      <a:pt x="9109" y="33631"/>
                    </a:cubicBezTo>
                    <a:cubicBezTo>
                      <a:pt x="9109" y="33622"/>
                      <a:pt x="9118" y="33604"/>
                      <a:pt x="9118" y="33595"/>
                    </a:cubicBezTo>
                    <a:cubicBezTo>
                      <a:pt x="9118" y="33577"/>
                      <a:pt x="9109" y="33559"/>
                      <a:pt x="9091" y="33550"/>
                    </a:cubicBezTo>
                    <a:lnTo>
                      <a:pt x="9082" y="33542"/>
                    </a:lnTo>
                    <a:cubicBezTo>
                      <a:pt x="8823" y="33390"/>
                      <a:pt x="8573" y="33238"/>
                      <a:pt x="8324" y="33078"/>
                    </a:cubicBezTo>
                    <a:cubicBezTo>
                      <a:pt x="8314" y="33071"/>
                      <a:pt x="8302" y="33068"/>
                      <a:pt x="8291" y="33068"/>
                    </a:cubicBezTo>
                    <a:close/>
                    <a:moveTo>
                      <a:pt x="27778" y="33068"/>
                    </a:moveTo>
                    <a:cubicBezTo>
                      <a:pt x="27766" y="33068"/>
                      <a:pt x="27754" y="33071"/>
                      <a:pt x="27745" y="33078"/>
                    </a:cubicBezTo>
                    <a:cubicBezTo>
                      <a:pt x="27495" y="33238"/>
                      <a:pt x="27236" y="33390"/>
                      <a:pt x="26987" y="33542"/>
                    </a:cubicBezTo>
                    <a:cubicBezTo>
                      <a:pt x="26960" y="33550"/>
                      <a:pt x="26951" y="33577"/>
                      <a:pt x="26951" y="33595"/>
                    </a:cubicBezTo>
                    <a:cubicBezTo>
                      <a:pt x="26951" y="33613"/>
                      <a:pt x="26951" y="33622"/>
                      <a:pt x="26960" y="33631"/>
                    </a:cubicBezTo>
                    <a:cubicBezTo>
                      <a:pt x="26969" y="33649"/>
                      <a:pt x="26995" y="33666"/>
                      <a:pt x="27013" y="33666"/>
                    </a:cubicBezTo>
                    <a:cubicBezTo>
                      <a:pt x="27022" y="33666"/>
                      <a:pt x="27040" y="33658"/>
                      <a:pt x="27049" y="33658"/>
                    </a:cubicBezTo>
                    <a:cubicBezTo>
                      <a:pt x="27308" y="33506"/>
                      <a:pt x="27566" y="33345"/>
                      <a:pt x="27816" y="33185"/>
                    </a:cubicBezTo>
                    <a:cubicBezTo>
                      <a:pt x="27834" y="33176"/>
                      <a:pt x="27843" y="33149"/>
                      <a:pt x="27843" y="33131"/>
                    </a:cubicBezTo>
                    <a:cubicBezTo>
                      <a:pt x="27843" y="33122"/>
                      <a:pt x="27843" y="33104"/>
                      <a:pt x="27834" y="33096"/>
                    </a:cubicBezTo>
                    <a:cubicBezTo>
                      <a:pt x="27822" y="33078"/>
                      <a:pt x="27800" y="33068"/>
                      <a:pt x="27778" y="33068"/>
                    </a:cubicBezTo>
                    <a:close/>
                    <a:moveTo>
                      <a:pt x="9832" y="33961"/>
                    </a:moveTo>
                    <a:cubicBezTo>
                      <a:pt x="9810" y="33961"/>
                      <a:pt x="9790" y="33973"/>
                      <a:pt x="9778" y="33997"/>
                    </a:cubicBezTo>
                    <a:cubicBezTo>
                      <a:pt x="9778" y="34005"/>
                      <a:pt x="9769" y="34014"/>
                      <a:pt x="9769" y="34023"/>
                    </a:cubicBezTo>
                    <a:cubicBezTo>
                      <a:pt x="9769" y="34050"/>
                      <a:pt x="9787" y="34068"/>
                      <a:pt x="9805" y="34086"/>
                    </a:cubicBezTo>
                    <a:cubicBezTo>
                      <a:pt x="10072" y="34220"/>
                      <a:pt x="10340" y="34353"/>
                      <a:pt x="10616" y="34469"/>
                    </a:cubicBezTo>
                    <a:cubicBezTo>
                      <a:pt x="10625" y="34478"/>
                      <a:pt x="10634" y="34478"/>
                      <a:pt x="10643" y="34478"/>
                    </a:cubicBezTo>
                    <a:cubicBezTo>
                      <a:pt x="10670" y="34478"/>
                      <a:pt x="10688" y="34460"/>
                      <a:pt x="10697" y="34443"/>
                    </a:cubicBezTo>
                    <a:cubicBezTo>
                      <a:pt x="10706" y="34434"/>
                      <a:pt x="10706" y="34425"/>
                      <a:pt x="10706" y="34416"/>
                    </a:cubicBezTo>
                    <a:cubicBezTo>
                      <a:pt x="10706" y="34389"/>
                      <a:pt x="10688" y="34362"/>
                      <a:pt x="10670" y="34353"/>
                    </a:cubicBezTo>
                    <a:lnTo>
                      <a:pt x="10661" y="34353"/>
                    </a:lnTo>
                    <a:cubicBezTo>
                      <a:pt x="10402" y="34228"/>
                      <a:pt x="10135" y="34104"/>
                      <a:pt x="9876" y="33970"/>
                    </a:cubicBezTo>
                    <a:lnTo>
                      <a:pt x="9867" y="33970"/>
                    </a:lnTo>
                    <a:cubicBezTo>
                      <a:pt x="9855" y="33964"/>
                      <a:pt x="9843" y="33961"/>
                      <a:pt x="9832" y="33961"/>
                    </a:cubicBezTo>
                    <a:close/>
                    <a:moveTo>
                      <a:pt x="26228" y="33966"/>
                    </a:moveTo>
                    <a:cubicBezTo>
                      <a:pt x="26219" y="33966"/>
                      <a:pt x="26210" y="33968"/>
                      <a:pt x="26201" y="33970"/>
                    </a:cubicBezTo>
                    <a:lnTo>
                      <a:pt x="26193" y="33970"/>
                    </a:lnTo>
                    <a:cubicBezTo>
                      <a:pt x="25934" y="34104"/>
                      <a:pt x="25666" y="34237"/>
                      <a:pt x="25390" y="34362"/>
                    </a:cubicBezTo>
                    <a:cubicBezTo>
                      <a:pt x="25372" y="34371"/>
                      <a:pt x="25354" y="34389"/>
                      <a:pt x="25354" y="34416"/>
                    </a:cubicBezTo>
                    <a:cubicBezTo>
                      <a:pt x="25354" y="34425"/>
                      <a:pt x="25354" y="34434"/>
                      <a:pt x="25363" y="34443"/>
                    </a:cubicBezTo>
                    <a:cubicBezTo>
                      <a:pt x="25372" y="34469"/>
                      <a:pt x="25399" y="34478"/>
                      <a:pt x="25416" y="34478"/>
                    </a:cubicBezTo>
                    <a:lnTo>
                      <a:pt x="25452" y="34478"/>
                    </a:lnTo>
                    <a:cubicBezTo>
                      <a:pt x="25720" y="34353"/>
                      <a:pt x="25987" y="34220"/>
                      <a:pt x="26255" y="34086"/>
                    </a:cubicBezTo>
                    <a:cubicBezTo>
                      <a:pt x="26282" y="34077"/>
                      <a:pt x="26291" y="34050"/>
                      <a:pt x="26291" y="34032"/>
                    </a:cubicBezTo>
                    <a:cubicBezTo>
                      <a:pt x="26291" y="34014"/>
                      <a:pt x="26291" y="34005"/>
                      <a:pt x="26282" y="33997"/>
                    </a:cubicBezTo>
                    <a:cubicBezTo>
                      <a:pt x="26275" y="33976"/>
                      <a:pt x="26253" y="33966"/>
                      <a:pt x="26228" y="33966"/>
                    </a:cubicBezTo>
                    <a:close/>
                    <a:moveTo>
                      <a:pt x="11466" y="34698"/>
                    </a:moveTo>
                    <a:cubicBezTo>
                      <a:pt x="11439" y="34698"/>
                      <a:pt x="11415" y="34710"/>
                      <a:pt x="11401" y="34737"/>
                    </a:cubicBezTo>
                    <a:cubicBezTo>
                      <a:pt x="11401" y="34746"/>
                      <a:pt x="11401" y="34755"/>
                      <a:pt x="11401" y="34764"/>
                    </a:cubicBezTo>
                    <a:cubicBezTo>
                      <a:pt x="11401" y="34791"/>
                      <a:pt x="11419" y="34808"/>
                      <a:pt x="11437" y="34817"/>
                    </a:cubicBezTo>
                    <a:lnTo>
                      <a:pt x="11446" y="34817"/>
                    </a:lnTo>
                    <a:cubicBezTo>
                      <a:pt x="11723" y="34933"/>
                      <a:pt x="12008" y="35031"/>
                      <a:pt x="12285" y="35129"/>
                    </a:cubicBezTo>
                    <a:lnTo>
                      <a:pt x="12302" y="35129"/>
                    </a:lnTo>
                    <a:cubicBezTo>
                      <a:pt x="12329" y="35129"/>
                      <a:pt x="12356" y="35112"/>
                      <a:pt x="12365" y="35085"/>
                    </a:cubicBezTo>
                    <a:cubicBezTo>
                      <a:pt x="12365" y="35085"/>
                      <a:pt x="12374" y="35076"/>
                      <a:pt x="12374" y="35067"/>
                    </a:cubicBezTo>
                    <a:cubicBezTo>
                      <a:pt x="12374" y="35040"/>
                      <a:pt x="12356" y="35014"/>
                      <a:pt x="12329" y="35005"/>
                    </a:cubicBezTo>
                    <a:cubicBezTo>
                      <a:pt x="12044" y="34915"/>
                      <a:pt x="11767" y="34808"/>
                      <a:pt x="11491" y="34701"/>
                    </a:cubicBezTo>
                    <a:cubicBezTo>
                      <a:pt x="11482" y="34699"/>
                      <a:pt x="11474" y="34698"/>
                      <a:pt x="11466" y="34698"/>
                    </a:cubicBezTo>
                    <a:close/>
                    <a:moveTo>
                      <a:pt x="24597" y="34703"/>
                    </a:moveTo>
                    <a:cubicBezTo>
                      <a:pt x="24588" y="34703"/>
                      <a:pt x="24578" y="34705"/>
                      <a:pt x="24569" y="34710"/>
                    </a:cubicBezTo>
                    <a:cubicBezTo>
                      <a:pt x="24292" y="34817"/>
                      <a:pt x="24007" y="34915"/>
                      <a:pt x="23730" y="35014"/>
                    </a:cubicBezTo>
                    <a:cubicBezTo>
                      <a:pt x="23704" y="35022"/>
                      <a:pt x="23686" y="35049"/>
                      <a:pt x="23686" y="35076"/>
                    </a:cubicBezTo>
                    <a:cubicBezTo>
                      <a:pt x="23686" y="35076"/>
                      <a:pt x="23686" y="35085"/>
                      <a:pt x="23686" y="35094"/>
                    </a:cubicBezTo>
                    <a:cubicBezTo>
                      <a:pt x="23695" y="35121"/>
                      <a:pt x="23721" y="35138"/>
                      <a:pt x="23748" y="35138"/>
                    </a:cubicBezTo>
                    <a:cubicBezTo>
                      <a:pt x="23757" y="35138"/>
                      <a:pt x="23766" y="35138"/>
                      <a:pt x="23766" y="35129"/>
                    </a:cubicBezTo>
                    <a:cubicBezTo>
                      <a:pt x="24051" y="35040"/>
                      <a:pt x="24337" y="34933"/>
                      <a:pt x="24614" y="34826"/>
                    </a:cubicBezTo>
                    <a:cubicBezTo>
                      <a:pt x="24640" y="34817"/>
                      <a:pt x="24658" y="34791"/>
                      <a:pt x="24658" y="34764"/>
                    </a:cubicBezTo>
                    <a:cubicBezTo>
                      <a:pt x="24658" y="34755"/>
                      <a:pt x="24658" y="34746"/>
                      <a:pt x="24649" y="34746"/>
                    </a:cubicBezTo>
                    <a:cubicBezTo>
                      <a:pt x="24643" y="34720"/>
                      <a:pt x="24622" y="34703"/>
                      <a:pt x="24597" y="34703"/>
                    </a:cubicBezTo>
                    <a:close/>
                    <a:moveTo>
                      <a:pt x="13162" y="35270"/>
                    </a:moveTo>
                    <a:cubicBezTo>
                      <a:pt x="13136" y="35270"/>
                      <a:pt x="13104" y="35287"/>
                      <a:pt x="13096" y="35317"/>
                    </a:cubicBezTo>
                    <a:cubicBezTo>
                      <a:pt x="13096" y="35317"/>
                      <a:pt x="13096" y="35326"/>
                      <a:pt x="13096" y="35335"/>
                    </a:cubicBezTo>
                    <a:cubicBezTo>
                      <a:pt x="13096" y="35361"/>
                      <a:pt x="13114" y="35388"/>
                      <a:pt x="13141" y="35397"/>
                    </a:cubicBezTo>
                    <a:cubicBezTo>
                      <a:pt x="13435" y="35477"/>
                      <a:pt x="13721" y="35549"/>
                      <a:pt x="14015" y="35611"/>
                    </a:cubicBezTo>
                    <a:cubicBezTo>
                      <a:pt x="14024" y="35620"/>
                      <a:pt x="14024" y="35620"/>
                      <a:pt x="14033" y="35620"/>
                    </a:cubicBezTo>
                    <a:cubicBezTo>
                      <a:pt x="14060" y="35620"/>
                      <a:pt x="14087" y="35593"/>
                      <a:pt x="14096" y="35567"/>
                    </a:cubicBezTo>
                    <a:cubicBezTo>
                      <a:pt x="14096" y="35558"/>
                      <a:pt x="14096" y="35558"/>
                      <a:pt x="14096" y="35549"/>
                    </a:cubicBezTo>
                    <a:cubicBezTo>
                      <a:pt x="14096" y="35522"/>
                      <a:pt x="14078" y="35495"/>
                      <a:pt x="14042" y="35486"/>
                    </a:cubicBezTo>
                    <a:cubicBezTo>
                      <a:pt x="13757" y="35424"/>
                      <a:pt x="13462" y="35353"/>
                      <a:pt x="13186" y="35272"/>
                    </a:cubicBezTo>
                    <a:lnTo>
                      <a:pt x="13177" y="35272"/>
                    </a:lnTo>
                    <a:cubicBezTo>
                      <a:pt x="13172" y="35271"/>
                      <a:pt x="13167" y="35270"/>
                      <a:pt x="13162" y="35270"/>
                    </a:cubicBezTo>
                    <a:close/>
                    <a:moveTo>
                      <a:pt x="22892" y="35270"/>
                    </a:moveTo>
                    <a:cubicBezTo>
                      <a:pt x="22886" y="35270"/>
                      <a:pt x="22880" y="35271"/>
                      <a:pt x="22874" y="35272"/>
                    </a:cubicBezTo>
                    <a:cubicBezTo>
                      <a:pt x="22588" y="35353"/>
                      <a:pt x="22303" y="35424"/>
                      <a:pt x="22017" y="35495"/>
                    </a:cubicBezTo>
                    <a:lnTo>
                      <a:pt x="22009" y="35495"/>
                    </a:lnTo>
                    <a:cubicBezTo>
                      <a:pt x="21982" y="35495"/>
                      <a:pt x="21964" y="35522"/>
                      <a:pt x="21964" y="35558"/>
                    </a:cubicBezTo>
                    <a:cubicBezTo>
                      <a:pt x="21964" y="35558"/>
                      <a:pt x="21964" y="35567"/>
                      <a:pt x="21964" y="35567"/>
                    </a:cubicBezTo>
                    <a:cubicBezTo>
                      <a:pt x="21973" y="35602"/>
                      <a:pt x="21991" y="35620"/>
                      <a:pt x="22026" y="35620"/>
                    </a:cubicBezTo>
                    <a:lnTo>
                      <a:pt x="22035" y="35620"/>
                    </a:lnTo>
                    <a:cubicBezTo>
                      <a:pt x="22330" y="35549"/>
                      <a:pt x="22624" y="35477"/>
                      <a:pt x="22910" y="35397"/>
                    </a:cubicBezTo>
                    <a:lnTo>
                      <a:pt x="22927" y="35388"/>
                    </a:lnTo>
                    <a:cubicBezTo>
                      <a:pt x="22945" y="35379"/>
                      <a:pt x="22954" y="35361"/>
                      <a:pt x="22954" y="35335"/>
                    </a:cubicBezTo>
                    <a:cubicBezTo>
                      <a:pt x="22954" y="35335"/>
                      <a:pt x="22954" y="35326"/>
                      <a:pt x="22954" y="35317"/>
                    </a:cubicBezTo>
                    <a:cubicBezTo>
                      <a:pt x="22947" y="35287"/>
                      <a:pt x="22921" y="35270"/>
                      <a:pt x="22892" y="35270"/>
                    </a:cubicBezTo>
                    <a:close/>
                    <a:moveTo>
                      <a:pt x="14903" y="35663"/>
                    </a:moveTo>
                    <a:cubicBezTo>
                      <a:pt x="14874" y="35663"/>
                      <a:pt x="14853" y="35687"/>
                      <a:pt x="14845" y="35718"/>
                    </a:cubicBezTo>
                    <a:cubicBezTo>
                      <a:pt x="14845" y="35718"/>
                      <a:pt x="14845" y="35727"/>
                      <a:pt x="14845" y="35727"/>
                    </a:cubicBezTo>
                    <a:cubicBezTo>
                      <a:pt x="14845" y="35763"/>
                      <a:pt x="14863" y="35790"/>
                      <a:pt x="14898" y="35790"/>
                    </a:cubicBezTo>
                    <a:cubicBezTo>
                      <a:pt x="15193" y="35843"/>
                      <a:pt x="15487" y="35888"/>
                      <a:pt x="15782" y="35923"/>
                    </a:cubicBezTo>
                    <a:lnTo>
                      <a:pt x="15791" y="35923"/>
                    </a:lnTo>
                    <a:cubicBezTo>
                      <a:pt x="15826" y="35923"/>
                      <a:pt x="15853" y="35906"/>
                      <a:pt x="15853" y="35870"/>
                    </a:cubicBezTo>
                    <a:cubicBezTo>
                      <a:pt x="15862" y="35870"/>
                      <a:pt x="15862" y="35861"/>
                      <a:pt x="15862" y="35861"/>
                    </a:cubicBezTo>
                    <a:cubicBezTo>
                      <a:pt x="15862" y="35825"/>
                      <a:pt x="15835" y="35799"/>
                      <a:pt x="15800" y="35799"/>
                    </a:cubicBezTo>
                    <a:cubicBezTo>
                      <a:pt x="15505" y="35763"/>
                      <a:pt x="15211" y="35718"/>
                      <a:pt x="14916" y="35665"/>
                    </a:cubicBezTo>
                    <a:cubicBezTo>
                      <a:pt x="14912" y="35664"/>
                      <a:pt x="14907" y="35663"/>
                      <a:pt x="14903" y="35663"/>
                    </a:cubicBezTo>
                    <a:close/>
                    <a:moveTo>
                      <a:pt x="21134" y="35665"/>
                    </a:moveTo>
                    <a:cubicBezTo>
                      <a:pt x="20840" y="35718"/>
                      <a:pt x="20546" y="35763"/>
                      <a:pt x="20251" y="35799"/>
                    </a:cubicBezTo>
                    <a:cubicBezTo>
                      <a:pt x="20215" y="35807"/>
                      <a:pt x="20198" y="35834"/>
                      <a:pt x="20198" y="35861"/>
                    </a:cubicBezTo>
                    <a:cubicBezTo>
                      <a:pt x="20198" y="35870"/>
                      <a:pt x="20198" y="35870"/>
                      <a:pt x="20198" y="35870"/>
                    </a:cubicBezTo>
                    <a:cubicBezTo>
                      <a:pt x="20198" y="35906"/>
                      <a:pt x="20233" y="35932"/>
                      <a:pt x="20269" y="35932"/>
                    </a:cubicBezTo>
                    <a:cubicBezTo>
                      <a:pt x="20269" y="35923"/>
                      <a:pt x="20269" y="35923"/>
                      <a:pt x="20269" y="35923"/>
                    </a:cubicBezTo>
                    <a:cubicBezTo>
                      <a:pt x="20563" y="35888"/>
                      <a:pt x="20867" y="35843"/>
                      <a:pt x="21161" y="35799"/>
                    </a:cubicBezTo>
                    <a:cubicBezTo>
                      <a:pt x="21188" y="35790"/>
                      <a:pt x="21215" y="35763"/>
                      <a:pt x="21215" y="35736"/>
                    </a:cubicBezTo>
                    <a:cubicBezTo>
                      <a:pt x="21215" y="35727"/>
                      <a:pt x="21215" y="35727"/>
                      <a:pt x="21206" y="35718"/>
                    </a:cubicBezTo>
                    <a:cubicBezTo>
                      <a:pt x="21206" y="35683"/>
                      <a:pt x="21170" y="35665"/>
                      <a:pt x="21134" y="35665"/>
                    </a:cubicBezTo>
                    <a:close/>
                    <a:moveTo>
                      <a:pt x="16692" y="35888"/>
                    </a:moveTo>
                    <a:cubicBezTo>
                      <a:pt x="16656" y="35888"/>
                      <a:pt x="16620" y="35915"/>
                      <a:pt x="16620" y="35941"/>
                    </a:cubicBezTo>
                    <a:cubicBezTo>
                      <a:pt x="16620" y="35950"/>
                      <a:pt x="16620" y="35950"/>
                      <a:pt x="16620" y="35950"/>
                    </a:cubicBezTo>
                    <a:cubicBezTo>
                      <a:pt x="16620" y="35986"/>
                      <a:pt x="16647" y="36013"/>
                      <a:pt x="16683" y="36013"/>
                    </a:cubicBezTo>
                    <a:cubicBezTo>
                      <a:pt x="16977" y="36039"/>
                      <a:pt x="17280" y="36048"/>
                      <a:pt x="17575" y="36057"/>
                    </a:cubicBezTo>
                    <a:cubicBezTo>
                      <a:pt x="17610" y="36057"/>
                      <a:pt x="17646" y="36031"/>
                      <a:pt x="17646" y="35995"/>
                    </a:cubicBezTo>
                    <a:cubicBezTo>
                      <a:pt x="17646" y="35959"/>
                      <a:pt x="17619" y="35932"/>
                      <a:pt x="17584" y="35932"/>
                    </a:cubicBezTo>
                    <a:cubicBezTo>
                      <a:pt x="17289" y="35923"/>
                      <a:pt x="16986" y="35906"/>
                      <a:pt x="16692" y="35888"/>
                    </a:cubicBezTo>
                    <a:close/>
                    <a:moveTo>
                      <a:pt x="19368" y="35888"/>
                    </a:moveTo>
                    <a:cubicBezTo>
                      <a:pt x="19074" y="35906"/>
                      <a:pt x="18770" y="35923"/>
                      <a:pt x="18476" y="35932"/>
                    </a:cubicBezTo>
                    <a:lnTo>
                      <a:pt x="18467" y="35932"/>
                    </a:lnTo>
                    <a:cubicBezTo>
                      <a:pt x="18440" y="35932"/>
                      <a:pt x="18413" y="35959"/>
                      <a:pt x="18413" y="35995"/>
                    </a:cubicBezTo>
                    <a:cubicBezTo>
                      <a:pt x="18413" y="36031"/>
                      <a:pt x="18440" y="36057"/>
                      <a:pt x="18476" y="36057"/>
                    </a:cubicBezTo>
                    <a:cubicBezTo>
                      <a:pt x="18779" y="36048"/>
                      <a:pt x="19074" y="36039"/>
                      <a:pt x="19368" y="36013"/>
                    </a:cubicBezTo>
                    <a:lnTo>
                      <a:pt x="19377" y="36013"/>
                    </a:lnTo>
                    <a:cubicBezTo>
                      <a:pt x="19413" y="36013"/>
                      <a:pt x="19430" y="35986"/>
                      <a:pt x="19430" y="35950"/>
                    </a:cubicBezTo>
                    <a:cubicBezTo>
                      <a:pt x="19430" y="35915"/>
                      <a:pt x="19404" y="35888"/>
                      <a:pt x="19368" y="3588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0"/>
              <p:cNvSpPr/>
              <p:nvPr/>
            </p:nvSpPr>
            <p:spPr>
              <a:xfrm>
                <a:off x="2573777" y="2150469"/>
                <a:ext cx="921667" cy="921667"/>
              </a:xfrm>
              <a:custGeom>
                <a:avLst/>
                <a:gdLst/>
                <a:ahLst/>
                <a:cxnLst/>
                <a:rect l="l" t="t" r="r" b="b"/>
                <a:pathLst>
                  <a:path w="28539" h="28539" extrusionOk="0">
                    <a:moveTo>
                      <a:pt x="13578" y="18"/>
                    </a:moveTo>
                    <a:cubicBezTo>
                      <a:pt x="13489" y="18"/>
                      <a:pt x="13409" y="27"/>
                      <a:pt x="13320" y="27"/>
                    </a:cubicBezTo>
                    <a:cubicBezTo>
                      <a:pt x="13284" y="36"/>
                      <a:pt x="13257" y="63"/>
                      <a:pt x="13257" y="98"/>
                    </a:cubicBezTo>
                    <a:cubicBezTo>
                      <a:pt x="13266" y="134"/>
                      <a:pt x="13293" y="161"/>
                      <a:pt x="13320" y="161"/>
                    </a:cubicBezTo>
                    <a:lnTo>
                      <a:pt x="13329" y="161"/>
                    </a:lnTo>
                    <a:cubicBezTo>
                      <a:pt x="13418" y="152"/>
                      <a:pt x="13498" y="152"/>
                      <a:pt x="13587" y="143"/>
                    </a:cubicBezTo>
                    <a:cubicBezTo>
                      <a:pt x="13623" y="143"/>
                      <a:pt x="13650" y="116"/>
                      <a:pt x="13650" y="81"/>
                    </a:cubicBezTo>
                    <a:cubicBezTo>
                      <a:pt x="13641" y="45"/>
                      <a:pt x="13614" y="18"/>
                      <a:pt x="13578" y="18"/>
                    </a:cubicBezTo>
                    <a:close/>
                    <a:moveTo>
                      <a:pt x="14354" y="0"/>
                    </a:moveTo>
                    <a:cubicBezTo>
                      <a:pt x="14319" y="0"/>
                      <a:pt x="14292" y="27"/>
                      <a:pt x="14292" y="63"/>
                    </a:cubicBezTo>
                    <a:cubicBezTo>
                      <a:pt x="14292" y="98"/>
                      <a:pt x="14319" y="125"/>
                      <a:pt x="14354" y="125"/>
                    </a:cubicBezTo>
                    <a:cubicBezTo>
                      <a:pt x="14658" y="134"/>
                      <a:pt x="14961" y="143"/>
                      <a:pt x="15255" y="161"/>
                    </a:cubicBezTo>
                    <a:lnTo>
                      <a:pt x="15264" y="161"/>
                    </a:lnTo>
                    <a:cubicBezTo>
                      <a:pt x="15300" y="161"/>
                      <a:pt x="15327" y="134"/>
                      <a:pt x="15327" y="98"/>
                    </a:cubicBezTo>
                    <a:cubicBezTo>
                      <a:pt x="15327" y="63"/>
                      <a:pt x="15300" y="36"/>
                      <a:pt x="15264" y="36"/>
                    </a:cubicBezTo>
                    <a:cubicBezTo>
                      <a:pt x="14970" y="9"/>
                      <a:pt x="14658" y="0"/>
                      <a:pt x="14354" y="0"/>
                    </a:cubicBezTo>
                    <a:close/>
                    <a:moveTo>
                      <a:pt x="15523" y="54"/>
                    </a:moveTo>
                    <a:cubicBezTo>
                      <a:pt x="15487" y="54"/>
                      <a:pt x="15461" y="81"/>
                      <a:pt x="15461" y="116"/>
                    </a:cubicBezTo>
                    <a:cubicBezTo>
                      <a:pt x="15452" y="152"/>
                      <a:pt x="15478" y="179"/>
                      <a:pt x="15514" y="179"/>
                    </a:cubicBezTo>
                    <a:cubicBezTo>
                      <a:pt x="15773" y="205"/>
                      <a:pt x="16032" y="232"/>
                      <a:pt x="16281" y="268"/>
                    </a:cubicBezTo>
                    <a:lnTo>
                      <a:pt x="16290" y="268"/>
                    </a:lnTo>
                    <a:cubicBezTo>
                      <a:pt x="16326" y="268"/>
                      <a:pt x="16353" y="250"/>
                      <a:pt x="16353" y="214"/>
                    </a:cubicBezTo>
                    <a:cubicBezTo>
                      <a:pt x="16362" y="179"/>
                      <a:pt x="16335" y="152"/>
                      <a:pt x="16299" y="143"/>
                    </a:cubicBezTo>
                    <a:cubicBezTo>
                      <a:pt x="16041" y="107"/>
                      <a:pt x="15782" y="81"/>
                      <a:pt x="15523" y="54"/>
                    </a:cubicBezTo>
                    <a:close/>
                    <a:moveTo>
                      <a:pt x="12419" y="116"/>
                    </a:moveTo>
                    <a:cubicBezTo>
                      <a:pt x="12160" y="152"/>
                      <a:pt x="11901" y="197"/>
                      <a:pt x="11642" y="241"/>
                    </a:cubicBezTo>
                    <a:cubicBezTo>
                      <a:pt x="11607" y="250"/>
                      <a:pt x="11589" y="277"/>
                      <a:pt x="11598" y="313"/>
                    </a:cubicBezTo>
                    <a:cubicBezTo>
                      <a:pt x="11598" y="348"/>
                      <a:pt x="11625" y="366"/>
                      <a:pt x="11660" y="366"/>
                    </a:cubicBezTo>
                    <a:lnTo>
                      <a:pt x="11669" y="366"/>
                    </a:lnTo>
                    <a:cubicBezTo>
                      <a:pt x="11919" y="321"/>
                      <a:pt x="12178" y="277"/>
                      <a:pt x="12427" y="250"/>
                    </a:cubicBezTo>
                    <a:cubicBezTo>
                      <a:pt x="12463" y="241"/>
                      <a:pt x="12490" y="205"/>
                      <a:pt x="12490" y="179"/>
                    </a:cubicBezTo>
                    <a:cubicBezTo>
                      <a:pt x="12481" y="143"/>
                      <a:pt x="12454" y="116"/>
                      <a:pt x="12419" y="116"/>
                    </a:cubicBezTo>
                    <a:close/>
                    <a:moveTo>
                      <a:pt x="17182" y="301"/>
                    </a:moveTo>
                    <a:cubicBezTo>
                      <a:pt x="17153" y="301"/>
                      <a:pt x="17127" y="319"/>
                      <a:pt x="17120" y="348"/>
                    </a:cubicBezTo>
                    <a:cubicBezTo>
                      <a:pt x="17111" y="384"/>
                      <a:pt x="17138" y="420"/>
                      <a:pt x="17173" y="428"/>
                    </a:cubicBezTo>
                    <a:cubicBezTo>
                      <a:pt x="17254" y="446"/>
                      <a:pt x="17334" y="464"/>
                      <a:pt x="17423" y="482"/>
                    </a:cubicBezTo>
                    <a:lnTo>
                      <a:pt x="17432" y="482"/>
                    </a:lnTo>
                    <a:cubicBezTo>
                      <a:pt x="17468" y="482"/>
                      <a:pt x="17495" y="464"/>
                      <a:pt x="17495" y="428"/>
                    </a:cubicBezTo>
                    <a:cubicBezTo>
                      <a:pt x="17504" y="402"/>
                      <a:pt x="17486" y="366"/>
                      <a:pt x="17450" y="357"/>
                    </a:cubicBezTo>
                    <a:cubicBezTo>
                      <a:pt x="17370" y="339"/>
                      <a:pt x="17281" y="321"/>
                      <a:pt x="17200" y="304"/>
                    </a:cubicBezTo>
                    <a:cubicBezTo>
                      <a:pt x="17194" y="302"/>
                      <a:pt x="17188" y="301"/>
                      <a:pt x="17182" y="301"/>
                    </a:cubicBezTo>
                    <a:close/>
                    <a:moveTo>
                      <a:pt x="11393" y="286"/>
                    </a:moveTo>
                    <a:cubicBezTo>
                      <a:pt x="11098" y="348"/>
                      <a:pt x="10795" y="420"/>
                      <a:pt x="10509" y="500"/>
                    </a:cubicBezTo>
                    <a:cubicBezTo>
                      <a:pt x="10474" y="509"/>
                      <a:pt x="10447" y="544"/>
                      <a:pt x="10465" y="580"/>
                    </a:cubicBezTo>
                    <a:cubicBezTo>
                      <a:pt x="10465" y="607"/>
                      <a:pt x="10492" y="625"/>
                      <a:pt x="10518" y="625"/>
                    </a:cubicBezTo>
                    <a:lnTo>
                      <a:pt x="10536" y="625"/>
                    </a:lnTo>
                    <a:cubicBezTo>
                      <a:pt x="10831" y="544"/>
                      <a:pt x="11125" y="473"/>
                      <a:pt x="11419" y="420"/>
                    </a:cubicBezTo>
                    <a:cubicBezTo>
                      <a:pt x="11455" y="411"/>
                      <a:pt x="11473" y="375"/>
                      <a:pt x="11464" y="339"/>
                    </a:cubicBezTo>
                    <a:cubicBezTo>
                      <a:pt x="11455" y="304"/>
                      <a:pt x="11428" y="286"/>
                      <a:pt x="11393" y="286"/>
                    </a:cubicBezTo>
                    <a:close/>
                    <a:moveTo>
                      <a:pt x="9778" y="721"/>
                    </a:moveTo>
                    <a:cubicBezTo>
                      <a:pt x="9772" y="721"/>
                      <a:pt x="9766" y="721"/>
                      <a:pt x="9760" y="723"/>
                    </a:cubicBezTo>
                    <a:cubicBezTo>
                      <a:pt x="9680" y="750"/>
                      <a:pt x="9591" y="785"/>
                      <a:pt x="9510" y="812"/>
                    </a:cubicBezTo>
                    <a:cubicBezTo>
                      <a:pt x="9484" y="821"/>
                      <a:pt x="9466" y="857"/>
                      <a:pt x="9475" y="892"/>
                    </a:cubicBezTo>
                    <a:cubicBezTo>
                      <a:pt x="9484" y="919"/>
                      <a:pt x="9510" y="937"/>
                      <a:pt x="9537" y="937"/>
                    </a:cubicBezTo>
                    <a:cubicBezTo>
                      <a:pt x="9537" y="937"/>
                      <a:pt x="9546" y="937"/>
                      <a:pt x="9555" y="928"/>
                    </a:cubicBezTo>
                    <a:cubicBezTo>
                      <a:pt x="9635" y="901"/>
                      <a:pt x="9715" y="875"/>
                      <a:pt x="9805" y="848"/>
                    </a:cubicBezTo>
                    <a:cubicBezTo>
                      <a:pt x="9831" y="839"/>
                      <a:pt x="9849" y="803"/>
                      <a:pt x="9840" y="767"/>
                    </a:cubicBezTo>
                    <a:cubicBezTo>
                      <a:pt x="9833" y="738"/>
                      <a:pt x="9807" y="721"/>
                      <a:pt x="9778" y="721"/>
                    </a:cubicBezTo>
                    <a:close/>
                    <a:moveTo>
                      <a:pt x="18185" y="548"/>
                    </a:moveTo>
                    <a:cubicBezTo>
                      <a:pt x="18158" y="548"/>
                      <a:pt x="18135" y="568"/>
                      <a:pt x="18128" y="589"/>
                    </a:cubicBezTo>
                    <a:cubicBezTo>
                      <a:pt x="18119" y="625"/>
                      <a:pt x="18137" y="660"/>
                      <a:pt x="18173" y="669"/>
                    </a:cubicBezTo>
                    <a:cubicBezTo>
                      <a:pt x="18458" y="759"/>
                      <a:pt x="18744" y="848"/>
                      <a:pt x="19029" y="946"/>
                    </a:cubicBezTo>
                    <a:cubicBezTo>
                      <a:pt x="19038" y="955"/>
                      <a:pt x="19038" y="955"/>
                      <a:pt x="19047" y="955"/>
                    </a:cubicBezTo>
                    <a:cubicBezTo>
                      <a:pt x="19074" y="955"/>
                      <a:pt x="19100" y="937"/>
                      <a:pt x="19109" y="910"/>
                    </a:cubicBezTo>
                    <a:cubicBezTo>
                      <a:pt x="19118" y="875"/>
                      <a:pt x="19100" y="839"/>
                      <a:pt x="19074" y="830"/>
                    </a:cubicBezTo>
                    <a:cubicBezTo>
                      <a:pt x="18788" y="723"/>
                      <a:pt x="18494" y="634"/>
                      <a:pt x="18208" y="553"/>
                    </a:cubicBezTo>
                    <a:cubicBezTo>
                      <a:pt x="18200" y="549"/>
                      <a:pt x="18192" y="548"/>
                      <a:pt x="18185" y="548"/>
                    </a:cubicBezTo>
                    <a:close/>
                    <a:moveTo>
                      <a:pt x="19286" y="912"/>
                    </a:moveTo>
                    <a:cubicBezTo>
                      <a:pt x="19262" y="912"/>
                      <a:pt x="19241" y="929"/>
                      <a:pt x="19234" y="955"/>
                    </a:cubicBezTo>
                    <a:cubicBezTo>
                      <a:pt x="19216" y="991"/>
                      <a:pt x="19234" y="1026"/>
                      <a:pt x="19270" y="1035"/>
                    </a:cubicBezTo>
                    <a:cubicBezTo>
                      <a:pt x="19511" y="1124"/>
                      <a:pt x="19752" y="1222"/>
                      <a:pt x="19984" y="1330"/>
                    </a:cubicBezTo>
                    <a:cubicBezTo>
                      <a:pt x="19993" y="1330"/>
                      <a:pt x="20001" y="1338"/>
                      <a:pt x="20010" y="1338"/>
                    </a:cubicBezTo>
                    <a:cubicBezTo>
                      <a:pt x="20028" y="1338"/>
                      <a:pt x="20055" y="1321"/>
                      <a:pt x="20064" y="1294"/>
                    </a:cubicBezTo>
                    <a:cubicBezTo>
                      <a:pt x="20082" y="1267"/>
                      <a:pt x="20064" y="1222"/>
                      <a:pt x="20037" y="1214"/>
                    </a:cubicBezTo>
                    <a:cubicBezTo>
                      <a:pt x="19796" y="1106"/>
                      <a:pt x="19555" y="1008"/>
                      <a:pt x="19315" y="919"/>
                    </a:cubicBezTo>
                    <a:cubicBezTo>
                      <a:pt x="19305" y="914"/>
                      <a:pt x="19295" y="912"/>
                      <a:pt x="19286" y="912"/>
                    </a:cubicBezTo>
                    <a:close/>
                    <a:moveTo>
                      <a:pt x="8691" y="1135"/>
                    </a:moveTo>
                    <a:cubicBezTo>
                      <a:pt x="8682" y="1135"/>
                      <a:pt x="8672" y="1137"/>
                      <a:pt x="8663" y="1142"/>
                    </a:cubicBezTo>
                    <a:cubicBezTo>
                      <a:pt x="8431" y="1240"/>
                      <a:pt x="8190" y="1356"/>
                      <a:pt x="7958" y="1472"/>
                    </a:cubicBezTo>
                    <a:cubicBezTo>
                      <a:pt x="7922" y="1481"/>
                      <a:pt x="7913" y="1526"/>
                      <a:pt x="7922" y="1553"/>
                    </a:cubicBezTo>
                    <a:cubicBezTo>
                      <a:pt x="7940" y="1579"/>
                      <a:pt x="7958" y="1588"/>
                      <a:pt x="7985" y="1588"/>
                    </a:cubicBezTo>
                    <a:cubicBezTo>
                      <a:pt x="7994" y="1588"/>
                      <a:pt x="8003" y="1588"/>
                      <a:pt x="8012" y="1579"/>
                    </a:cubicBezTo>
                    <a:cubicBezTo>
                      <a:pt x="8244" y="1472"/>
                      <a:pt x="8475" y="1365"/>
                      <a:pt x="8716" y="1258"/>
                    </a:cubicBezTo>
                    <a:cubicBezTo>
                      <a:pt x="8752" y="1249"/>
                      <a:pt x="8761" y="1205"/>
                      <a:pt x="8752" y="1178"/>
                    </a:cubicBezTo>
                    <a:cubicBezTo>
                      <a:pt x="8739" y="1152"/>
                      <a:pt x="8716" y="1135"/>
                      <a:pt x="8691" y="1135"/>
                    </a:cubicBezTo>
                    <a:close/>
                    <a:moveTo>
                      <a:pt x="20818" y="1597"/>
                    </a:moveTo>
                    <a:cubicBezTo>
                      <a:pt x="20796" y="1597"/>
                      <a:pt x="20775" y="1609"/>
                      <a:pt x="20769" y="1633"/>
                    </a:cubicBezTo>
                    <a:cubicBezTo>
                      <a:pt x="20751" y="1669"/>
                      <a:pt x="20760" y="1704"/>
                      <a:pt x="20795" y="1722"/>
                    </a:cubicBezTo>
                    <a:cubicBezTo>
                      <a:pt x="20867" y="1758"/>
                      <a:pt x="20947" y="1802"/>
                      <a:pt x="21018" y="1838"/>
                    </a:cubicBezTo>
                    <a:cubicBezTo>
                      <a:pt x="21027" y="1847"/>
                      <a:pt x="21036" y="1847"/>
                      <a:pt x="21054" y="1847"/>
                    </a:cubicBezTo>
                    <a:cubicBezTo>
                      <a:pt x="21072" y="1847"/>
                      <a:pt x="21099" y="1838"/>
                      <a:pt x="21108" y="1811"/>
                    </a:cubicBezTo>
                    <a:cubicBezTo>
                      <a:pt x="21126" y="1784"/>
                      <a:pt x="21117" y="1749"/>
                      <a:pt x="21081" y="1731"/>
                    </a:cubicBezTo>
                    <a:cubicBezTo>
                      <a:pt x="21010" y="1686"/>
                      <a:pt x="20929" y="1642"/>
                      <a:pt x="20849" y="1606"/>
                    </a:cubicBezTo>
                    <a:cubicBezTo>
                      <a:pt x="20840" y="1600"/>
                      <a:pt x="20829" y="1597"/>
                      <a:pt x="20818" y="1597"/>
                    </a:cubicBezTo>
                    <a:close/>
                    <a:moveTo>
                      <a:pt x="7757" y="1579"/>
                    </a:moveTo>
                    <a:cubicBezTo>
                      <a:pt x="7746" y="1579"/>
                      <a:pt x="7735" y="1582"/>
                      <a:pt x="7726" y="1588"/>
                    </a:cubicBezTo>
                    <a:cubicBezTo>
                      <a:pt x="7458" y="1722"/>
                      <a:pt x="7191" y="1874"/>
                      <a:pt x="6932" y="2025"/>
                    </a:cubicBezTo>
                    <a:cubicBezTo>
                      <a:pt x="6896" y="2052"/>
                      <a:pt x="6888" y="2088"/>
                      <a:pt x="6905" y="2115"/>
                    </a:cubicBezTo>
                    <a:cubicBezTo>
                      <a:pt x="6914" y="2141"/>
                      <a:pt x="6941" y="2150"/>
                      <a:pt x="6959" y="2150"/>
                    </a:cubicBezTo>
                    <a:cubicBezTo>
                      <a:pt x="6977" y="2150"/>
                      <a:pt x="6986" y="2150"/>
                      <a:pt x="6995" y="2141"/>
                    </a:cubicBezTo>
                    <a:cubicBezTo>
                      <a:pt x="7253" y="1990"/>
                      <a:pt x="7512" y="1838"/>
                      <a:pt x="7780" y="1704"/>
                    </a:cubicBezTo>
                    <a:cubicBezTo>
                      <a:pt x="7815" y="1686"/>
                      <a:pt x="7824" y="1642"/>
                      <a:pt x="7806" y="1615"/>
                    </a:cubicBezTo>
                    <a:cubicBezTo>
                      <a:pt x="7800" y="1591"/>
                      <a:pt x="7779" y="1579"/>
                      <a:pt x="7757" y="1579"/>
                    </a:cubicBezTo>
                    <a:close/>
                    <a:moveTo>
                      <a:pt x="6312" y="2437"/>
                    </a:moveTo>
                    <a:cubicBezTo>
                      <a:pt x="6298" y="2437"/>
                      <a:pt x="6283" y="2442"/>
                      <a:pt x="6272" y="2454"/>
                    </a:cubicBezTo>
                    <a:cubicBezTo>
                      <a:pt x="6201" y="2498"/>
                      <a:pt x="6129" y="2552"/>
                      <a:pt x="6058" y="2596"/>
                    </a:cubicBezTo>
                    <a:cubicBezTo>
                      <a:pt x="6031" y="2614"/>
                      <a:pt x="6022" y="2659"/>
                      <a:pt x="6040" y="2685"/>
                    </a:cubicBezTo>
                    <a:cubicBezTo>
                      <a:pt x="6058" y="2703"/>
                      <a:pt x="6076" y="2712"/>
                      <a:pt x="6094" y="2712"/>
                    </a:cubicBezTo>
                    <a:cubicBezTo>
                      <a:pt x="6102" y="2712"/>
                      <a:pt x="6120" y="2712"/>
                      <a:pt x="6129" y="2703"/>
                    </a:cubicBezTo>
                    <a:cubicBezTo>
                      <a:pt x="6201" y="2650"/>
                      <a:pt x="6272" y="2605"/>
                      <a:pt x="6343" y="2552"/>
                    </a:cubicBezTo>
                    <a:cubicBezTo>
                      <a:pt x="6370" y="2534"/>
                      <a:pt x="6379" y="2498"/>
                      <a:pt x="6361" y="2462"/>
                    </a:cubicBezTo>
                    <a:cubicBezTo>
                      <a:pt x="6351" y="2447"/>
                      <a:pt x="6331" y="2437"/>
                      <a:pt x="6312" y="2437"/>
                    </a:cubicBezTo>
                    <a:close/>
                    <a:moveTo>
                      <a:pt x="21724" y="2106"/>
                    </a:moveTo>
                    <a:cubicBezTo>
                      <a:pt x="21701" y="2106"/>
                      <a:pt x="21682" y="2118"/>
                      <a:pt x="21670" y="2141"/>
                    </a:cubicBezTo>
                    <a:cubicBezTo>
                      <a:pt x="21643" y="2168"/>
                      <a:pt x="21661" y="2213"/>
                      <a:pt x="21688" y="2231"/>
                    </a:cubicBezTo>
                    <a:cubicBezTo>
                      <a:pt x="21937" y="2382"/>
                      <a:pt x="22196" y="2552"/>
                      <a:pt x="22437" y="2721"/>
                    </a:cubicBezTo>
                    <a:cubicBezTo>
                      <a:pt x="22446" y="2730"/>
                      <a:pt x="22464" y="2739"/>
                      <a:pt x="22473" y="2739"/>
                    </a:cubicBezTo>
                    <a:cubicBezTo>
                      <a:pt x="22499" y="2739"/>
                      <a:pt x="22517" y="2730"/>
                      <a:pt x="22526" y="2712"/>
                    </a:cubicBezTo>
                    <a:cubicBezTo>
                      <a:pt x="22544" y="2677"/>
                      <a:pt x="22544" y="2641"/>
                      <a:pt x="22508" y="2623"/>
                    </a:cubicBezTo>
                    <a:cubicBezTo>
                      <a:pt x="22267" y="2445"/>
                      <a:pt x="22009" y="2275"/>
                      <a:pt x="21759" y="2115"/>
                    </a:cubicBezTo>
                    <a:cubicBezTo>
                      <a:pt x="21747" y="2109"/>
                      <a:pt x="21735" y="2106"/>
                      <a:pt x="21724" y="2106"/>
                    </a:cubicBezTo>
                    <a:close/>
                    <a:moveTo>
                      <a:pt x="22683" y="2759"/>
                    </a:moveTo>
                    <a:cubicBezTo>
                      <a:pt x="22663" y="2759"/>
                      <a:pt x="22644" y="2768"/>
                      <a:pt x="22633" y="2784"/>
                    </a:cubicBezTo>
                    <a:cubicBezTo>
                      <a:pt x="22615" y="2810"/>
                      <a:pt x="22615" y="2855"/>
                      <a:pt x="22642" y="2873"/>
                    </a:cubicBezTo>
                    <a:cubicBezTo>
                      <a:pt x="22856" y="3024"/>
                      <a:pt x="23061" y="3185"/>
                      <a:pt x="23258" y="3346"/>
                    </a:cubicBezTo>
                    <a:cubicBezTo>
                      <a:pt x="23267" y="3363"/>
                      <a:pt x="23284" y="3363"/>
                      <a:pt x="23293" y="3363"/>
                    </a:cubicBezTo>
                    <a:cubicBezTo>
                      <a:pt x="23311" y="3363"/>
                      <a:pt x="23329" y="3355"/>
                      <a:pt x="23347" y="3346"/>
                    </a:cubicBezTo>
                    <a:cubicBezTo>
                      <a:pt x="23365" y="3310"/>
                      <a:pt x="23365" y="3274"/>
                      <a:pt x="23338" y="3248"/>
                    </a:cubicBezTo>
                    <a:cubicBezTo>
                      <a:pt x="23142" y="3087"/>
                      <a:pt x="22928" y="2926"/>
                      <a:pt x="22722" y="2775"/>
                    </a:cubicBezTo>
                    <a:cubicBezTo>
                      <a:pt x="22711" y="2763"/>
                      <a:pt x="22697" y="2759"/>
                      <a:pt x="22683" y="2759"/>
                    </a:cubicBezTo>
                    <a:close/>
                    <a:moveTo>
                      <a:pt x="5370" y="3129"/>
                    </a:moveTo>
                    <a:cubicBezTo>
                      <a:pt x="5356" y="3129"/>
                      <a:pt x="5341" y="3133"/>
                      <a:pt x="5326" y="3140"/>
                    </a:cubicBezTo>
                    <a:cubicBezTo>
                      <a:pt x="5130" y="3310"/>
                      <a:pt x="4925" y="3479"/>
                      <a:pt x="4738" y="3649"/>
                    </a:cubicBezTo>
                    <a:cubicBezTo>
                      <a:pt x="4711" y="3676"/>
                      <a:pt x="4711" y="3711"/>
                      <a:pt x="4729" y="3738"/>
                    </a:cubicBezTo>
                    <a:cubicBezTo>
                      <a:pt x="4746" y="3756"/>
                      <a:pt x="4764" y="3765"/>
                      <a:pt x="4782" y="3765"/>
                    </a:cubicBezTo>
                    <a:cubicBezTo>
                      <a:pt x="4791" y="3765"/>
                      <a:pt x="4809" y="3756"/>
                      <a:pt x="4818" y="3747"/>
                    </a:cubicBezTo>
                    <a:cubicBezTo>
                      <a:pt x="5014" y="3578"/>
                      <a:pt x="5210" y="3408"/>
                      <a:pt x="5407" y="3248"/>
                    </a:cubicBezTo>
                    <a:cubicBezTo>
                      <a:pt x="5442" y="3221"/>
                      <a:pt x="5442" y="3185"/>
                      <a:pt x="5424" y="3158"/>
                    </a:cubicBezTo>
                    <a:cubicBezTo>
                      <a:pt x="5409" y="3137"/>
                      <a:pt x="5390" y="3129"/>
                      <a:pt x="5370" y="3129"/>
                    </a:cubicBezTo>
                    <a:close/>
                    <a:moveTo>
                      <a:pt x="23975" y="3834"/>
                    </a:moveTo>
                    <a:cubicBezTo>
                      <a:pt x="23958" y="3834"/>
                      <a:pt x="23940" y="3841"/>
                      <a:pt x="23927" y="3854"/>
                    </a:cubicBezTo>
                    <a:cubicBezTo>
                      <a:pt x="23909" y="3881"/>
                      <a:pt x="23909" y="3917"/>
                      <a:pt x="23936" y="3943"/>
                    </a:cubicBezTo>
                    <a:cubicBezTo>
                      <a:pt x="23998" y="4006"/>
                      <a:pt x="24061" y="4059"/>
                      <a:pt x="24114" y="4122"/>
                    </a:cubicBezTo>
                    <a:cubicBezTo>
                      <a:pt x="24132" y="4131"/>
                      <a:pt x="24150" y="4140"/>
                      <a:pt x="24159" y="4140"/>
                    </a:cubicBezTo>
                    <a:cubicBezTo>
                      <a:pt x="24177" y="4140"/>
                      <a:pt x="24194" y="4131"/>
                      <a:pt x="24212" y="4122"/>
                    </a:cubicBezTo>
                    <a:cubicBezTo>
                      <a:pt x="24230" y="4095"/>
                      <a:pt x="24230" y="4050"/>
                      <a:pt x="24212" y="4033"/>
                    </a:cubicBezTo>
                    <a:cubicBezTo>
                      <a:pt x="24150" y="3970"/>
                      <a:pt x="24087" y="3908"/>
                      <a:pt x="24016" y="3854"/>
                    </a:cubicBezTo>
                    <a:cubicBezTo>
                      <a:pt x="24007" y="3841"/>
                      <a:pt x="23991" y="3834"/>
                      <a:pt x="23975" y="3834"/>
                    </a:cubicBezTo>
                    <a:close/>
                    <a:moveTo>
                      <a:pt x="4590" y="3807"/>
                    </a:moveTo>
                    <a:cubicBezTo>
                      <a:pt x="4573" y="3807"/>
                      <a:pt x="4555" y="3814"/>
                      <a:pt x="4541" y="3827"/>
                    </a:cubicBezTo>
                    <a:cubicBezTo>
                      <a:pt x="4327" y="4033"/>
                      <a:pt x="4104" y="4247"/>
                      <a:pt x="3899" y="4470"/>
                    </a:cubicBezTo>
                    <a:cubicBezTo>
                      <a:pt x="3872" y="4488"/>
                      <a:pt x="3872" y="4532"/>
                      <a:pt x="3899" y="4559"/>
                    </a:cubicBezTo>
                    <a:cubicBezTo>
                      <a:pt x="3917" y="4568"/>
                      <a:pt x="3926" y="4577"/>
                      <a:pt x="3944" y="4577"/>
                    </a:cubicBezTo>
                    <a:cubicBezTo>
                      <a:pt x="3961" y="4577"/>
                      <a:pt x="3979" y="4568"/>
                      <a:pt x="3988" y="4550"/>
                    </a:cubicBezTo>
                    <a:cubicBezTo>
                      <a:pt x="4193" y="4336"/>
                      <a:pt x="4416" y="4122"/>
                      <a:pt x="4630" y="3917"/>
                    </a:cubicBezTo>
                    <a:cubicBezTo>
                      <a:pt x="4657" y="3899"/>
                      <a:pt x="4657" y="3854"/>
                      <a:pt x="4639" y="3827"/>
                    </a:cubicBezTo>
                    <a:cubicBezTo>
                      <a:pt x="4626" y="3814"/>
                      <a:pt x="4608" y="3807"/>
                      <a:pt x="4590" y="3807"/>
                    </a:cubicBezTo>
                    <a:close/>
                    <a:moveTo>
                      <a:pt x="3431" y="5024"/>
                    </a:moveTo>
                    <a:cubicBezTo>
                      <a:pt x="3411" y="5024"/>
                      <a:pt x="3392" y="5034"/>
                      <a:pt x="3382" y="5050"/>
                    </a:cubicBezTo>
                    <a:cubicBezTo>
                      <a:pt x="3319" y="5112"/>
                      <a:pt x="3266" y="5174"/>
                      <a:pt x="3212" y="5246"/>
                    </a:cubicBezTo>
                    <a:cubicBezTo>
                      <a:pt x="3194" y="5273"/>
                      <a:pt x="3194" y="5317"/>
                      <a:pt x="3221" y="5335"/>
                    </a:cubicBezTo>
                    <a:cubicBezTo>
                      <a:pt x="3230" y="5344"/>
                      <a:pt x="3248" y="5353"/>
                      <a:pt x="3266" y="5353"/>
                    </a:cubicBezTo>
                    <a:cubicBezTo>
                      <a:pt x="3283" y="5353"/>
                      <a:pt x="3301" y="5344"/>
                      <a:pt x="3310" y="5326"/>
                    </a:cubicBezTo>
                    <a:cubicBezTo>
                      <a:pt x="3364" y="5264"/>
                      <a:pt x="3426" y="5192"/>
                      <a:pt x="3480" y="5130"/>
                    </a:cubicBezTo>
                    <a:cubicBezTo>
                      <a:pt x="3498" y="5103"/>
                      <a:pt x="3498" y="5058"/>
                      <a:pt x="3471" y="5041"/>
                    </a:cubicBezTo>
                    <a:cubicBezTo>
                      <a:pt x="3460" y="5029"/>
                      <a:pt x="3445" y="5024"/>
                      <a:pt x="3431" y="5024"/>
                    </a:cubicBezTo>
                    <a:close/>
                    <a:moveTo>
                      <a:pt x="24707" y="4566"/>
                    </a:moveTo>
                    <a:cubicBezTo>
                      <a:pt x="24689" y="4566"/>
                      <a:pt x="24672" y="4572"/>
                      <a:pt x="24658" y="4586"/>
                    </a:cubicBezTo>
                    <a:cubicBezTo>
                      <a:pt x="24631" y="4612"/>
                      <a:pt x="24631" y="4648"/>
                      <a:pt x="24658" y="4675"/>
                    </a:cubicBezTo>
                    <a:cubicBezTo>
                      <a:pt x="24863" y="4898"/>
                      <a:pt x="25060" y="5121"/>
                      <a:pt x="25247" y="5353"/>
                    </a:cubicBezTo>
                    <a:cubicBezTo>
                      <a:pt x="25265" y="5371"/>
                      <a:pt x="25283" y="5380"/>
                      <a:pt x="25301" y="5380"/>
                    </a:cubicBezTo>
                    <a:cubicBezTo>
                      <a:pt x="25309" y="5380"/>
                      <a:pt x="25327" y="5380"/>
                      <a:pt x="25336" y="5362"/>
                    </a:cubicBezTo>
                    <a:cubicBezTo>
                      <a:pt x="25363" y="5344"/>
                      <a:pt x="25372" y="5299"/>
                      <a:pt x="25345" y="5273"/>
                    </a:cubicBezTo>
                    <a:cubicBezTo>
                      <a:pt x="25158" y="5041"/>
                      <a:pt x="24953" y="4809"/>
                      <a:pt x="24756" y="4586"/>
                    </a:cubicBezTo>
                    <a:cubicBezTo>
                      <a:pt x="24743" y="4572"/>
                      <a:pt x="24725" y="4566"/>
                      <a:pt x="24707" y="4566"/>
                    </a:cubicBezTo>
                    <a:close/>
                    <a:moveTo>
                      <a:pt x="25460" y="5453"/>
                    </a:moveTo>
                    <a:cubicBezTo>
                      <a:pt x="25446" y="5453"/>
                      <a:pt x="25431" y="5458"/>
                      <a:pt x="25417" y="5469"/>
                    </a:cubicBezTo>
                    <a:cubicBezTo>
                      <a:pt x="25390" y="5487"/>
                      <a:pt x="25390" y="5531"/>
                      <a:pt x="25408" y="5558"/>
                    </a:cubicBezTo>
                    <a:cubicBezTo>
                      <a:pt x="25568" y="5763"/>
                      <a:pt x="25720" y="5968"/>
                      <a:pt x="25872" y="6183"/>
                    </a:cubicBezTo>
                    <a:cubicBezTo>
                      <a:pt x="25880" y="6200"/>
                      <a:pt x="25898" y="6209"/>
                      <a:pt x="25925" y="6209"/>
                    </a:cubicBezTo>
                    <a:cubicBezTo>
                      <a:pt x="25934" y="6209"/>
                      <a:pt x="25943" y="6200"/>
                      <a:pt x="25961" y="6191"/>
                    </a:cubicBezTo>
                    <a:cubicBezTo>
                      <a:pt x="25987" y="6174"/>
                      <a:pt x="25996" y="6138"/>
                      <a:pt x="25979" y="6102"/>
                    </a:cubicBezTo>
                    <a:cubicBezTo>
                      <a:pt x="25827" y="5897"/>
                      <a:pt x="25666" y="5683"/>
                      <a:pt x="25506" y="5478"/>
                    </a:cubicBezTo>
                    <a:cubicBezTo>
                      <a:pt x="25495" y="5462"/>
                      <a:pt x="25479" y="5453"/>
                      <a:pt x="25460" y="5453"/>
                    </a:cubicBezTo>
                    <a:close/>
                    <a:moveTo>
                      <a:pt x="2717" y="5941"/>
                    </a:moveTo>
                    <a:cubicBezTo>
                      <a:pt x="2697" y="5941"/>
                      <a:pt x="2676" y="5951"/>
                      <a:pt x="2659" y="5968"/>
                    </a:cubicBezTo>
                    <a:cubicBezTo>
                      <a:pt x="2507" y="6174"/>
                      <a:pt x="2365" y="6397"/>
                      <a:pt x="2222" y="6611"/>
                    </a:cubicBezTo>
                    <a:cubicBezTo>
                      <a:pt x="2204" y="6646"/>
                      <a:pt x="2213" y="6682"/>
                      <a:pt x="2240" y="6700"/>
                    </a:cubicBezTo>
                    <a:cubicBezTo>
                      <a:pt x="2257" y="6709"/>
                      <a:pt x="2266" y="6709"/>
                      <a:pt x="2275" y="6709"/>
                    </a:cubicBezTo>
                    <a:cubicBezTo>
                      <a:pt x="2302" y="6709"/>
                      <a:pt x="2320" y="6700"/>
                      <a:pt x="2329" y="6682"/>
                    </a:cubicBezTo>
                    <a:cubicBezTo>
                      <a:pt x="2472" y="6468"/>
                      <a:pt x="2614" y="6254"/>
                      <a:pt x="2766" y="6040"/>
                    </a:cubicBezTo>
                    <a:cubicBezTo>
                      <a:pt x="2784" y="6013"/>
                      <a:pt x="2775" y="5977"/>
                      <a:pt x="2748" y="5951"/>
                    </a:cubicBezTo>
                    <a:cubicBezTo>
                      <a:pt x="2739" y="5944"/>
                      <a:pt x="2728" y="5941"/>
                      <a:pt x="2717" y="5941"/>
                    </a:cubicBezTo>
                    <a:close/>
                    <a:moveTo>
                      <a:pt x="26415" y="6834"/>
                    </a:moveTo>
                    <a:cubicBezTo>
                      <a:pt x="26404" y="6834"/>
                      <a:pt x="26392" y="6837"/>
                      <a:pt x="26380" y="6843"/>
                    </a:cubicBezTo>
                    <a:cubicBezTo>
                      <a:pt x="26353" y="6861"/>
                      <a:pt x="26344" y="6905"/>
                      <a:pt x="26362" y="6932"/>
                    </a:cubicBezTo>
                    <a:cubicBezTo>
                      <a:pt x="26407" y="7003"/>
                      <a:pt x="26451" y="7084"/>
                      <a:pt x="26496" y="7155"/>
                    </a:cubicBezTo>
                    <a:cubicBezTo>
                      <a:pt x="26505" y="7173"/>
                      <a:pt x="26523" y="7191"/>
                      <a:pt x="26550" y="7191"/>
                    </a:cubicBezTo>
                    <a:cubicBezTo>
                      <a:pt x="26558" y="7191"/>
                      <a:pt x="26567" y="7182"/>
                      <a:pt x="26585" y="7182"/>
                    </a:cubicBezTo>
                    <a:cubicBezTo>
                      <a:pt x="26612" y="7164"/>
                      <a:pt x="26621" y="7119"/>
                      <a:pt x="26603" y="7092"/>
                    </a:cubicBezTo>
                    <a:cubicBezTo>
                      <a:pt x="26558" y="7012"/>
                      <a:pt x="26514" y="6941"/>
                      <a:pt x="26469" y="6869"/>
                    </a:cubicBezTo>
                    <a:cubicBezTo>
                      <a:pt x="26457" y="6846"/>
                      <a:pt x="26437" y="6834"/>
                      <a:pt x="26415" y="6834"/>
                    </a:cubicBezTo>
                    <a:close/>
                    <a:moveTo>
                      <a:pt x="2142" y="6798"/>
                    </a:moveTo>
                    <a:cubicBezTo>
                      <a:pt x="2120" y="6798"/>
                      <a:pt x="2100" y="6810"/>
                      <a:pt x="2088" y="6834"/>
                    </a:cubicBezTo>
                    <a:cubicBezTo>
                      <a:pt x="1927" y="7092"/>
                      <a:pt x="1776" y="7360"/>
                      <a:pt x="1642" y="7619"/>
                    </a:cubicBezTo>
                    <a:cubicBezTo>
                      <a:pt x="1624" y="7654"/>
                      <a:pt x="1633" y="7690"/>
                      <a:pt x="1669" y="7708"/>
                    </a:cubicBezTo>
                    <a:cubicBezTo>
                      <a:pt x="1678" y="7717"/>
                      <a:pt x="1687" y="7717"/>
                      <a:pt x="1695" y="7717"/>
                    </a:cubicBezTo>
                    <a:cubicBezTo>
                      <a:pt x="1713" y="7717"/>
                      <a:pt x="1740" y="7708"/>
                      <a:pt x="1749" y="7681"/>
                    </a:cubicBezTo>
                    <a:cubicBezTo>
                      <a:pt x="1892" y="7423"/>
                      <a:pt x="2043" y="7155"/>
                      <a:pt x="2195" y="6896"/>
                    </a:cubicBezTo>
                    <a:cubicBezTo>
                      <a:pt x="2213" y="6869"/>
                      <a:pt x="2204" y="6834"/>
                      <a:pt x="2177" y="6807"/>
                    </a:cubicBezTo>
                    <a:cubicBezTo>
                      <a:pt x="2165" y="6801"/>
                      <a:pt x="2153" y="6798"/>
                      <a:pt x="2142" y="6798"/>
                    </a:cubicBezTo>
                    <a:close/>
                    <a:moveTo>
                      <a:pt x="1355" y="8281"/>
                    </a:moveTo>
                    <a:cubicBezTo>
                      <a:pt x="1330" y="8281"/>
                      <a:pt x="1307" y="8297"/>
                      <a:pt x="1294" y="8324"/>
                    </a:cubicBezTo>
                    <a:cubicBezTo>
                      <a:pt x="1258" y="8395"/>
                      <a:pt x="1223" y="8475"/>
                      <a:pt x="1187" y="8556"/>
                    </a:cubicBezTo>
                    <a:cubicBezTo>
                      <a:pt x="1169" y="8591"/>
                      <a:pt x="1187" y="8627"/>
                      <a:pt x="1223" y="8645"/>
                    </a:cubicBezTo>
                    <a:lnTo>
                      <a:pt x="1249" y="8645"/>
                    </a:lnTo>
                    <a:cubicBezTo>
                      <a:pt x="1267" y="8645"/>
                      <a:pt x="1294" y="8636"/>
                      <a:pt x="1303" y="8609"/>
                    </a:cubicBezTo>
                    <a:cubicBezTo>
                      <a:pt x="1339" y="8529"/>
                      <a:pt x="1374" y="8448"/>
                      <a:pt x="1410" y="8377"/>
                    </a:cubicBezTo>
                    <a:cubicBezTo>
                      <a:pt x="1428" y="8341"/>
                      <a:pt x="1410" y="8306"/>
                      <a:pt x="1383" y="8288"/>
                    </a:cubicBezTo>
                    <a:cubicBezTo>
                      <a:pt x="1374" y="8283"/>
                      <a:pt x="1364" y="8281"/>
                      <a:pt x="1355" y="8281"/>
                    </a:cubicBezTo>
                    <a:close/>
                    <a:moveTo>
                      <a:pt x="26914" y="7740"/>
                    </a:moveTo>
                    <a:cubicBezTo>
                      <a:pt x="26905" y="7740"/>
                      <a:pt x="26897" y="7742"/>
                      <a:pt x="26889" y="7744"/>
                    </a:cubicBezTo>
                    <a:cubicBezTo>
                      <a:pt x="26862" y="7762"/>
                      <a:pt x="26853" y="7806"/>
                      <a:pt x="26862" y="7833"/>
                    </a:cubicBezTo>
                    <a:cubicBezTo>
                      <a:pt x="27004" y="8101"/>
                      <a:pt x="27129" y="8377"/>
                      <a:pt x="27245" y="8654"/>
                    </a:cubicBezTo>
                    <a:cubicBezTo>
                      <a:pt x="27263" y="8671"/>
                      <a:pt x="27281" y="8689"/>
                      <a:pt x="27308" y="8689"/>
                    </a:cubicBezTo>
                    <a:cubicBezTo>
                      <a:pt x="27317" y="8689"/>
                      <a:pt x="27326" y="8689"/>
                      <a:pt x="27335" y="8680"/>
                    </a:cubicBezTo>
                    <a:cubicBezTo>
                      <a:pt x="27370" y="8671"/>
                      <a:pt x="27379" y="8636"/>
                      <a:pt x="27370" y="8600"/>
                    </a:cubicBezTo>
                    <a:cubicBezTo>
                      <a:pt x="27245" y="8324"/>
                      <a:pt x="27120" y="8047"/>
                      <a:pt x="26978" y="7779"/>
                    </a:cubicBezTo>
                    <a:cubicBezTo>
                      <a:pt x="26964" y="7752"/>
                      <a:pt x="26940" y="7740"/>
                      <a:pt x="26914" y="7740"/>
                    </a:cubicBezTo>
                    <a:close/>
                    <a:moveTo>
                      <a:pt x="27412" y="8798"/>
                    </a:moveTo>
                    <a:cubicBezTo>
                      <a:pt x="27404" y="8798"/>
                      <a:pt x="27395" y="8801"/>
                      <a:pt x="27388" y="8805"/>
                    </a:cubicBezTo>
                    <a:cubicBezTo>
                      <a:pt x="27352" y="8814"/>
                      <a:pt x="27335" y="8859"/>
                      <a:pt x="27352" y="8886"/>
                    </a:cubicBezTo>
                    <a:cubicBezTo>
                      <a:pt x="27451" y="9126"/>
                      <a:pt x="27540" y="9367"/>
                      <a:pt x="27629" y="9608"/>
                    </a:cubicBezTo>
                    <a:cubicBezTo>
                      <a:pt x="27638" y="9635"/>
                      <a:pt x="27656" y="9653"/>
                      <a:pt x="27682" y="9653"/>
                    </a:cubicBezTo>
                    <a:lnTo>
                      <a:pt x="27709" y="9653"/>
                    </a:lnTo>
                    <a:cubicBezTo>
                      <a:pt x="27745" y="9635"/>
                      <a:pt x="27763" y="9599"/>
                      <a:pt x="27745" y="9573"/>
                    </a:cubicBezTo>
                    <a:cubicBezTo>
                      <a:pt x="27665" y="9323"/>
                      <a:pt x="27567" y="9082"/>
                      <a:pt x="27468" y="8841"/>
                    </a:cubicBezTo>
                    <a:cubicBezTo>
                      <a:pt x="27462" y="8815"/>
                      <a:pt x="27436" y="8798"/>
                      <a:pt x="27412" y="8798"/>
                    </a:cubicBezTo>
                    <a:close/>
                    <a:moveTo>
                      <a:pt x="919" y="9356"/>
                    </a:moveTo>
                    <a:cubicBezTo>
                      <a:pt x="890" y="9356"/>
                      <a:pt x="863" y="9373"/>
                      <a:pt x="848" y="9403"/>
                    </a:cubicBezTo>
                    <a:cubicBezTo>
                      <a:pt x="759" y="9644"/>
                      <a:pt x="678" y="9894"/>
                      <a:pt x="607" y="10143"/>
                    </a:cubicBezTo>
                    <a:cubicBezTo>
                      <a:pt x="598" y="10170"/>
                      <a:pt x="616" y="10206"/>
                      <a:pt x="652" y="10224"/>
                    </a:cubicBezTo>
                    <a:lnTo>
                      <a:pt x="670" y="10224"/>
                    </a:lnTo>
                    <a:cubicBezTo>
                      <a:pt x="696" y="10224"/>
                      <a:pt x="723" y="10206"/>
                      <a:pt x="732" y="10179"/>
                    </a:cubicBezTo>
                    <a:cubicBezTo>
                      <a:pt x="803" y="9929"/>
                      <a:pt x="884" y="9688"/>
                      <a:pt x="973" y="9448"/>
                    </a:cubicBezTo>
                    <a:cubicBezTo>
                      <a:pt x="982" y="9412"/>
                      <a:pt x="964" y="9376"/>
                      <a:pt x="937" y="9358"/>
                    </a:cubicBezTo>
                    <a:cubicBezTo>
                      <a:pt x="931" y="9357"/>
                      <a:pt x="925" y="9356"/>
                      <a:pt x="919" y="9356"/>
                    </a:cubicBezTo>
                    <a:close/>
                    <a:moveTo>
                      <a:pt x="27959" y="10391"/>
                    </a:moveTo>
                    <a:cubicBezTo>
                      <a:pt x="27953" y="10391"/>
                      <a:pt x="27947" y="10392"/>
                      <a:pt x="27941" y="10393"/>
                    </a:cubicBezTo>
                    <a:cubicBezTo>
                      <a:pt x="27906" y="10402"/>
                      <a:pt x="27888" y="10438"/>
                      <a:pt x="27897" y="10474"/>
                    </a:cubicBezTo>
                    <a:cubicBezTo>
                      <a:pt x="27914" y="10554"/>
                      <a:pt x="27941" y="10634"/>
                      <a:pt x="27959" y="10723"/>
                    </a:cubicBezTo>
                    <a:cubicBezTo>
                      <a:pt x="27968" y="10750"/>
                      <a:pt x="27995" y="10768"/>
                      <a:pt x="28021" y="10768"/>
                    </a:cubicBezTo>
                    <a:lnTo>
                      <a:pt x="28039" y="10768"/>
                    </a:lnTo>
                    <a:cubicBezTo>
                      <a:pt x="28075" y="10759"/>
                      <a:pt x="28093" y="10723"/>
                      <a:pt x="28084" y="10688"/>
                    </a:cubicBezTo>
                    <a:cubicBezTo>
                      <a:pt x="28066" y="10607"/>
                      <a:pt x="28039" y="10518"/>
                      <a:pt x="28021" y="10438"/>
                    </a:cubicBezTo>
                    <a:cubicBezTo>
                      <a:pt x="28014" y="10408"/>
                      <a:pt x="27988" y="10391"/>
                      <a:pt x="27959" y="10391"/>
                    </a:cubicBezTo>
                    <a:close/>
                    <a:moveTo>
                      <a:pt x="602" y="10338"/>
                    </a:moveTo>
                    <a:cubicBezTo>
                      <a:pt x="571" y="10338"/>
                      <a:pt x="543" y="10361"/>
                      <a:pt x="536" y="10384"/>
                    </a:cubicBezTo>
                    <a:cubicBezTo>
                      <a:pt x="447" y="10679"/>
                      <a:pt x="375" y="10973"/>
                      <a:pt x="313" y="11267"/>
                    </a:cubicBezTo>
                    <a:cubicBezTo>
                      <a:pt x="304" y="11303"/>
                      <a:pt x="331" y="11339"/>
                      <a:pt x="366" y="11348"/>
                    </a:cubicBezTo>
                    <a:lnTo>
                      <a:pt x="375" y="11348"/>
                    </a:lnTo>
                    <a:cubicBezTo>
                      <a:pt x="402" y="11348"/>
                      <a:pt x="429" y="11330"/>
                      <a:pt x="438" y="11294"/>
                    </a:cubicBezTo>
                    <a:cubicBezTo>
                      <a:pt x="500" y="11009"/>
                      <a:pt x="571" y="10714"/>
                      <a:pt x="652" y="10420"/>
                    </a:cubicBezTo>
                    <a:cubicBezTo>
                      <a:pt x="670" y="10393"/>
                      <a:pt x="643" y="10358"/>
                      <a:pt x="616" y="10340"/>
                    </a:cubicBezTo>
                    <a:cubicBezTo>
                      <a:pt x="611" y="10339"/>
                      <a:pt x="606" y="10338"/>
                      <a:pt x="602" y="10338"/>
                    </a:cubicBezTo>
                    <a:close/>
                    <a:moveTo>
                      <a:pt x="241" y="11981"/>
                    </a:moveTo>
                    <a:cubicBezTo>
                      <a:pt x="215" y="11981"/>
                      <a:pt x="179" y="11999"/>
                      <a:pt x="170" y="12035"/>
                    </a:cubicBezTo>
                    <a:cubicBezTo>
                      <a:pt x="161" y="12124"/>
                      <a:pt x="143" y="12204"/>
                      <a:pt x="134" y="12293"/>
                    </a:cubicBezTo>
                    <a:cubicBezTo>
                      <a:pt x="125" y="12329"/>
                      <a:pt x="152" y="12365"/>
                      <a:pt x="188" y="12365"/>
                    </a:cubicBezTo>
                    <a:lnTo>
                      <a:pt x="197" y="12365"/>
                    </a:lnTo>
                    <a:cubicBezTo>
                      <a:pt x="232" y="12365"/>
                      <a:pt x="259" y="12347"/>
                      <a:pt x="259" y="12311"/>
                    </a:cubicBezTo>
                    <a:cubicBezTo>
                      <a:pt x="277" y="12231"/>
                      <a:pt x="286" y="12142"/>
                      <a:pt x="295" y="12061"/>
                    </a:cubicBezTo>
                    <a:cubicBezTo>
                      <a:pt x="304" y="12026"/>
                      <a:pt x="277" y="11990"/>
                      <a:pt x="241" y="11981"/>
                    </a:cubicBezTo>
                    <a:close/>
                    <a:moveTo>
                      <a:pt x="28182" y="11392"/>
                    </a:moveTo>
                    <a:cubicBezTo>
                      <a:pt x="28146" y="11401"/>
                      <a:pt x="28129" y="11437"/>
                      <a:pt x="28137" y="11473"/>
                    </a:cubicBezTo>
                    <a:cubicBezTo>
                      <a:pt x="28191" y="11767"/>
                      <a:pt x="28245" y="12061"/>
                      <a:pt x="28280" y="12365"/>
                    </a:cubicBezTo>
                    <a:cubicBezTo>
                      <a:pt x="28289" y="12392"/>
                      <a:pt x="28316" y="12418"/>
                      <a:pt x="28343" y="12418"/>
                    </a:cubicBezTo>
                    <a:lnTo>
                      <a:pt x="28352" y="12418"/>
                    </a:lnTo>
                    <a:cubicBezTo>
                      <a:pt x="28387" y="12409"/>
                      <a:pt x="28414" y="12383"/>
                      <a:pt x="28414" y="12347"/>
                    </a:cubicBezTo>
                    <a:cubicBezTo>
                      <a:pt x="28369" y="12044"/>
                      <a:pt x="28316" y="11740"/>
                      <a:pt x="28262" y="11446"/>
                    </a:cubicBezTo>
                    <a:cubicBezTo>
                      <a:pt x="28253" y="11410"/>
                      <a:pt x="28218" y="11392"/>
                      <a:pt x="28182" y="11392"/>
                    </a:cubicBezTo>
                    <a:close/>
                    <a:moveTo>
                      <a:pt x="28369" y="12543"/>
                    </a:moveTo>
                    <a:cubicBezTo>
                      <a:pt x="28334" y="12552"/>
                      <a:pt x="28307" y="12579"/>
                      <a:pt x="28316" y="12615"/>
                    </a:cubicBezTo>
                    <a:cubicBezTo>
                      <a:pt x="28343" y="12873"/>
                      <a:pt x="28369" y="13132"/>
                      <a:pt x="28387" y="13382"/>
                    </a:cubicBezTo>
                    <a:cubicBezTo>
                      <a:pt x="28387" y="13417"/>
                      <a:pt x="28414" y="13444"/>
                      <a:pt x="28450" y="13444"/>
                    </a:cubicBezTo>
                    <a:cubicBezTo>
                      <a:pt x="28485" y="13444"/>
                      <a:pt x="28512" y="13417"/>
                      <a:pt x="28512" y="13382"/>
                    </a:cubicBezTo>
                    <a:cubicBezTo>
                      <a:pt x="28494" y="13123"/>
                      <a:pt x="28476" y="12855"/>
                      <a:pt x="28441" y="12606"/>
                    </a:cubicBezTo>
                    <a:cubicBezTo>
                      <a:pt x="28441" y="12570"/>
                      <a:pt x="28405" y="12543"/>
                      <a:pt x="28369" y="12543"/>
                    </a:cubicBezTo>
                    <a:close/>
                    <a:moveTo>
                      <a:pt x="94" y="13139"/>
                    </a:moveTo>
                    <a:cubicBezTo>
                      <a:pt x="63" y="13139"/>
                      <a:pt x="36" y="13163"/>
                      <a:pt x="36" y="13194"/>
                    </a:cubicBezTo>
                    <a:cubicBezTo>
                      <a:pt x="18" y="13453"/>
                      <a:pt x="9" y="13721"/>
                      <a:pt x="0" y="13979"/>
                    </a:cubicBezTo>
                    <a:cubicBezTo>
                      <a:pt x="0" y="14015"/>
                      <a:pt x="27" y="14042"/>
                      <a:pt x="63" y="14042"/>
                    </a:cubicBezTo>
                    <a:cubicBezTo>
                      <a:pt x="99" y="14042"/>
                      <a:pt x="125" y="14015"/>
                      <a:pt x="125" y="13979"/>
                    </a:cubicBezTo>
                    <a:cubicBezTo>
                      <a:pt x="134" y="13721"/>
                      <a:pt x="143" y="13462"/>
                      <a:pt x="170" y="13212"/>
                    </a:cubicBezTo>
                    <a:cubicBezTo>
                      <a:pt x="170" y="13177"/>
                      <a:pt x="143" y="13141"/>
                      <a:pt x="108" y="13141"/>
                    </a:cubicBezTo>
                    <a:cubicBezTo>
                      <a:pt x="103" y="13140"/>
                      <a:pt x="98" y="13139"/>
                      <a:pt x="94" y="13139"/>
                    </a:cubicBezTo>
                    <a:close/>
                    <a:moveTo>
                      <a:pt x="28476" y="14220"/>
                    </a:moveTo>
                    <a:cubicBezTo>
                      <a:pt x="28441" y="14220"/>
                      <a:pt x="28414" y="14247"/>
                      <a:pt x="28414" y="14283"/>
                    </a:cubicBezTo>
                    <a:cubicBezTo>
                      <a:pt x="28414" y="14372"/>
                      <a:pt x="28405" y="14461"/>
                      <a:pt x="28405" y="14541"/>
                    </a:cubicBezTo>
                    <a:cubicBezTo>
                      <a:pt x="28405" y="14577"/>
                      <a:pt x="28432" y="14613"/>
                      <a:pt x="28468" y="14613"/>
                    </a:cubicBezTo>
                    <a:lnTo>
                      <a:pt x="28476" y="14613"/>
                    </a:lnTo>
                    <a:cubicBezTo>
                      <a:pt x="28503" y="14613"/>
                      <a:pt x="28539" y="14577"/>
                      <a:pt x="28539" y="14550"/>
                    </a:cubicBezTo>
                    <a:cubicBezTo>
                      <a:pt x="28539" y="14461"/>
                      <a:pt x="28539" y="14372"/>
                      <a:pt x="28539" y="14283"/>
                    </a:cubicBezTo>
                    <a:cubicBezTo>
                      <a:pt x="28539" y="14247"/>
                      <a:pt x="28512" y="14220"/>
                      <a:pt x="28476" y="14220"/>
                    </a:cubicBezTo>
                    <a:close/>
                    <a:moveTo>
                      <a:pt x="63" y="14176"/>
                    </a:moveTo>
                    <a:cubicBezTo>
                      <a:pt x="27" y="14176"/>
                      <a:pt x="0" y="14202"/>
                      <a:pt x="0" y="14238"/>
                    </a:cubicBezTo>
                    <a:lnTo>
                      <a:pt x="0" y="14274"/>
                    </a:lnTo>
                    <a:cubicBezTo>
                      <a:pt x="0" y="14568"/>
                      <a:pt x="9" y="14880"/>
                      <a:pt x="27" y="15175"/>
                    </a:cubicBezTo>
                    <a:cubicBezTo>
                      <a:pt x="27" y="15211"/>
                      <a:pt x="54" y="15237"/>
                      <a:pt x="90" y="15237"/>
                    </a:cubicBezTo>
                    <a:lnTo>
                      <a:pt x="99" y="15237"/>
                    </a:lnTo>
                    <a:cubicBezTo>
                      <a:pt x="134" y="15237"/>
                      <a:pt x="161" y="15202"/>
                      <a:pt x="152" y="15175"/>
                    </a:cubicBezTo>
                    <a:cubicBezTo>
                      <a:pt x="134" y="14872"/>
                      <a:pt x="125" y="14568"/>
                      <a:pt x="125" y="14274"/>
                    </a:cubicBezTo>
                    <a:lnTo>
                      <a:pt x="125" y="14238"/>
                    </a:lnTo>
                    <a:cubicBezTo>
                      <a:pt x="125" y="14202"/>
                      <a:pt x="99" y="14176"/>
                      <a:pt x="63" y="14176"/>
                    </a:cubicBezTo>
                    <a:close/>
                    <a:moveTo>
                      <a:pt x="152" y="15880"/>
                    </a:moveTo>
                    <a:cubicBezTo>
                      <a:pt x="116" y="15889"/>
                      <a:pt x="90" y="15915"/>
                      <a:pt x="99" y="15951"/>
                    </a:cubicBezTo>
                    <a:cubicBezTo>
                      <a:pt x="108" y="16040"/>
                      <a:pt x="116" y="16129"/>
                      <a:pt x="125" y="16210"/>
                    </a:cubicBezTo>
                    <a:cubicBezTo>
                      <a:pt x="134" y="16245"/>
                      <a:pt x="161" y="16272"/>
                      <a:pt x="197" y="16272"/>
                    </a:cubicBezTo>
                    <a:cubicBezTo>
                      <a:pt x="197" y="16272"/>
                      <a:pt x="197" y="16272"/>
                      <a:pt x="206" y="16263"/>
                    </a:cubicBezTo>
                    <a:cubicBezTo>
                      <a:pt x="232" y="16263"/>
                      <a:pt x="259" y="16228"/>
                      <a:pt x="259" y="16192"/>
                    </a:cubicBezTo>
                    <a:cubicBezTo>
                      <a:pt x="241" y="16112"/>
                      <a:pt x="232" y="16022"/>
                      <a:pt x="224" y="15942"/>
                    </a:cubicBezTo>
                    <a:cubicBezTo>
                      <a:pt x="224" y="15906"/>
                      <a:pt x="188" y="15880"/>
                      <a:pt x="152" y="15880"/>
                    </a:cubicBezTo>
                    <a:close/>
                    <a:moveTo>
                      <a:pt x="28441" y="15255"/>
                    </a:moveTo>
                    <a:cubicBezTo>
                      <a:pt x="28405" y="15255"/>
                      <a:pt x="28378" y="15282"/>
                      <a:pt x="28369" y="15318"/>
                    </a:cubicBezTo>
                    <a:cubicBezTo>
                      <a:pt x="28352" y="15612"/>
                      <a:pt x="28316" y="15915"/>
                      <a:pt x="28280" y="16210"/>
                    </a:cubicBezTo>
                    <a:cubicBezTo>
                      <a:pt x="28271" y="16245"/>
                      <a:pt x="28298" y="16281"/>
                      <a:pt x="28334" y="16281"/>
                    </a:cubicBezTo>
                    <a:lnTo>
                      <a:pt x="28343" y="16281"/>
                    </a:lnTo>
                    <a:cubicBezTo>
                      <a:pt x="28369" y="16281"/>
                      <a:pt x="28405" y="16263"/>
                      <a:pt x="28405" y="16228"/>
                    </a:cubicBezTo>
                    <a:cubicBezTo>
                      <a:pt x="28450" y="15933"/>
                      <a:pt x="28476" y="15630"/>
                      <a:pt x="28503" y="15327"/>
                    </a:cubicBezTo>
                    <a:cubicBezTo>
                      <a:pt x="28503" y="15291"/>
                      <a:pt x="28476" y="15255"/>
                      <a:pt x="28441" y="15255"/>
                    </a:cubicBezTo>
                    <a:close/>
                    <a:moveTo>
                      <a:pt x="28302" y="16413"/>
                    </a:moveTo>
                    <a:cubicBezTo>
                      <a:pt x="28271" y="16413"/>
                      <a:pt x="28245" y="16437"/>
                      <a:pt x="28245" y="16468"/>
                    </a:cubicBezTo>
                    <a:cubicBezTo>
                      <a:pt x="28200" y="16718"/>
                      <a:pt x="28155" y="16977"/>
                      <a:pt x="28102" y="17227"/>
                    </a:cubicBezTo>
                    <a:cubicBezTo>
                      <a:pt x="28093" y="17262"/>
                      <a:pt x="28120" y="17298"/>
                      <a:pt x="28146" y="17298"/>
                    </a:cubicBezTo>
                    <a:cubicBezTo>
                      <a:pt x="28155" y="17307"/>
                      <a:pt x="28155" y="17307"/>
                      <a:pt x="28164" y="17307"/>
                    </a:cubicBezTo>
                    <a:cubicBezTo>
                      <a:pt x="28191" y="17307"/>
                      <a:pt x="28218" y="17280"/>
                      <a:pt x="28227" y="17253"/>
                    </a:cubicBezTo>
                    <a:cubicBezTo>
                      <a:pt x="28280" y="17004"/>
                      <a:pt x="28325" y="16745"/>
                      <a:pt x="28369" y="16486"/>
                    </a:cubicBezTo>
                    <a:cubicBezTo>
                      <a:pt x="28369" y="16451"/>
                      <a:pt x="28352" y="16415"/>
                      <a:pt x="28316" y="16415"/>
                    </a:cubicBezTo>
                    <a:cubicBezTo>
                      <a:pt x="28311" y="16414"/>
                      <a:pt x="28306" y="16413"/>
                      <a:pt x="28302" y="16413"/>
                    </a:cubicBezTo>
                    <a:close/>
                    <a:moveTo>
                      <a:pt x="331" y="17030"/>
                    </a:moveTo>
                    <a:cubicBezTo>
                      <a:pt x="295" y="17039"/>
                      <a:pt x="277" y="17075"/>
                      <a:pt x="277" y="17111"/>
                    </a:cubicBezTo>
                    <a:cubicBezTo>
                      <a:pt x="331" y="17361"/>
                      <a:pt x="393" y="17619"/>
                      <a:pt x="455" y="17869"/>
                    </a:cubicBezTo>
                    <a:cubicBezTo>
                      <a:pt x="464" y="17896"/>
                      <a:pt x="491" y="17914"/>
                      <a:pt x="518" y="17914"/>
                    </a:cubicBezTo>
                    <a:lnTo>
                      <a:pt x="536" y="17914"/>
                    </a:lnTo>
                    <a:cubicBezTo>
                      <a:pt x="571" y="17905"/>
                      <a:pt x="589" y="17869"/>
                      <a:pt x="580" y="17833"/>
                    </a:cubicBezTo>
                    <a:cubicBezTo>
                      <a:pt x="518" y="17592"/>
                      <a:pt x="455" y="17334"/>
                      <a:pt x="411" y="17084"/>
                    </a:cubicBezTo>
                    <a:cubicBezTo>
                      <a:pt x="402" y="17048"/>
                      <a:pt x="366" y="17030"/>
                      <a:pt x="331" y="17030"/>
                    </a:cubicBezTo>
                    <a:close/>
                    <a:moveTo>
                      <a:pt x="27950" y="18054"/>
                    </a:moveTo>
                    <a:cubicBezTo>
                      <a:pt x="27921" y="18054"/>
                      <a:pt x="27895" y="18071"/>
                      <a:pt x="27888" y="18101"/>
                    </a:cubicBezTo>
                    <a:cubicBezTo>
                      <a:pt x="27861" y="18181"/>
                      <a:pt x="27834" y="18262"/>
                      <a:pt x="27816" y="18351"/>
                    </a:cubicBezTo>
                    <a:cubicBezTo>
                      <a:pt x="27807" y="18386"/>
                      <a:pt x="27825" y="18422"/>
                      <a:pt x="27861" y="18431"/>
                    </a:cubicBezTo>
                    <a:lnTo>
                      <a:pt x="27879" y="18431"/>
                    </a:lnTo>
                    <a:cubicBezTo>
                      <a:pt x="27906" y="18431"/>
                      <a:pt x="27932" y="18413"/>
                      <a:pt x="27941" y="18386"/>
                    </a:cubicBezTo>
                    <a:cubicBezTo>
                      <a:pt x="27959" y="18306"/>
                      <a:pt x="27986" y="18217"/>
                      <a:pt x="28013" y="18137"/>
                    </a:cubicBezTo>
                    <a:cubicBezTo>
                      <a:pt x="28021" y="18101"/>
                      <a:pt x="27995" y="18065"/>
                      <a:pt x="27968" y="18056"/>
                    </a:cubicBezTo>
                    <a:cubicBezTo>
                      <a:pt x="27962" y="18055"/>
                      <a:pt x="27956" y="18054"/>
                      <a:pt x="27950" y="18054"/>
                    </a:cubicBezTo>
                    <a:close/>
                    <a:moveTo>
                      <a:pt x="586" y="18036"/>
                    </a:moveTo>
                    <a:cubicBezTo>
                      <a:pt x="581" y="18036"/>
                      <a:pt x="576" y="18037"/>
                      <a:pt x="571" y="18039"/>
                    </a:cubicBezTo>
                    <a:cubicBezTo>
                      <a:pt x="536" y="18047"/>
                      <a:pt x="518" y="18083"/>
                      <a:pt x="527" y="18119"/>
                    </a:cubicBezTo>
                    <a:cubicBezTo>
                      <a:pt x="607" y="18413"/>
                      <a:pt x="696" y="18699"/>
                      <a:pt x="794" y="18984"/>
                    </a:cubicBezTo>
                    <a:cubicBezTo>
                      <a:pt x="803" y="19011"/>
                      <a:pt x="830" y="19029"/>
                      <a:pt x="857" y="19029"/>
                    </a:cubicBezTo>
                    <a:lnTo>
                      <a:pt x="875" y="19029"/>
                    </a:lnTo>
                    <a:cubicBezTo>
                      <a:pt x="910" y="19011"/>
                      <a:pt x="928" y="18975"/>
                      <a:pt x="919" y="18948"/>
                    </a:cubicBezTo>
                    <a:cubicBezTo>
                      <a:pt x="821" y="18663"/>
                      <a:pt x="732" y="18378"/>
                      <a:pt x="643" y="18083"/>
                    </a:cubicBezTo>
                    <a:cubicBezTo>
                      <a:pt x="635" y="18054"/>
                      <a:pt x="610" y="18036"/>
                      <a:pt x="586" y="18036"/>
                    </a:cubicBezTo>
                    <a:close/>
                    <a:moveTo>
                      <a:pt x="1135" y="19628"/>
                    </a:moveTo>
                    <a:cubicBezTo>
                      <a:pt x="1126" y="19628"/>
                      <a:pt x="1116" y="19631"/>
                      <a:pt x="1107" y="19635"/>
                    </a:cubicBezTo>
                    <a:cubicBezTo>
                      <a:pt x="1080" y="19644"/>
                      <a:pt x="1062" y="19680"/>
                      <a:pt x="1071" y="19716"/>
                    </a:cubicBezTo>
                    <a:cubicBezTo>
                      <a:pt x="1107" y="19796"/>
                      <a:pt x="1142" y="19876"/>
                      <a:pt x="1178" y="19957"/>
                    </a:cubicBezTo>
                    <a:cubicBezTo>
                      <a:pt x="1187" y="19983"/>
                      <a:pt x="1214" y="19992"/>
                      <a:pt x="1232" y="19992"/>
                    </a:cubicBezTo>
                    <a:lnTo>
                      <a:pt x="1258" y="19992"/>
                    </a:lnTo>
                    <a:cubicBezTo>
                      <a:pt x="1294" y="19974"/>
                      <a:pt x="1312" y="19939"/>
                      <a:pt x="1294" y="19903"/>
                    </a:cubicBezTo>
                    <a:cubicBezTo>
                      <a:pt x="1258" y="19823"/>
                      <a:pt x="1223" y="19742"/>
                      <a:pt x="1196" y="19671"/>
                    </a:cubicBezTo>
                    <a:cubicBezTo>
                      <a:pt x="1183" y="19645"/>
                      <a:pt x="1160" y="19628"/>
                      <a:pt x="1135" y="19628"/>
                    </a:cubicBezTo>
                    <a:close/>
                    <a:moveTo>
                      <a:pt x="27628" y="19040"/>
                    </a:moveTo>
                    <a:cubicBezTo>
                      <a:pt x="27603" y="19040"/>
                      <a:pt x="27582" y="19056"/>
                      <a:pt x="27575" y="19082"/>
                    </a:cubicBezTo>
                    <a:cubicBezTo>
                      <a:pt x="27468" y="19359"/>
                      <a:pt x="27361" y="19644"/>
                      <a:pt x="27236" y="19921"/>
                    </a:cubicBezTo>
                    <a:cubicBezTo>
                      <a:pt x="27228" y="19948"/>
                      <a:pt x="27236" y="19983"/>
                      <a:pt x="27272" y="20001"/>
                    </a:cubicBezTo>
                    <a:cubicBezTo>
                      <a:pt x="27281" y="20001"/>
                      <a:pt x="27290" y="20010"/>
                      <a:pt x="27299" y="20010"/>
                    </a:cubicBezTo>
                    <a:cubicBezTo>
                      <a:pt x="27326" y="20010"/>
                      <a:pt x="27343" y="19992"/>
                      <a:pt x="27352" y="19965"/>
                    </a:cubicBezTo>
                    <a:cubicBezTo>
                      <a:pt x="27477" y="19689"/>
                      <a:pt x="27593" y="19412"/>
                      <a:pt x="27691" y="19127"/>
                    </a:cubicBezTo>
                    <a:cubicBezTo>
                      <a:pt x="27700" y="19091"/>
                      <a:pt x="27682" y="19056"/>
                      <a:pt x="27656" y="19047"/>
                    </a:cubicBezTo>
                    <a:cubicBezTo>
                      <a:pt x="27646" y="19042"/>
                      <a:pt x="27637" y="19040"/>
                      <a:pt x="27628" y="19040"/>
                    </a:cubicBezTo>
                    <a:close/>
                    <a:moveTo>
                      <a:pt x="27194" y="20114"/>
                    </a:moveTo>
                    <a:cubicBezTo>
                      <a:pt x="27167" y="20114"/>
                      <a:pt x="27143" y="20126"/>
                      <a:pt x="27129" y="20153"/>
                    </a:cubicBezTo>
                    <a:cubicBezTo>
                      <a:pt x="27022" y="20385"/>
                      <a:pt x="26915" y="20617"/>
                      <a:pt x="26790" y="20840"/>
                    </a:cubicBezTo>
                    <a:cubicBezTo>
                      <a:pt x="26773" y="20875"/>
                      <a:pt x="26790" y="20911"/>
                      <a:pt x="26817" y="20929"/>
                    </a:cubicBezTo>
                    <a:cubicBezTo>
                      <a:pt x="26826" y="20938"/>
                      <a:pt x="26844" y="20938"/>
                      <a:pt x="26853" y="20938"/>
                    </a:cubicBezTo>
                    <a:cubicBezTo>
                      <a:pt x="26871" y="20938"/>
                      <a:pt x="26897" y="20929"/>
                      <a:pt x="26906" y="20902"/>
                    </a:cubicBezTo>
                    <a:cubicBezTo>
                      <a:pt x="27031" y="20670"/>
                      <a:pt x="27147" y="20438"/>
                      <a:pt x="27254" y="20206"/>
                    </a:cubicBezTo>
                    <a:cubicBezTo>
                      <a:pt x="27263" y="20171"/>
                      <a:pt x="27254" y="20135"/>
                      <a:pt x="27219" y="20117"/>
                    </a:cubicBezTo>
                    <a:cubicBezTo>
                      <a:pt x="27210" y="20115"/>
                      <a:pt x="27202" y="20114"/>
                      <a:pt x="27194" y="20114"/>
                    </a:cubicBezTo>
                    <a:close/>
                    <a:moveTo>
                      <a:pt x="1617" y="20685"/>
                    </a:moveTo>
                    <a:cubicBezTo>
                      <a:pt x="1610" y="20685"/>
                      <a:pt x="1604" y="20686"/>
                      <a:pt x="1597" y="20688"/>
                    </a:cubicBezTo>
                    <a:cubicBezTo>
                      <a:pt x="1562" y="20706"/>
                      <a:pt x="1553" y="20751"/>
                      <a:pt x="1562" y="20777"/>
                    </a:cubicBezTo>
                    <a:cubicBezTo>
                      <a:pt x="1687" y="21009"/>
                      <a:pt x="1811" y="21241"/>
                      <a:pt x="1945" y="21464"/>
                    </a:cubicBezTo>
                    <a:cubicBezTo>
                      <a:pt x="1954" y="21482"/>
                      <a:pt x="1972" y="21491"/>
                      <a:pt x="1999" y="21491"/>
                    </a:cubicBezTo>
                    <a:cubicBezTo>
                      <a:pt x="2008" y="21491"/>
                      <a:pt x="2017" y="21491"/>
                      <a:pt x="2026" y="21482"/>
                    </a:cubicBezTo>
                    <a:cubicBezTo>
                      <a:pt x="2061" y="21464"/>
                      <a:pt x="2070" y="21429"/>
                      <a:pt x="2052" y="21402"/>
                    </a:cubicBezTo>
                    <a:cubicBezTo>
                      <a:pt x="1919" y="21179"/>
                      <a:pt x="1794" y="20947"/>
                      <a:pt x="1678" y="20724"/>
                    </a:cubicBezTo>
                    <a:cubicBezTo>
                      <a:pt x="1664" y="20696"/>
                      <a:pt x="1640" y="20685"/>
                      <a:pt x="1617" y="20685"/>
                    </a:cubicBezTo>
                    <a:close/>
                    <a:moveTo>
                      <a:pt x="26403" y="21598"/>
                    </a:moveTo>
                    <a:cubicBezTo>
                      <a:pt x="26384" y="21598"/>
                      <a:pt x="26365" y="21607"/>
                      <a:pt x="26353" y="21625"/>
                    </a:cubicBezTo>
                    <a:cubicBezTo>
                      <a:pt x="26309" y="21696"/>
                      <a:pt x="26255" y="21776"/>
                      <a:pt x="26211" y="21848"/>
                    </a:cubicBezTo>
                    <a:cubicBezTo>
                      <a:pt x="26193" y="21875"/>
                      <a:pt x="26202" y="21910"/>
                      <a:pt x="26237" y="21937"/>
                    </a:cubicBezTo>
                    <a:cubicBezTo>
                      <a:pt x="26246" y="21937"/>
                      <a:pt x="26255" y="21946"/>
                      <a:pt x="26264" y="21946"/>
                    </a:cubicBezTo>
                    <a:cubicBezTo>
                      <a:pt x="26291" y="21946"/>
                      <a:pt x="26309" y="21937"/>
                      <a:pt x="26318" y="21910"/>
                    </a:cubicBezTo>
                    <a:cubicBezTo>
                      <a:pt x="26371" y="21839"/>
                      <a:pt x="26416" y="21768"/>
                      <a:pt x="26460" y="21696"/>
                    </a:cubicBezTo>
                    <a:cubicBezTo>
                      <a:pt x="26478" y="21660"/>
                      <a:pt x="26469" y="21625"/>
                      <a:pt x="26434" y="21607"/>
                    </a:cubicBezTo>
                    <a:cubicBezTo>
                      <a:pt x="26424" y="21601"/>
                      <a:pt x="26413" y="21598"/>
                      <a:pt x="26403" y="21598"/>
                    </a:cubicBezTo>
                    <a:close/>
                    <a:moveTo>
                      <a:pt x="2130" y="21589"/>
                    </a:moveTo>
                    <a:cubicBezTo>
                      <a:pt x="2118" y="21589"/>
                      <a:pt x="2106" y="21592"/>
                      <a:pt x="2097" y="21598"/>
                    </a:cubicBezTo>
                    <a:cubicBezTo>
                      <a:pt x="2061" y="21616"/>
                      <a:pt x="2052" y="21660"/>
                      <a:pt x="2070" y="21687"/>
                    </a:cubicBezTo>
                    <a:cubicBezTo>
                      <a:pt x="2231" y="21946"/>
                      <a:pt x="2400" y="22205"/>
                      <a:pt x="2570" y="22445"/>
                    </a:cubicBezTo>
                    <a:cubicBezTo>
                      <a:pt x="2588" y="22463"/>
                      <a:pt x="2605" y="22472"/>
                      <a:pt x="2623" y="22472"/>
                    </a:cubicBezTo>
                    <a:cubicBezTo>
                      <a:pt x="2641" y="22472"/>
                      <a:pt x="2650" y="22472"/>
                      <a:pt x="2659" y="22463"/>
                    </a:cubicBezTo>
                    <a:cubicBezTo>
                      <a:pt x="2695" y="22445"/>
                      <a:pt x="2695" y="22401"/>
                      <a:pt x="2677" y="22374"/>
                    </a:cubicBezTo>
                    <a:cubicBezTo>
                      <a:pt x="2507" y="22133"/>
                      <a:pt x="2338" y="21875"/>
                      <a:pt x="2186" y="21616"/>
                    </a:cubicBezTo>
                    <a:cubicBezTo>
                      <a:pt x="2175" y="21599"/>
                      <a:pt x="2152" y="21589"/>
                      <a:pt x="2130" y="21589"/>
                    </a:cubicBezTo>
                    <a:close/>
                    <a:moveTo>
                      <a:pt x="3088" y="22969"/>
                    </a:moveTo>
                    <a:cubicBezTo>
                      <a:pt x="3075" y="22969"/>
                      <a:pt x="3063" y="22973"/>
                      <a:pt x="3051" y="22981"/>
                    </a:cubicBezTo>
                    <a:cubicBezTo>
                      <a:pt x="3016" y="23008"/>
                      <a:pt x="3016" y="23043"/>
                      <a:pt x="3034" y="23079"/>
                    </a:cubicBezTo>
                    <a:cubicBezTo>
                      <a:pt x="3087" y="23141"/>
                      <a:pt x="3141" y="23213"/>
                      <a:pt x="3203" y="23275"/>
                    </a:cubicBezTo>
                    <a:cubicBezTo>
                      <a:pt x="3212" y="23293"/>
                      <a:pt x="3230" y="23302"/>
                      <a:pt x="3248" y="23302"/>
                    </a:cubicBezTo>
                    <a:cubicBezTo>
                      <a:pt x="3266" y="23302"/>
                      <a:pt x="3274" y="23293"/>
                      <a:pt x="3292" y="23284"/>
                    </a:cubicBezTo>
                    <a:cubicBezTo>
                      <a:pt x="3319" y="23266"/>
                      <a:pt x="3319" y="23222"/>
                      <a:pt x="3301" y="23195"/>
                    </a:cubicBezTo>
                    <a:cubicBezTo>
                      <a:pt x="3248" y="23132"/>
                      <a:pt x="3194" y="23061"/>
                      <a:pt x="3141" y="22999"/>
                    </a:cubicBezTo>
                    <a:cubicBezTo>
                      <a:pt x="3125" y="22978"/>
                      <a:pt x="3106" y="22969"/>
                      <a:pt x="3088" y="22969"/>
                    </a:cubicBezTo>
                    <a:close/>
                    <a:moveTo>
                      <a:pt x="25832" y="22456"/>
                    </a:moveTo>
                    <a:cubicBezTo>
                      <a:pt x="25812" y="22456"/>
                      <a:pt x="25793" y="22466"/>
                      <a:pt x="25782" y="22481"/>
                    </a:cubicBezTo>
                    <a:cubicBezTo>
                      <a:pt x="25604" y="22731"/>
                      <a:pt x="25425" y="22972"/>
                      <a:pt x="25238" y="23204"/>
                    </a:cubicBezTo>
                    <a:cubicBezTo>
                      <a:pt x="25211" y="23231"/>
                      <a:pt x="25220" y="23266"/>
                      <a:pt x="25247" y="23293"/>
                    </a:cubicBezTo>
                    <a:cubicBezTo>
                      <a:pt x="25256" y="23302"/>
                      <a:pt x="25274" y="23302"/>
                      <a:pt x="25283" y="23302"/>
                    </a:cubicBezTo>
                    <a:cubicBezTo>
                      <a:pt x="25301" y="23302"/>
                      <a:pt x="25318" y="23293"/>
                      <a:pt x="25336" y="23284"/>
                    </a:cubicBezTo>
                    <a:cubicBezTo>
                      <a:pt x="25524" y="23043"/>
                      <a:pt x="25711" y="22802"/>
                      <a:pt x="25889" y="22561"/>
                    </a:cubicBezTo>
                    <a:cubicBezTo>
                      <a:pt x="25907" y="22526"/>
                      <a:pt x="25898" y="22490"/>
                      <a:pt x="25872" y="22472"/>
                    </a:cubicBezTo>
                    <a:cubicBezTo>
                      <a:pt x="25860" y="22461"/>
                      <a:pt x="25846" y="22456"/>
                      <a:pt x="25832" y="22456"/>
                    </a:cubicBezTo>
                    <a:close/>
                    <a:moveTo>
                      <a:pt x="25121" y="23375"/>
                    </a:moveTo>
                    <a:cubicBezTo>
                      <a:pt x="25103" y="23375"/>
                      <a:pt x="25084" y="23384"/>
                      <a:pt x="25069" y="23400"/>
                    </a:cubicBezTo>
                    <a:cubicBezTo>
                      <a:pt x="24908" y="23596"/>
                      <a:pt x="24730" y="23784"/>
                      <a:pt x="24560" y="23971"/>
                    </a:cubicBezTo>
                    <a:cubicBezTo>
                      <a:pt x="24533" y="23998"/>
                      <a:pt x="24533" y="24042"/>
                      <a:pt x="24560" y="24069"/>
                    </a:cubicBezTo>
                    <a:cubicBezTo>
                      <a:pt x="24569" y="24078"/>
                      <a:pt x="24587" y="24078"/>
                      <a:pt x="24605" y="24078"/>
                    </a:cubicBezTo>
                    <a:cubicBezTo>
                      <a:pt x="24623" y="24078"/>
                      <a:pt x="24640" y="24078"/>
                      <a:pt x="24649" y="24060"/>
                    </a:cubicBezTo>
                    <a:cubicBezTo>
                      <a:pt x="24828" y="23873"/>
                      <a:pt x="24997" y="23677"/>
                      <a:pt x="25167" y="23480"/>
                    </a:cubicBezTo>
                    <a:cubicBezTo>
                      <a:pt x="25194" y="23454"/>
                      <a:pt x="25185" y="23409"/>
                      <a:pt x="25158" y="23391"/>
                    </a:cubicBezTo>
                    <a:cubicBezTo>
                      <a:pt x="25147" y="23380"/>
                      <a:pt x="25134" y="23375"/>
                      <a:pt x="25121" y="23375"/>
                    </a:cubicBezTo>
                    <a:close/>
                    <a:moveTo>
                      <a:pt x="3845" y="23853"/>
                    </a:moveTo>
                    <a:cubicBezTo>
                      <a:pt x="3830" y="23853"/>
                      <a:pt x="3814" y="23859"/>
                      <a:pt x="3801" y="23873"/>
                    </a:cubicBezTo>
                    <a:cubicBezTo>
                      <a:pt x="3774" y="23900"/>
                      <a:pt x="3774" y="23935"/>
                      <a:pt x="3792" y="23962"/>
                    </a:cubicBezTo>
                    <a:cubicBezTo>
                      <a:pt x="3970" y="24158"/>
                      <a:pt x="4158" y="24346"/>
                      <a:pt x="4345" y="24524"/>
                    </a:cubicBezTo>
                    <a:cubicBezTo>
                      <a:pt x="4354" y="24533"/>
                      <a:pt x="4372" y="24542"/>
                      <a:pt x="4390" y="24542"/>
                    </a:cubicBezTo>
                    <a:cubicBezTo>
                      <a:pt x="4399" y="24542"/>
                      <a:pt x="4416" y="24533"/>
                      <a:pt x="4434" y="24524"/>
                    </a:cubicBezTo>
                    <a:cubicBezTo>
                      <a:pt x="4461" y="24497"/>
                      <a:pt x="4452" y="24453"/>
                      <a:pt x="4434" y="24426"/>
                    </a:cubicBezTo>
                    <a:cubicBezTo>
                      <a:pt x="4247" y="24248"/>
                      <a:pt x="4068" y="24069"/>
                      <a:pt x="3890" y="23873"/>
                    </a:cubicBezTo>
                    <a:cubicBezTo>
                      <a:pt x="3877" y="23859"/>
                      <a:pt x="3861" y="23853"/>
                      <a:pt x="3845" y="23853"/>
                    </a:cubicBezTo>
                    <a:close/>
                    <a:moveTo>
                      <a:pt x="23962" y="24593"/>
                    </a:moveTo>
                    <a:cubicBezTo>
                      <a:pt x="23947" y="24593"/>
                      <a:pt x="23931" y="24600"/>
                      <a:pt x="23918" y="24613"/>
                    </a:cubicBezTo>
                    <a:cubicBezTo>
                      <a:pt x="23855" y="24667"/>
                      <a:pt x="23793" y="24729"/>
                      <a:pt x="23730" y="24783"/>
                    </a:cubicBezTo>
                    <a:cubicBezTo>
                      <a:pt x="23704" y="24810"/>
                      <a:pt x="23695" y="24845"/>
                      <a:pt x="23722" y="24872"/>
                    </a:cubicBezTo>
                    <a:cubicBezTo>
                      <a:pt x="23739" y="24890"/>
                      <a:pt x="23748" y="24899"/>
                      <a:pt x="23766" y="24899"/>
                    </a:cubicBezTo>
                    <a:cubicBezTo>
                      <a:pt x="23784" y="24899"/>
                      <a:pt x="23802" y="24890"/>
                      <a:pt x="23811" y="24881"/>
                    </a:cubicBezTo>
                    <a:cubicBezTo>
                      <a:pt x="23873" y="24818"/>
                      <a:pt x="23945" y="24765"/>
                      <a:pt x="24007" y="24703"/>
                    </a:cubicBezTo>
                    <a:cubicBezTo>
                      <a:pt x="24034" y="24676"/>
                      <a:pt x="24034" y="24640"/>
                      <a:pt x="24007" y="24613"/>
                    </a:cubicBezTo>
                    <a:cubicBezTo>
                      <a:pt x="23994" y="24600"/>
                      <a:pt x="23978" y="24593"/>
                      <a:pt x="23962" y="24593"/>
                    </a:cubicBezTo>
                    <a:close/>
                    <a:moveTo>
                      <a:pt x="4578" y="24592"/>
                    </a:moveTo>
                    <a:cubicBezTo>
                      <a:pt x="4558" y="24592"/>
                      <a:pt x="4538" y="24599"/>
                      <a:pt x="4523" y="24613"/>
                    </a:cubicBezTo>
                    <a:cubicBezTo>
                      <a:pt x="4506" y="24631"/>
                      <a:pt x="4506" y="24676"/>
                      <a:pt x="4532" y="24703"/>
                    </a:cubicBezTo>
                    <a:cubicBezTo>
                      <a:pt x="4746" y="24908"/>
                      <a:pt x="4978" y="25104"/>
                      <a:pt x="5210" y="25300"/>
                    </a:cubicBezTo>
                    <a:cubicBezTo>
                      <a:pt x="5228" y="25309"/>
                      <a:pt x="5237" y="25318"/>
                      <a:pt x="5255" y="25318"/>
                    </a:cubicBezTo>
                    <a:cubicBezTo>
                      <a:pt x="5273" y="25318"/>
                      <a:pt x="5291" y="25309"/>
                      <a:pt x="5300" y="25291"/>
                    </a:cubicBezTo>
                    <a:cubicBezTo>
                      <a:pt x="5326" y="25265"/>
                      <a:pt x="5326" y="25220"/>
                      <a:pt x="5291" y="25202"/>
                    </a:cubicBezTo>
                    <a:cubicBezTo>
                      <a:pt x="5068" y="25015"/>
                      <a:pt x="4836" y="24810"/>
                      <a:pt x="4622" y="24604"/>
                    </a:cubicBezTo>
                    <a:cubicBezTo>
                      <a:pt x="4610" y="24596"/>
                      <a:pt x="4594" y="24592"/>
                      <a:pt x="4578" y="24592"/>
                    </a:cubicBezTo>
                    <a:close/>
                    <a:moveTo>
                      <a:pt x="5863" y="25662"/>
                    </a:moveTo>
                    <a:cubicBezTo>
                      <a:pt x="5845" y="25662"/>
                      <a:pt x="5827" y="25669"/>
                      <a:pt x="5817" y="25684"/>
                    </a:cubicBezTo>
                    <a:cubicBezTo>
                      <a:pt x="5790" y="25720"/>
                      <a:pt x="5799" y="25755"/>
                      <a:pt x="5826" y="25782"/>
                    </a:cubicBezTo>
                    <a:cubicBezTo>
                      <a:pt x="5897" y="25827"/>
                      <a:pt x="5969" y="25880"/>
                      <a:pt x="6040" y="25934"/>
                    </a:cubicBezTo>
                    <a:cubicBezTo>
                      <a:pt x="6049" y="25934"/>
                      <a:pt x="6067" y="25943"/>
                      <a:pt x="6076" y="25943"/>
                    </a:cubicBezTo>
                    <a:cubicBezTo>
                      <a:pt x="6094" y="25943"/>
                      <a:pt x="6111" y="25934"/>
                      <a:pt x="6129" y="25916"/>
                    </a:cubicBezTo>
                    <a:cubicBezTo>
                      <a:pt x="6147" y="25889"/>
                      <a:pt x="6138" y="25844"/>
                      <a:pt x="6111" y="25827"/>
                    </a:cubicBezTo>
                    <a:cubicBezTo>
                      <a:pt x="6040" y="25773"/>
                      <a:pt x="5978" y="25728"/>
                      <a:pt x="5906" y="25675"/>
                    </a:cubicBezTo>
                    <a:cubicBezTo>
                      <a:pt x="5894" y="25667"/>
                      <a:pt x="5879" y="25662"/>
                      <a:pt x="5863" y="25662"/>
                    </a:cubicBezTo>
                    <a:close/>
                    <a:moveTo>
                      <a:pt x="23182" y="25270"/>
                    </a:moveTo>
                    <a:cubicBezTo>
                      <a:pt x="23168" y="25270"/>
                      <a:pt x="23154" y="25274"/>
                      <a:pt x="23142" y="25282"/>
                    </a:cubicBezTo>
                    <a:cubicBezTo>
                      <a:pt x="22910" y="25470"/>
                      <a:pt x="22660" y="25657"/>
                      <a:pt x="22419" y="25827"/>
                    </a:cubicBezTo>
                    <a:cubicBezTo>
                      <a:pt x="22392" y="25844"/>
                      <a:pt x="22383" y="25889"/>
                      <a:pt x="22401" y="25916"/>
                    </a:cubicBezTo>
                    <a:cubicBezTo>
                      <a:pt x="22419" y="25934"/>
                      <a:pt x="22437" y="25943"/>
                      <a:pt x="22455" y="25943"/>
                    </a:cubicBezTo>
                    <a:cubicBezTo>
                      <a:pt x="22473" y="25943"/>
                      <a:pt x="22482" y="25943"/>
                      <a:pt x="22490" y="25934"/>
                    </a:cubicBezTo>
                    <a:cubicBezTo>
                      <a:pt x="22740" y="25755"/>
                      <a:pt x="22981" y="25577"/>
                      <a:pt x="23222" y="25381"/>
                    </a:cubicBezTo>
                    <a:cubicBezTo>
                      <a:pt x="23249" y="25363"/>
                      <a:pt x="23249" y="25318"/>
                      <a:pt x="23231" y="25291"/>
                    </a:cubicBezTo>
                    <a:cubicBezTo>
                      <a:pt x="23216" y="25277"/>
                      <a:pt x="23199" y="25270"/>
                      <a:pt x="23182" y="25270"/>
                    </a:cubicBezTo>
                    <a:close/>
                    <a:moveTo>
                      <a:pt x="22246" y="25963"/>
                    </a:moveTo>
                    <a:cubicBezTo>
                      <a:pt x="22233" y="25963"/>
                      <a:pt x="22219" y="25968"/>
                      <a:pt x="22205" y="25978"/>
                    </a:cubicBezTo>
                    <a:cubicBezTo>
                      <a:pt x="21991" y="26121"/>
                      <a:pt x="21777" y="26264"/>
                      <a:pt x="21554" y="26389"/>
                    </a:cubicBezTo>
                    <a:cubicBezTo>
                      <a:pt x="21527" y="26406"/>
                      <a:pt x="21518" y="26451"/>
                      <a:pt x="21536" y="26478"/>
                    </a:cubicBezTo>
                    <a:cubicBezTo>
                      <a:pt x="21545" y="26496"/>
                      <a:pt x="21572" y="26513"/>
                      <a:pt x="21589" y="26513"/>
                    </a:cubicBezTo>
                    <a:cubicBezTo>
                      <a:pt x="21598" y="26513"/>
                      <a:pt x="21616" y="26505"/>
                      <a:pt x="21625" y="26505"/>
                    </a:cubicBezTo>
                    <a:cubicBezTo>
                      <a:pt x="21848" y="26371"/>
                      <a:pt x="22062" y="26228"/>
                      <a:pt x="22276" y="26085"/>
                    </a:cubicBezTo>
                    <a:cubicBezTo>
                      <a:pt x="22312" y="26059"/>
                      <a:pt x="22321" y="26023"/>
                      <a:pt x="22294" y="25996"/>
                    </a:cubicBezTo>
                    <a:cubicBezTo>
                      <a:pt x="22283" y="25974"/>
                      <a:pt x="22266" y="25963"/>
                      <a:pt x="22246" y="25963"/>
                    </a:cubicBezTo>
                    <a:close/>
                    <a:moveTo>
                      <a:pt x="6832" y="26308"/>
                    </a:moveTo>
                    <a:cubicBezTo>
                      <a:pt x="6811" y="26308"/>
                      <a:pt x="6789" y="26320"/>
                      <a:pt x="6772" y="26344"/>
                    </a:cubicBezTo>
                    <a:cubicBezTo>
                      <a:pt x="6754" y="26371"/>
                      <a:pt x="6763" y="26415"/>
                      <a:pt x="6798" y="26433"/>
                    </a:cubicBezTo>
                    <a:cubicBezTo>
                      <a:pt x="7012" y="26567"/>
                      <a:pt x="7244" y="26701"/>
                      <a:pt x="7467" y="26817"/>
                    </a:cubicBezTo>
                    <a:cubicBezTo>
                      <a:pt x="7476" y="26826"/>
                      <a:pt x="7494" y="26826"/>
                      <a:pt x="7503" y="26826"/>
                    </a:cubicBezTo>
                    <a:cubicBezTo>
                      <a:pt x="7521" y="26826"/>
                      <a:pt x="7548" y="26817"/>
                      <a:pt x="7557" y="26790"/>
                    </a:cubicBezTo>
                    <a:cubicBezTo>
                      <a:pt x="7574" y="26763"/>
                      <a:pt x="7566" y="26728"/>
                      <a:pt x="7530" y="26710"/>
                    </a:cubicBezTo>
                    <a:cubicBezTo>
                      <a:pt x="7307" y="26585"/>
                      <a:pt x="7084" y="26451"/>
                      <a:pt x="6861" y="26317"/>
                    </a:cubicBezTo>
                    <a:cubicBezTo>
                      <a:pt x="6852" y="26311"/>
                      <a:pt x="6842" y="26308"/>
                      <a:pt x="6832" y="26308"/>
                    </a:cubicBezTo>
                    <a:close/>
                    <a:moveTo>
                      <a:pt x="20804" y="26826"/>
                    </a:moveTo>
                    <a:cubicBezTo>
                      <a:pt x="20792" y="26826"/>
                      <a:pt x="20781" y="26829"/>
                      <a:pt x="20769" y="26835"/>
                    </a:cubicBezTo>
                    <a:cubicBezTo>
                      <a:pt x="20697" y="26870"/>
                      <a:pt x="20617" y="26915"/>
                      <a:pt x="20537" y="26951"/>
                    </a:cubicBezTo>
                    <a:cubicBezTo>
                      <a:pt x="20510" y="26968"/>
                      <a:pt x="20492" y="27004"/>
                      <a:pt x="20510" y="27031"/>
                    </a:cubicBezTo>
                    <a:cubicBezTo>
                      <a:pt x="20519" y="27058"/>
                      <a:pt x="20546" y="27067"/>
                      <a:pt x="20572" y="27067"/>
                    </a:cubicBezTo>
                    <a:lnTo>
                      <a:pt x="20599" y="27067"/>
                    </a:lnTo>
                    <a:cubicBezTo>
                      <a:pt x="20671" y="27022"/>
                      <a:pt x="20751" y="26986"/>
                      <a:pt x="20831" y="26951"/>
                    </a:cubicBezTo>
                    <a:cubicBezTo>
                      <a:pt x="20858" y="26933"/>
                      <a:pt x="20876" y="26888"/>
                      <a:pt x="20858" y="26861"/>
                    </a:cubicBezTo>
                    <a:cubicBezTo>
                      <a:pt x="20846" y="26838"/>
                      <a:pt x="20826" y="26826"/>
                      <a:pt x="20804" y="26826"/>
                    </a:cubicBezTo>
                    <a:close/>
                    <a:moveTo>
                      <a:pt x="7732" y="26819"/>
                    </a:moveTo>
                    <a:cubicBezTo>
                      <a:pt x="7708" y="26819"/>
                      <a:pt x="7685" y="26833"/>
                      <a:pt x="7673" y="26852"/>
                    </a:cubicBezTo>
                    <a:cubicBezTo>
                      <a:pt x="7655" y="26888"/>
                      <a:pt x="7664" y="26924"/>
                      <a:pt x="7699" y="26942"/>
                    </a:cubicBezTo>
                    <a:cubicBezTo>
                      <a:pt x="7967" y="27084"/>
                      <a:pt x="8244" y="27209"/>
                      <a:pt x="8520" y="27334"/>
                    </a:cubicBezTo>
                    <a:cubicBezTo>
                      <a:pt x="8529" y="27334"/>
                      <a:pt x="8538" y="27343"/>
                      <a:pt x="8547" y="27343"/>
                    </a:cubicBezTo>
                    <a:cubicBezTo>
                      <a:pt x="8565" y="27343"/>
                      <a:pt x="8591" y="27325"/>
                      <a:pt x="8600" y="27299"/>
                    </a:cubicBezTo>
                    <a:cubicBezTo>
                      <a:pt x="8618" y="27272"/>
                      <a:pt x="8600" y="27227"/>
                      <a:pt x="8574" y="27218"/>
                    </a:cubicBezTo>
                    <a:cubicBezTo>
                      <a:pt x="8297" y="27093"/>
                      <a:pt x="8020" y="26968"/>
                      <a:pt x="7762" y="26826"/>
                    </a:cubicBezTo>
                    <a:cubicBezTo>
                      <a:pt x="7752" y="26821"/>
                      <a:pt x="7742" y="26819"/>
                      <a:pt x="7732" y="26819"/>
                    </a:cubicBezTo>
                    <a:close/>
                    <a:moveTo>
                      <a:pt x="9259" y="27506"/>
                    </a:moveTo>
                    <a:cubicBezTo>
                      <a:pt x="9234" y="27506"/>
                      <a:pt x="9211" y="27522"/>
                      <a:pt x="9198" y="27548"/>
                    </a:cubicBezTo>
                    <a:cubicBezTo>
                      <a:pt x="9189" y="27575"/>
                      <a:pt x="9207" y="27620"/>
                      <a:pt x="9243" y="27629"/>
                    </a:cubicBezTo>
                    <a:cubicBezTo>
                      <a:pt x="9323" y="27655"/>
                      <a:pt x="9403" y="27691"/>
                      <a:pt x="9484" y="27718"/>
                    </a:cubicBezTo>
                    <a:lnTo>
                      <a:pt x="9501" y="27718"/>
                    </a:lnTo>
                    <a:cubicBezTo>
                      <a:pt x="9528" y="27718"/>
                      <a:pt x="9555" y="27709"/>
                      <a:pt x="9564" y="27682"/>
                    </a:cubicBezTo>
                    <a:cubicBezTo>
                      <a:pt x="9573" y="27646"/>
                      <a:pt x="9555" y="27611"/>
                      <a:pt x="9528" y="27593"/>
                    </a:cubicBezTo>
                    <a:cubicBezTo>
                      <a:pt x="9448" y="27566"/>
                      <a:pt x="9368" y="27539"/>
                      <a:pt x="9287" y="27513"/>
                    </a:cubicBezTo>
                    <a:cubicBezTo>
                      <a:pt x="9278" y="27508"/>
                      <a:pt x="9268" y="27506"/>
                      <a:pt x="9259" y="27506"/>
                    </a:cubicBezTo>
                    <a:close/>
                    <a:moveTo>
                      <a:pt x="19861" y="27269"/>
                    </a:moveTo>
                    <a:cubicBezTo>
                      <a:pt x="19854" y="27269"/>
                      <a:pt x="19847" y="27270"/>
                      <a:pt x="19841" y="27272"/>
                    </a:cubicBezTo>
                    <a:cubicBezTo>
                      <a:pt x="19564" y="27388"/>
                      <a:pt x="19279" y="27504"/>
                      <a:pt x="18993" y="27602"/>
                    </a:cubicBezTo>
                    <a:cubicBezTo>
                      <a:pt x="18967" y="27611"/>
                      <a:pt x="18949" y="27646"/>
                      <a:pt x="18958" y="27682"/>
                    </a:cubicBezTo>
                    <a:cubicBezTo>
                      <a:pt x="18967" y="27709"/>
                      <a:pt x="18993" y="27727"/>
                      <a:pt x="19020" y="27727"/>
                    </a:cubicBezTo>
                    <a:lnTo>
                      <a:pt x="19038" y="27727"/>
                    </a:lnTo>
                    <a:cubicBezTo>
                      <a:pt x="19323" y="27620"/>
                      <a:pt x="19609" y="27513"/>
                      <a:pt x="19885" y="27388"/>
                    </a:cubicBezTo>
                    <a:cubicBezTo>
                      <a:pt x="19921" y="27379"/>
                      <a:pt x="19939" y="27343"/>
                      <a:pt x="19921" y="27307"/>
                    </a:cubicBezTo>
                    <a:cubicBezTo>
                      <a:pt x="19908" y="27280"/>
                      <a:pt x="19883" y="27269"/>
                      <a:pt x="19861" y="27269"/>
                    </a:cubicBezTo>
                    <a:close/>
                    <a:moveTo>
                      <a:pt x="18771" y="27680"/>
                    </a:moveTo>
                    <a:cubicBezTo>
                      <a:pt x="18765" y="27680"/>
                      <a:pt x="18759" y="27681"/>
                      <a:pt x="18753" y="27682"/>
                    </a:cubicBezTo>
                    <a:cubicBezTo>
                      <a:pt x="18512" y="27771"/>
                      <a:pt x="18262" y="27843"/>
                      <a:pt x="18012" y="27914"/>
                    </a:cubicBezTo>
                    <a:cubicBezTo>
                      <a:pt x="17976" y="27923"/>
                      <a:pt x="17959" y="27959"/>
                      <a:pt x="17967" y="27985"/>
                    </a:cubicBezTo>
                    <a:cubicBezTo>
                      <a:pt x="17976" y="28021"/>
                      <a:pt x="18003" y="28039"/>
                      <a:pt x="18030" y="28039"/>
                    </a:cubicBezTo>
                    <a:lnTo>
                      <a:pt x="18048" y="28039"/>
                    </a:lnTo>
                    <a:cubicBezTo>
                      <a:pt x="18298" y="27968"/>
                      <a:pt x="18547" y="27887"/>
                      <a:pt x="18797" y="27807"/>
                    </a:cubicBezTo>
                    <a:cubicBezTo>
                      <a:pt x="18824" y="27798"/>
                      <a:pt x="18842" y="27762"/>
                      <a:pt x="18833" y="27727"/>
                    </a:cubicBezTo>
                    <a:cubicBezTo>
                      <a:pt x="18825" y="27697"/>
                      <a:pt x="18800" y="27680"/>
                      <a:pt x="18771" y="27680"/>
                    </a:cubicBezTo>
                    <a:close/>
                    <a:moveTo>
                      <a:pt x="10366" y="27867"/>
                    </a:moveTo>
                    <a:cubicBezTo>
                      <a:pt x="10337" y="27867"/>
                      <a:pt x="10312" y="27885"/>
                      <a:pt x="10304" y="27914"/>
                    </a:cubicBezTo>
                    <a:cubicBezTo>
                      <a:pt x="10295" y="27950"/>
                      <a:pt x="10313" y="27985"/>
                      <a:pt x="10349" y="27994"/>
                    </a:cubicBezTo>
                    <a:cubicBezTo>
                      <a:pt x="10599" y="28066"/>
                      <a:pt x="10848" y="28128"/>
                      <a:pt x="11107" y="28191"/>
                    </a:cubicBezTo>
                    <a:lnTo>
                      <a:pt x="11116" y="28191"/>
                    </a:lnTo>
                    <a:cubicBezTo>
                      <a:pt x="11143" y="28191"/>
                      <a:pt x="11170" y="28173"/>
                      <a:pt x="11179" y="28137"/>
                    </a:cubicBezTo>
                    <a:cubicBezTo>
                      <a:pt x="11187" y="28101"/>
                      <a:pt x="11170" y="28075"/>
                      <a:pt x="11134" y="28066"/>
                    </a:cubicBezTo>
                    <a:cubicBezTo>
                      <a:pt x="10884" y="28003"/>
                      <a:pt x="10625" y="27941"/>
                      <a:pt x="10385" y="27869"/>
                    </a:cubicBezTo>
                    <a:cubicBezTo>
                      <a:pt x="10378" y="27868"/>
                      <a:pt x="10372" y="27867"/>
                      <a:pt x="10366" y="27867"/>
                    </a:cubicBezTo>
                    <a:close/>
                    <a:moveTo>
                      <a:pt x="17152" y="28118"/>
                    </a:moveTo>
                    <a:cubicBezTo>
                      <a:pt x="17147" y="28118"/>
                      <a:pt x="17142" y="28118"/>
                      <a:pt x="17138" y="28119"/>
                    </a:cubicBezTo>
                    <a:cubicBezTo>
                      <a:pt x="17058" y="28137"/>
                      <a:pt x="16968" y="28155"/>
                      <a:pt x="16888" y="28173"/>
                    </a:cubicBezTo>
                    <a:cubicBezTo>
                      <a:pt x="16852" y="28173"/>
                      <a:pt x="16826" y="28208"/>
                      <a:pt x="16834" y="28244"/>
                    </a:cubicBezTo>
                    <a:cubicBezTo>
                      <a:pt x="16834" y="28280"/>
                      <a:pt x="16870" y="28298"/>
                      <a:pt x="16897" y="28298"/>
                    </a:cubicBezTo>
                    <a:lnTo>
                      <a:pt x="16906" y="28298"/>
                    </a:lnTo>
                    <a:cubicBezTo>
                      <a:pt x="16995" y="28280"/>
                      <a:pt x="17075" y="28262"/>
                      <a:pt x="17165" y="28244"/>
                    </a:cubicBezTo>
                    <a:cubicBezTo>
                      <a:pt x="17200" y="28235"/>
                      <a:pt x="17218" y="28208"/>
                      <a:pt x="17209" y="28173"/>
                    </a:cubicBezTo>
                    <a:cubicBezTo>
                      <a:pt x="17209" y="28142"/>
                      <a:pt x="17182" y="28118"/>
                      <a:pt x="17152" y="28118"/>
                    </a:cubicBezTo>
                    <a:close/>
                    <a:moveTo>
                      <a:pt x="11365" y="28117"/>
                    </a:moveTo>
                    <a:cubicBezTo>
                      <a:pt x="11337" y="28117"/>
                      <a:pt x="11311" y="28134"/>
                      <a:pt x="11303" y="28164"/>
                    </a:cubicBezTo>
                    <a:cubicBezTo>
                      <a:pt x="11303" y="28200"/>
                      <a:pt x="11321" y="28235"/>
                      <a:pt x="11357" y="28244"/>
                    </a:cubicBezTo>
                    <a:cubicBezTo>
                      <a:pt x="11651" y="28307"/>
                      <a:pt x="11955" y="28360"/>
                      <a:pt x="12249" y="28396"/>
                    </a:cubicBezTo>
                    <a:lnTo>
                      <a:pt x="12258" y="28396"/>
                    </a:lnTo>
                    <a:cubicBezTo>
                      <a:pt x="12294" y="28396"/>
                      <a:pt x="12320" y="28378"/>
                      <a:pt x="12329" y="28342"/>
                    </a:cubicBezTo>
                    <a:cubicBezTo>
                      <a:pt x="12329" y="28307"/>
                      <a:pt x="12303" y="28280"/>
                      <a:pt x="12267" y="28271"/>
                    </a:cubicBezTo>
                    <a:cubicBezTo>
                      <a:pt x="11973" y="28226"/>
                      <a:pt x="11678" y="28182"/>
                      <a:pt x="11384" y="28119"/>
                    </a:cubicBezTo>
                    <a:cubicBezTo>
                      <a:pt x="11378" y="28118"/>
                      <a:pt x="11371" y="28117"/>
                      <a:pt x="11365" y="28117"/>
                    </a:cubicBezTo>
                    <a:close/>
                    <a:moveTo>
                      <a:pt x="13029" y="28358"/>
                    </a:moveTo>
                    <a:cubicBezTo>
                      <a:pt x="12999" y="28358"/>
                      <a:pt x="12972" y="28383"/>
                      <a:pt x="12972" y="28414"/>
                    </a:cubicBezTo>
                    <a:cubicBezTo>
                      <a:pt x="12963" y="28449"/>
                      <a:pt x="12990" y="28485"/>
                      <a:pt x="13025" y="28485"/>
                    </a:cubicBezTo>
                    <a:cubicBezTo>
                      <a:pt x="13114" y="28494"/>
                      <a:pt x="13204" y="28503"/>
                      <a:pt x="13284" y="28503"/>
                    </a:cubicBezTo>
                    <a:lnTo>
                      <a:pt x="13293" y="28503"/>
                    </a:lnTo>
                    <a:cubicBezTo>
                      <a:pt x="13329" y="28503"/>
                      <a:pt x="13355" y="28485"/>
                      <a:pt x="13355" y="28449"/>
                    </a:cubicBezTo>
                    <a:cubicBezTo>
                      <a:pt x="13355" y="28414"/>
                      <a:pt x="13329" y="28378"/>
                      <a:pt x="13293" y="28378"/>
                    </a:cubicBezTo>
                    <a:cubicBezTo>
                      <a:pt x="13213" y="28369"/>
                      <a:pt x="13123" y="28369"/>
                      <a:pt x="13043" y="28360"/>
                    </a:cubicBezTo>
                    <a:cubicBezTo>
                      <a:pt x="13038" y="28359"/>
                      <a:pt x="13034" y="28358"/>
                      <a:pt x="13029" y="28358"/>
                    </a:cubicBezTo>
                    <a:close/>
                    <a:moveTo>
                      <a:pt x="16121" y="28289"/>
                    </a:moveTo>
                    <a:cubicBezTo>
                      <a:pt x="15826" y="28333"/>
                      <a:pt x="15523" y="28360"/>
                      <a:pt x="15229" y="28378"/>
                    </a:cubicBezTo>
                    <a:cubicBezTo>
                      <a:pt x="15193" y="28378"/>
                      <a:pt x="15166" y="28414"/>
                      <a:pt x="15166" y="28449"/>
                    </a:cubicBezTo>
                    <a:cubicBezTo>
                      <a:pt x="15166" y="28485"/>
                      <a:pt x="15193" y="28512"/>
                      <a:pt x="15229" y="28512"/>
                    </a:cubicBezTo>
                    <a:lnTo>
                      <a:pt x="15238" y="28512"/>
                    </a:lnTo>
                    <a:cubicBezTo>
                      <a:pt x="15532" y="28485"/>
                      <a:pt x="15844" y="28458"/>
                      <a:pt x="16139" y="28423"/>
                    </a:cubicBezTo>
                    <a:cubicBezTo>
                      <a:pt x="16174" y="28414"/>
                      <a:pt x="16201" y="28378"/>
                      <a:pt x="16192" y="28351"/>
                    </a:cubicBezTo>
                    <a:cubicBezTo>
                      <a:pt x="16192" y="28316"/>
                      <a:pt x="16156" y="28289"/>
                      <a:pt x="16121" y="28289"/>
                    </a:cubicBezTo>
                    <a:close/>
                    <a:moveTo>
                      <a:pt x="14970" y="28396"/>
                    </a:moveTo>
                    <a:cubicBezTo>
                      <a:pt x="14738" y="28405"/>
                      <a:pt x="14506" y="28414"/>
                      <a:pt x="14265" y="28414"/>
                    </a:cubicBezTo>
                    <a:lnTo>
                      <a:pt x="14194" y="28414"/>
                    </a:lnTo>
                    <a:cubicBezTo>
                      <a:pt x="14158" y="28414"/>
                      <a:pt x="14131" y="28440"/>
                      <a:pt x="14131" y="28476"/>
                    </a:cubicBezTo>
                    <a:cubicBezTo>
                      <a:pt x="14131" y="28512"/>
                      <a:pt x="14158" y="28539"/>
                      <a:pt x="14194" y="28539"/>
                    </a:cubicBezTo>
                    <a:lnTo>
                      <a:pt x="14265" y="28539"/>
                    </a:lnTo>
                    <a:cubicBezTo>
                      <a:pt x="14506" y="28539"/>
                      <a:pt x="14738" y="28539"/>
                      <a:pt x="14970" y="28521"/>
                    </a:cubicBezTo>
                    <a:cubicBezTo>
                      <a:pt x="15006" y="28521"/>
                      <a:pt x="15041" y="28494"/>
                      <a:pt x="15032" y="28458"/>
                    </a:cubicBezTo>
                    <a:cubicBezTo>
                      <a:pt x="15032" y="28423"/>
                      <a:pt x="15006" y="28396"/>
                      <a:pt x="14970" y="2839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31"/>
          <p:cNvSpPr txBox="1">
            <a:spLocks noGrp="1"/>
          </p:cNvSpPr>
          <p:nvPr>
            <p:ph type="title"/>
          </p:nvPr>
        </p:nvSpPr>
        <p:spPr>
          <a:xfrm>
            <a:off x="0" y="53940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EEG1001 Model AGV Preliminary Presentation</a:t>
            </a:r>
            <a:endParaRPr dirty="0"/>
          </a:p>
        </p:txBody>
      </p:sp>
      <p:graphicFrame>
        <p:nvGraphicFramePr>
          <p:cNvPr id="653" name="Google Shape;653;p31"/>
          <p:cNvGraphicFramePr/>
          <p:nvPr>
            <p:extLst>
              <p:ext uri="{D42A27DB-BD31-4B8C-83A1-F6EECF244321}">
                <p14:modId xmlns:p14="http://schemas.microsoft.com/office/powerpoint/2010/main" val="1222819205"/>
              </p:ext>
            </p:extLst>
          </p:nvPr>
        </p:nvGraphicFramePr>
        <p:xfrm>
          <a:off x="720000" y="2402139"/>
          <a:ext cx="7704000" cy="2028912"/>
        </p:xfrm>
        <a:graphic>
          <a:graphicData uri="http://schemas.openxmlformats.org/drawingml/2006/table">
            <a:tbl>
              <a:tblPr>
                <a:noFill/>
                <a:tableStyleId>{B3FDAB6F-2A78-488B-A23F-93D0395C0661}</a:tableStyleId>
              </a:tblPr>
              <a:tblGrid>
                <a:gridCol w="2708300">
                  <a:extLst>
                    <a:ext uri="{9D8B030D-6E8A-4147-A177-3AD203B41FA5}">
                      <a16:colId xmlns:a16="http://schemas.microsoft.com/office/drawing/2014/main" val="20000"/>
                    </a:ext>
                  </a:extLst>
                </a:gridCol>
                <a:gridCol w="4995700">
                  <a:extLst>
                    <a:ext uri="{9D8B030D-6E8A-4147-A177-3AD203B41FA5}">
                      <a16:colId xmlns:a16="http://schemas.microsoft.com/office/drawing/2014/main" val="20001"/>
                    </a:ext>
                  </a:extLst>
                </a:gridCol>
              </a:tblGrid>
              <a:tr h="489744">
                <a:tc>
                  <a:txBody>
                    <a:bodyPr/>
                    <a:lstStyle/>
                    <a:p>
                      <a:pPr marL="0" lvl="0" indent="0" algn="l" rtl="0">
                        <a:spcBef>
                          <a:spcPts val="0"/>
                        </a:spcBef>
                        <a:spcAft>
                          <a:spcPts val="0"/>
                        </a:spcAft>
                        <a:buNone/>
                      </a:pPr>
                      <a:r>
                        <a:rPr lang="en" sz="1600" b="1" u="sng" dirty="0">
                          <a:solidFill>
                            <a:schemeClr val="hlink"/>
                          </a:solidFill>
                          <a:latin typeface="Space Mono"/>
                          <a:ea typeface="Space Mono"/>
                          <a:cs typeface="Space Mono"/>
                          <a:sym typeface="Space Mono"/>
                        </a:rPr>
                        <a:t>Team Member</a:t>
                      </a:r>
                      <a:endParaRPr sz="1600" b="1" u="sng" dirty="0">
                        <a:solidFill>
                          <a:schemeClr val="accent1"/>
                        </a:solidFill>
                        <a:latin typeface="Space Mono"/>
                        <a:ea typeface="Space Mono"/>
                        <a:cs typeface="Space Mono"/>
                        <a:sym typeface="Space Mon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 sz="1600" b="1" i="0" u="sng" strike="noStrike" cap="none" spc="0" dirty="0">
                          <a:solidFill>
                            <a:schemeClr val="hlink"/>
                          </a:solidFill>
                          <a:latin typeface="Space Mono"/>
                          <a:ea typeface="Archivo"/>
                          <a:cs typeface="Archivo"/>
                          <a:sym typeface="Archivo"/>
                        </a:rPr>
                        <a:t>Contribution</a:t>
                      </a:r>
                      <a:endParaRPr sz="1600" b="1" i="0" u="sng" strike="noStrike" cap="none" spc="0" dirty="0">
                        <a:solidFill>
                          <a:schemeClr val="hlink"/>
                        </a:solidFill>
                        <a:latin typeface="Space Mono"/>
                        <a:ea typeface="Archivo"/>
                        <a:cs typeface="Archivo"/>
                        <a:sym typeface="Archiv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384792">
                <a:tc>
                  <a:txBody>
                    <a:bodyPr/>
                    <a:lstStyle/>
                    <a:p>
                      <a:pPr marL="0" lvl="0" indent="0" algn="l" rtl="0">
                        <a:spcBef>
                          <a:spcPts val="0"/>
                        </a:spcBef>
                        <a:spcAft>
                          <a:spcPts val="0"/>
                        </a:spcAft>
                        <a:buNone/>
                      </a:pPr>
                      <a:r>
                        <a:rPr lang="en" sz="1000" b="0" u="none" dirty="0">
                          <a:solidFill>
                            <a:schemeClr val="tx1"/>
                          </a:solidFill>
                          <a:latin typeface="Space Mono"/>
                          <a:ea typeface="Space Mono"/>
                          <a:cs typeface="Space Mono"/>
                          <a:sym typeface="Space Mono"/>
                        </a:rPr>
                        <a:t>Amy Rowan Mansfield</a:t>
                      </a:r>
                      <a:endParaRPr sz="1000" b="0" u="none" dirty="0">
                        <a:solidFill>
                          <a:schemeClr val="tx1"/>
                        </a:solidFill>
                        <a:latin typeface="Space Mono"/>
                        <a:ea typeface="Space Mono"/>
                        <a:cs typeface="Space Mono"/>
                        <a:sym typeface="Space Mon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dirty="0">
                          <a:solidFill>
                            <a:schemeClr val="dk1"/>
                          </a:solidFill>
                          <a:latin typeface="Archivo"/>
                          <a:ea typeface="Archivo"/>
                          <a:cs typeface="Archivo"/>
                          <a:sym typeface="Archivo"/>
                        </a:rPr>
                        <a:t>Steering Design</a:t>
                      </a:r>
                      <a:endParaRPr sz="1000" dirty="0">
                        <a:solidFill>
                          <a:schemeClr val="dk1"/>
                        </a:solidFill>
                        <a:latin typeface="Archivo"/>
                        <a:ea typeface="Archivo"/>
                        <a:cs typeface="Archivo"/>
                        <a:sym typeface="Archiv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384792">
                <a:tc>
                  <a:txBody>
                    <a:bodyPr/>
                    <a:lstStyle/>
                    <a:p>
                      <a:pPr marL="0" marR="0" lvl="0" indent="0" algn="l" rtl="0">
                        <a:lnSpc>
                          <a:spcPct val="100000"/>
                        </a:lnSpc>
                        <a:spcBef>
                          <a:spcPts val="0"/>
                        </a:spcBef>
                        <a:spcAft>
                          <a:spcPts val="0"/>
                        </a:spcAft>
                        <a:buClr>
                          <a:srgbClr val="000000"/>
                        </a:buClr>
                        <a:buFont typeface="Arial"/>
                        <a:buNone/>
                      </a:pPr>
                      <a:r>
                        <a:rPr lang="en-GB" sz="1000" b="0" i="0" u="none" strike="noStrike" cap="none" spc="0" dirty="0">
                          <a:solidFill>
                            <a:schemeClr val="tx1"/>
                          </a:solidFill>
                          <a:latin typeface="Space Mono"/>
                          <a:ea typeface="Space Mono"/>
                          <a:cs typeface="Space Mono"/>
                          <a:sym typeface="Space Mono"/>
                        </a:rPr>
                        <a:t>Cormac Redhouse</a:t>
                      </a:r>
                      <a:endParaRPr sz="1000" b="0" i="0" u="none" strike="noStrike" cap="none" spc="0" dirty="0">
                        <a:solidFill>
                          <a:schemeClr val="tx1"/>
                        </a:solidFill>
                        <a:latin typeface="Space Mono"/>
                        <a:ea typeface="Space Mono"/>
                        <a:cs typeface="Space Mono"/>
                        <a:sym typeface="Space Mon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1600"/>
                        </a:spcAft>
                        <a:buNone/>
                      </a:pPr>
                      <a:r>
                        <a:rPr lang="en-GB" sz="1000" dirty="0">
                          <a:solidFill>
                            <a:schemeClr val="dk1"/>
                          </a:solidFill>
                          <a:latin typeface="Archivo"/>
                          <a:ea typeface="Archivo"/>
                          <a:cs typeface="Archivo"/>
                          <a:sym typeface="Archivo"/>
                        </a:rPr>
                        <a:t>Drive Design</a:t>
                      </a:r>
                      <a:endParaRPr sz="1000" dirty="0">
                        <a:solidFill>
                          <a:schemeClr val="dk1"/>
                        </a:solidFill>
                        <a:latin typeface="Archivo"/>
                        <a:ea typeface="Archivo"/>
                        <a:cs typeface="Archivo"/>
                        <a:sym typeface="Archiv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384792">
                <a:tc>
                  <a:txBody>
                    <a:bodyPr/>
                    <a:lstStyle/>
                    <a:p>
                      <a:pPr marL="0" marR="0" lvl="0" indent="0" algn="l" rtl="0">
                        <a:lnSpc>
                          <a:spcPct val="100000"/>
                        </a:lnSpc>
                        <a:spcBef>
                          <a:spcPts val="0"/>
                        </a:spcBef>
                        <a:spcAft>
                          <a:spcPts val="0"/>
                        </a:spcAft>
                        <a:buClr>
                          <a:srgbClr val="000000"/>
                        </a:buClr>
                        <a:buFont typeface="Arial"/>
                        <a:buNone/>
                      </a:pPr>
                      <a:r>
                        <a:rPr lang="en" sz="1000" b="0" i="0" u="none" strike="noStrike" cap="none" spc="0" dirty="0">
                          <a:solidFill>
                            <a:schemeClr val="tx1"/>
                          </a:solidFill>
                          <a:latin typeface="Space Mono"/>
                          <a:ea typeface="Space Mono"/>
                          <a:cs typeface="Space Mono"/>
                          <a:sym typeface="Space Mono"/>
                        </a:rPr>
                        <a:t>Jackson Pettibone</a:t>
                      </a:r>
                      <a:endParaRPr sz="1000" b="0" i="0" u="none" strike="noStrike" cap="none" spc="0" dirty="0">
                        <a:solidFill>
                          <a:schemeClr val="tx1"/>
                        </a:solidFill>
                        <a:latin typeface="Space Mono"/>
                        <a:ea typeface="Space Mono"/>
                        <a:cs typeface="Space Mono"/>
                        <a:sym typeface="Space Mon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rchivo"/>
                          <a:ea typeface="Archivo"/>
                          <a:cs typeface="Archivo"/>
                          <a:sym typeface="Archivo"/>
                        </a:rPr>
                        <a:t>All the colors used in this presentation</a:t>
                      </a:r>
                      <a:endParaRPr sz="1000">
                        <a:solidFill>
                          <a:schemeClr val="dk1"/>
                        </a:solidFill>
                        <a:latin typeface="Archivo"/>
                        <a:ea typeface="Archivo"/>
                        <a:cs typeface="Archivo"/>
                        <a:sym typeface="Archiv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r h="384792">
                <a:tc>
                  <a:txBody>
                    <a:bodyPr/>
                    <a:lstStyle/>
                    <a:p>
                      <a:pPr marL="0" marR="0" lvl="0" indent="0" algn="l" rtl="0">
                        <a:lnSpc>
                          <a:spcPct val="100000"/>
                        </a:lnSpc>
                        <a:spcBef>
                          <a:spcPts val="0"/>
                        </a:spcBef>
                        <a:spcAft>
                          <a:spcPts val="0"/>
                        </a:spcAft>
                        <a:buClr>
                          <a:srgbClr val="000000"/>
                        </a:buClr>
                        <a:buFont typeface="Arial"/>
                        <a:buNone/>
                      </a:pPr>
                      <a:r>
                        <a:rPr lang="en" sz="1000" b="0" i="0" u="none" strike="noStrike" cap="none" spc="0" dirty="0">
                          <a:solidFill>
                            <a:schemeClr val="tx1"/>
                          </a:solidFill>
                          <a:latin typeface="Space Mono"/>
                          <a:ea typeface="Space Mono"/>
                          <a:cs typeface="Space Mono"/>
                          <a:sym typeface="Space Mono"/>
                        </a:rPr>
                        <a:t>Alaistair Preece</a:t>
                      </a:r>
                      <a:endParaRPr sz="1000" b="0" i="0" u="none" strike="noStrike" cap="none" spc="0" dirty="0">
                        <a:solidFill>
                          <a:schemeClr val="tx1"/>
                        </a:solidFill>
                        <a:latin typeface="Space Mono"/>
                        <a:ea typeface="Space Mono"/>
                        <a:cs typeface="Space Mono"/>
                        <a:sym typeface="Space Mon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Archivo"/>
                          <a:ea typeface="Archivo"/>
                          <a:cs typeface="Archivo"/>
                          <a:sym typeface="Archivo"/>
                        </a:rPr>
                        <a:t>AGV Assembly and Presentation</a:t>
                      </a:r>
                      <a:endParaRPr sz="1000" dirty="0">
                        <a:solidFill>
                          <a:schemeClr val="dk1"/>
                        </a:solidFill>
                        <a:latin typeface="Archivo"/>
                        <a:ea typeface="Archivo"/>
                        <a:cs typeface="Archivo"/>
                        <a:sym typeface="Archivo"/>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 name="Google Shape;655;p31">
            <a:extLst>
              <a:ext uri="{FF2B5EF4-FFF2-40B4-BE49-F238E27FC236}">
                <a16:creationId xmlns:a16="http://schemas.microsoft.com/office/drawing/2014/main" id="{7F54A55B-FD3F-B085-3740-3E49E36107FE}"/>
              </a:ext>
            </a:extLst>
          </p:cNvPr>
          <p:cNvSpPr txBox="1"/>
          <p:nvPr/>
        </p:nvSpPr>
        <p:spPr>
          <a:xfrm>
            <a:off x="720000" y="1452574"/>
            <a:ext cx="1932600" cy="50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dirty="0">
                <a:solidFill>
                  <a:schemeClr val="dk1"/>
                </a:solidFill>
                <a:latin typeface="Archivo"/>
                <a:ea typeface="Archivo"/>
                <a:cs typeface="Archivo"/>
                <a:sym typeface="Archivo"/>
              </a:rPr>
              <a:t>Team Number:</a:t>
            </a:r>
            <a:endParaRPr sz="1000" dirty="0">
              <a:solidFill>
                <a:schemeClr val="dk1"/>
              </a:solidFill>
              <a:latin typeface="Archivo"/>
              <a:ea typeface="Archivo"/>
              <a:cs typeface="Archivo"/>
              <a:sym typeface="Archivo"/>
            </a:endParaRPr>
          </a:p>
          <a:p>
            <a:pPr marL="0" lvl="0" indent="0" algn="l" rtl="0">
              <a:spcBef>
                <a:spcPts val="0"/>
              </a:spcBef>
              <a:spcAft>
                <a:spcPts val="0"/>
              </a:spcAft>
              <a:buNone/>
            </a:pPr>
            <a:r>
              <a:rPr lang="en" sz="1000" b="1" u="sng" dirty="0">
                <a:solidFill>
                  <a:schemeClr val="accent1"/>
                </a:solidFill>
                <a:latin typeface="Archivo"/>
                <a:ea typeface="Archivo"/>
                <a:cs typeface="Archivo"/>
                <a:sym typeface="Archivo"/>
              </a:rPr>
              <a:t>A4.b</a:t>
            </a:r>
          </a:p>
          <a:p>
            <a:pPr marL="0" lvl="0" indent="0" algn="l" rtl="0">
              <a:spcBef>
                <a:spcPts val="0"/>
              </a:spcBef>
              <a:spcAft>
                <a:spcPts val="0"/>
              </a:spcAft>
              <a:buNone/>
            </a:pPr>
            <a:endParaRPr lang="en" sz="1000" b="1" u="sng" dirty="0">
              <a:solidFill>
                <a:schemeClr val="accent1"/>
              </a:solidFill>
              <a:latin typeface="Archivo"/>
              <a:ea typeface="Archivo"/>
              <a:cs typeface="Archivo"/>
              <a:sym typeface="Archivo"/>
            </a:endParaRPr>
          </a:p>
          <a:p>
            <a:pPr marL="0" lvl="0" indent="0" algn="l" rtl="0">
              <a:spcBef>
                <a:spcPts val="0"/>
              </a:spcBef>
              <a:spcAft>
                <a:spcPts val="0"/>
              </a:spcAft>
              <a:buNone/>
            </a:pPr>
            <a:r>
              <a:rPr lang="en" sz="1000" dirty="0">
                <a:solidFill>
                  <a:schemeClr val="dk1"/>
                </a:solidFill>
                <a:latin typeface="Archivo"/>
                <a:cs typeface="Archivo"/>
                <a:sym typeface="Archivo"/>
              </a:rPr>
              <a:t>Team Name:</a:t>
            </a:r>
          </a:p>
          <a:p>
            <a:pPr marL="0" lvl="0" indent="0" algn="l" rtl="0">
              <a:spcBef>
                <a:spcPts val="0"/>
              </a:spcBef>
              <a:spcAft>
                <a:spcPts val="0"/>
              </a:spcAft>
              <a:buNone/>
            </a:pPr>
            <a:r>
              <a:rPr lang="en" sz="1000" dirty="0">
                <a:solidFill>
                  <a:schemeClr val="dk1"/>
                </a:solidFill>
                <a:latin typeface="Archivo"/>
                <a:cs typeface="Archivo"/>
                <a:sym typeface="Archivo"/>
              </a:rPr>
              <a:t>XXXXX</a:t>
            </a:r>
            <a:endParaRPr sz="1000" dirty="0">
              <a:solidFill>
                <a:schemeClr val="dk1"/>
              </a:solidFill>
              <a:latin typeface="Archivo"/>
              <a:cs typeface="Archivo"/>
              <a:sym typeface="Archivo"/>
            </a:endParaRPr>
          </a:p>
        </p:txBody>
      </p:sp>
      <p:sp>
        <p:nvSpPr>
          <p:cNvPr id="3" name="Google Shape;655;p31">
            <a:extLst>
              <a:ext uri="{FF2B5EF4-FFF2-40B4-BE49-F238E27FC236}">
                <a16:creationId xmlns:a16="http://schemas.microsoft.com/office/drawing/2014/main" id="{AD4D49DE-7171-C325-8C41-A61EF64F59AD}"/>
              </a:ext>
            </a:extLst>
          </p:cNvPr>
          <p:cNvSpPr txBox="1"/>
          <p:nvPr/>
        </p:nvSpPr>
        <p:spPr>
          <a:xfrm>
            <a:off x="6566580" y="4508895"/>
            <a:ext cx="3714840" cy="50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dirty="0">
                <a:solidFill>
                  <a:schemeClr val="dk1"/>
                </a:solidFill>
                <a:latin typeface="Archivo"/>
                <a:cs typeface="Archivo"/>
                <a:sym typeface="Archivo"/>
              </a:rPr>
              <a:t>Presentation Date: </a:t>
            </a:r>
            <a:r>
              <a:rPr lang="en-GB" sz="1000" b="1" u="sng" dirty="0">
                <a:solidFill>
                  <a:schemeClr val="accent1"/>
                </a:solidFill>
                <a:latin typeface="Archivo"/>
                <a:cs typeface="Archivo"/>
                <a:sym typeface="Archivo"/>
              </a:rPr>
              <a:t>xx-xx-</a:t>
            </a:r>
            <a:r>
              <a:rPr lang="en-GB" sz="1000" b="1" u="sng" dirty="0" err="1">
                <a:solidFill>
                  <a:schemeClr val="accent1"/>
                </a:solidFill>
                <a:latin typeface="Archivo"/>
                <a:cs typeface="Archivo"/>
                <a:sym typeface="Archivo"/>
              </a:rPr>
              <a:t>xxxx</a:t>
            </a:r>
            <a:endParaRPr sz="1000" b="1" u="sng" dirty="0">
              <a:solidFill>
                <a:schemeClr val="accent1"/>
              </a:solidFill>
              <a:latin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5"/>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Chassis Design</a:t>
            </a:r>
            <a:endParaRPr dirty="0"/>
          </a:p>
        </p:txBody>
      </p:sp>
      <p:sp>
        <p:nvSpPr>
          <p:cNvPr id="757" name="Google Shape;757;p35"/>
          <p:cNvSpPr txBox="1">
            <a:spLocks noGrp="1"/>
          </p:cNvSpPr>
          <p:nvPr>
            <p:ph type="subTitle" idx="1"/>
          </p:nvPr>
        </p:nvSpPr>
        <p:spPr>
          <a:xfrm>
            <a:off x="1545475" y="2389646"/>
            <a:ext cx="2874300" cy="129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aim in a corporate context is a goal or desired result that the organization seeks to achieve. The aim should be clear and achievable, and often serves as the basis for further planning actions inside the organization</a:t>
            </a:r>
            <a:endParaRPr/>
          </a:p>
        </p:txBody>
      </p:sp>
      <p:sp>
        <p:nvSpPr>
          <p:cNvPr id="758" name="Google Shape;758;p35"/>
          <p:cNvSpPr txBox="1">
            <a:spLocks noGrp="1"/>
          </p:cNvSpPr>
          <p:nvPr>
            <p:ph type="subTitle" idx="2"/>
          </p:nvPr>
        </p:nvSpPr>
        <p:spPr>
          <a:xfrm>
            <a:off x="4724228" y="2389632"/>
            <a:ext cx="2874300" cy="1298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Goals inside a company are usually specific and measurable, with clearly defined deadlines and outcomes. The company’s goals help focus the actions of the organization and ensure resources are used effectively</a:t>
            </a:r>
            <a:endParaRPr/>
          </a:p>
        </p:txBody>
      </p:sp>
      <p:sp>
        <p:nvSpPr>
          <p:cNvPr id="759" name="Google Shape;759;p35"/>
          <p:cNvSpPr txBox="1">
            <a:spLocks noGrp="1"/>
          </p:cNvSpPr>
          <p:nvPr>
            <p:ph type="subTitle" idx="3"/>
          </p:nvPr>
        </p:nvSpPr>
        <p:spPr>
          <a:xfrm>
            <a:off x="1545463" y="2037607"/>
            <a:ext cx="2874300" cy="44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OUR AIM</a:t>
            </a:r>
            <a:endParaRPr/>
          </a:p>
        </p:txBody>
      </p:sp>
      <p:sp>
        <p:nvSpPr>
          <p:cNvPr id="760" name="Google Shape;760;p35"/>
          <p:cNvSpPr txBox="1">
            <a:spLocks noGrp="1"/>
          </p:cNvSpPr>
          <p:nvPr>
            <p:ph type="subTitle" idx="4"/>
          </p:nvPr>
        </p:nvSpPr>
        <p:spPr>
          <a:xfrm>
            <a:off x="4724233" y="2037599"/>
            <a:ext cx="2874300" cy="442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THE GOAL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36"/>
          <p:cNvSpPr txBox="1">
            <a:spLocks noGrp="1"/>
          </p:cNvSpPr>
          <p:nvPr>
            <p:ph type="title"/>
          </p:nvPr>
        </p:nvSpPr>
        <p:spPr>
          <a:xfrm>
            <a:off x="720075" y="539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AGV Assembly Design</a:t>
            </a:r>
            <a:endParaRPr dirty="0"/>
          </a:p>
        </p:txBody>
      </p:sp>
      <p:sp>
        <p:nvSpPr>
          <p:cNvPr id="766" name="Google Shape;766;p36"/>
          <p:cNvSpPr txBox="1">
            <a:spLocks noGrp="1"/>
          </p:cNvSpPr>
          <p:nvPr>
            <p:ph type="subTitle" idx="1"/>
          </p:nvPr>
        </p:nvSpPr>
        <p:spPr>
          <a:xfrm>
            <a:off x="854800" y="2393650"/>
            <a:ext cx="2224800" cy="179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project team is responsible for the successful execution of the project. Our team is composed of experienced professionals with the necessary skills and expertise to complete the project on time and budget</a:t>
            </a:r>
            <a:endParaRPr/>
          </a:p>
        </p:txBody>
      </p:sp>
      <p:sp>
        <p:nvSpPr>
          <p:cNvPr id="767" name="Google Shape;767;p36"/>
          <p:cNvSpPr txBox="1">
            <a:spLocks noGrp="1"/>
          </p:cNvSpPr>
          <p:nvPr>
            <p:ph type="subTitle" idx="2"/>
          </p:nvPr>
        </p:nvSpPr>
        <p:spPr>
          <a:xfrm>
            <a:off x="3459613" y="2393650"/>
            <a:ext cx="2224800" cy="1794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project budget is $100,000. This budget includes all expenses associated with the project, including salaries and equipment. We have allocated these resources to ensure that we are able to complete the project within budget</a:t>
            </a:r>
            <a:endParaRPr/>
          </a:p>
        </p:txBody>
      </p:sp>
      <p:sp>
        <p:nvSpPr>
          <p:cNvPr id="768" name="Google Shape;768;p36"/>
          <p:cNvSpPr txBox="1">
            <a:spLocks noGrp="1"/>
          </p:cNvSpPr>
          <p:nvPr>
            <p:ph type="subTitle" idx="3"/>
          </p:nvPr>
        </p:nvSpPr>
        <p:spPr>
          <a:xfrm>
            <a:off x="6064427" y="2393650"/>
            <a:ext cx="2224800" cy="179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Our project requires a number of specialized pieces of equipment. We will be using [insert equipment and their functions]. All equipment is in good working condition and has been tested and calibrated prior to use</a:t>
            </a:r>
            <a:endParaRPr/>
          </a:p>
        </p:txBody>
      </p:sp>
      <p:sp>
        <p:nvSpPr>
          <p:cNvPr id="769" name="Google Shape;769;p36"/>
          <p:cNvSpPr txBox="1">
            <a:spLocks noGrp="1"/>
          </p:cNvSpPr>
          <p:nvPr>
            <p:ph type="subTitle" idx="4"/>
          </p:nvPr>
        </p:nvSpPr>
        <p:spPr>
          <a:xfrm>
            <a:off x="854800" y="1732800"/>
            <a:ext cx="2224800" cy="7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HUMAN RESOURCES</a:t>
            </a:r>
            <a:endParaRPr/>
          </a:p>
        </p:txBody>
      </p:sp>
      <p:sp>
        <p:nvSpPr>
          <p:cNvPr id="770" name="Google Shape;770;p36"/>
          <p:cNvSpPr txBox="1">
            <a:spLocks noGrp="1"/>
          </p:cNvSpPr>
          <p:nvPr>
            <p:ph type="subTitle" idx="5"/>
          </p:nvPr>
        </p:nvSpPr>
        <p:spPr>
          <a:xfrm>
            <a:off x="3459613" y="1732800"/>
            <a:ext cx="2224800" cy="74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FINANCIAL RESOURCES</a:t>
            </a:r>
            <a:endParaRPr/>
          </a:p>
        </p:txBody>
      </p:sp>
      <p:sp>
        <p:nvSpPr>
          <p:cNvPr id="771" name="Google Shape;771;p36"/>
          <p:cNvSpPr txBox="1">
            <a:spLocks noGrp="1"/>
          </p:cNvSpPr>
          <p:nvPr>
            <p:ph type="subTitle" idx="6"/>
          </p:nvPr>
        </p:nvSpPr>
        <p:spPr>
          <a:xfrm>
            <a:off x="6064427" y="1732800"/>
            <a:ext cx="2224800" cy="748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PHYSICAL RESOURCES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37"/>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Drive Design</a:t>
            </a:r>
            <a:endParaRPr dirty="0"/>
          </a:p>
        </p:txBody>
      </p:sp>
      <p:sp>
        <p:nvSpPr>
          <p:cNvPr id="777" name="Google Shape;777;p37"/>
          <p:cNvSpPr txBox="1">
            <a:spLocks noGrp="1"/>
          </p:cNvSpPr>
          <p:nvPr>
            <p:ph type="subTitle" idx="3"/>
          </p:nvPr>
        </p:nvSpPr>
        <p:spPr>
          <a:xfrm>
            <a:off x="833250" y="3519025"/>
            <a:ext cx="3656100" cy="108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Equipment and materials costs refer to all the expenses related to the purchasing, maintenance and upkeep of any physical items used in production or other processes inside the company</a:t>
            </a:r>
            <a:endParaRPr/>
          </a:p>
        </p:txBody>
      </p:sp>
      <p:sp>
        <p:nvSpPr>
          <p:cNvPr id="778" name="Google Shape;778;p37"/>
          <p:cNvSpPr txBox="1">
            <a:spLocks noGrp="1"/>
          </p:cNvSpPr>
          <p:nvPr>
            <p:ph type="subTitle" idx="1"/>
          </p:nvPr>
        </p:nvSpPr>
        <p:spPr>
          <a:xfrm>
            <a:off x="833250" y="1780825"/>
            <a:ext cx="3656100" cy="108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Funding for a company can come from personal savings or investments, bank loans and other loan options, venture capital and angel investors, grants, competitions or programs, crowdfunding…</a:t>
            </a:r>
            <a:endParaRPr/>
          </a:p>
        </p:txBody>
      </p:sp>
      <p:sp>
        <p:nvSpPr>
          <p:cNvPr id="779" name="Google Shape;779;p37"/>
          <p:cNvSpPr txBox="1">
            <a:spLocks noGrp="1"/>
          </p:cNvSpPr>
          <p:nvPr>
            <p:ph type="subTitle" idx="2"/>
          </p:nvPr>
        </p:nvSpPr>
        <p:spPr>
          <a:xfrm>
            <a:off x="4654676" y="1780825"/>
            <a:ext cx="3656100" cy="1085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Personnel costs refer to the expenses incurred in hiring, training and retaining staff for a company. This can include salaries, bonuses, benefits and other payroll-related costs</a:t>
            </a:r>
            <a:endParaRPr/>
          </a:p>
        </p:txBody>
      </p:sp>
      <p:sp>
        <p:nvSpPr>
          <p:cNvPr id="780" name="Google Shape;780;p37"/>
          <p:cNvSpPr txBox="1">
            <a:spLocks noGrp="1"/>
          </p:cNvSpPr>
          <p:nvPr>
            <p:ph type="subTitle" idx="4"/>
          </p:nvPr>
        </p:nvSpPr>
        <p:spPr>
          <a:xfrm>
            <a:off x="4654676" y="3519025"/>
            <a:ext cx="3656100" cy="1085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Travel and miscellaneous costs refer to expenses related to any travel-related activities, such as conferences, trainings or business trips. It may also include office supplies, communications services, licenses and other miscellaneous expenses</a:t>
            </a:r>
            <a:endParaRPr/>
          </a:p>
        </p:txBody>
      </p:sp>
      <p:sp>
        <p:nvSpPr>
          <p:cNvPr id="781" name="Google Shape;781;p37"/>
          <p:cNvSpPr txBox="1">
            <a:spLocks noGrp="1"/>
          </p:cNvSpPr>
          <p:nvPr>
            <p:ph type="subTitle" idx="5"/>
          </p:nvPr>
        </p:nvSpPr>
        <p:spPr>
          <a:xfrm>
            <a:off x="833250" y="1126225"/>
            <a:ext cx="3656100" cy="74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SOURCES OF FUNDING</a:t>
            </a:r>
            <a:endParaRPr/>
          </a:p>
        </p:txBody>
      </p:sp>
      <p:sp>
        <p:nvSpPr>
          <p:cNvPr id="782" name="Google Shape;782;p37"/>
          <p:cNvSpPr txBox="1">
            <a:spLocks noGrp="1"/>
          </p:cNvSpPr>
          <p:nvPr>
            <p:ph type="subTitle" idx="6"/>
          </p:nvPr>
        </p:nvSpPr>
        <p:spPr>
          <a:xfrm>
            <a:off x="4654676" y="1126225"/>
            <a:ext cx="3656100" cy="742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PERSONNEL COSTS</a:t>
            </a:r>
            <a:endParaRPr/>
          </a:p>
        </p:txBody>
      </p:sp>
      <p:sp>
        <p:nvSpPr>
          <p:cNvPr id="783" name="Google Shape;783;p37"/>
          <p:cNvSpPr txBox="1">
            <a:spLocks noGrp="1"/>
          </p:cNvSpPr>
          <p:nvPr>
            <p:ph type="subTitle" idx="7"/>
          </p:nvPr>
        </p:nvSpPr>
        <p:spPr>
          <a:xfrm>
            <a:off x="833250" y="2864526"/>
            <a:ext cx="3656100" cy="74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EQUIPMENT AND MATERIALS</a:t>
            </a:r>
            <a:endParaRPr/>
          </a:p>
        </p:txBody>
      </p:sp>
      <p:sp>
        <p:nvSpPr>
          <p:cNvPr id="784" name="Google Shape;784;p37"/>
          <p:cNvSpPr txBox="1">
            <a:spLocks noGrp="1"/>
          </p:cNvSpPr>
          <p:nvPr>
            <p:ph type="subTitle" idx="8"/>
          </p:nvPr>
        </p:nvSpPr>
        <p:spPr>
          <a:xfrm>
            <a:off x="4654676" y="2864526"/>
            <a:ext cx="3656100" cy="742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TRAVEL AND MISCELLANEOUS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38"/>
          <p:cNvSpPr txBox="1">
            <a:spLocks noGrp="1"/>
          </p:cNvSpPr>
          <p:nvPr>
            <p:ph type="subTitle" idx="5"/>
          </p:nvPr>
        </p:nvSpPr>
        <p:spPr>
          <a:xfrm>
            <a:off x="6034028" y="1780825"/>
            <a:ext cx="2396700" cy="1085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Launching an e-commerce platform to expand the reach of the business and increase</a:t>
            </a:r>
            <a:endParaRPr/>
          </a:p>
          <a:p>
            <a:pPr marL="0" lvl="0" indent="0" algn="r" rtl="0">
              <a:spcBef>
                <a:spcPts val="0"/>
              </a:spcBef>
              <a:spcAft>
                <a:spcPts val="0"/>
              </a:spcAft>
              <a:buNone/>
            </a:pPr>
            <a:r>
              <a:rPr lang="en"/>
              <a:t>online sales</a:t>
            </a:r>
            <a:endParaRPr/>
          </a:p>
        </p:txBody>
      </p:sp>
      <p:sp>
        <p:nvSpPr>
          <p:cNvPr id="790" name="Google Shape;790;p38"/>
          <p:cNvSpPr txBox="1">
            <a:spLocks noGrp="1"/>
          </p:cNvSpPr>
          <p:nvPr>
            <p:ph type="subTitle" idx="6"/>
          </p:nvPr>
        </p:nvSpPr>
        <p:spPr>
          <a:xfrm>
            <a:off x="6034148" y="3519025"/>
            <a:ext cx="2396700" cy="1085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Establishing strategic partnerships with other businesses to gain access to new markets or</a:t>
            </a:r>
            <a:endParaRPr/>
          </a:p>
          <a:p>
            <a:pPr marL="0" lvl="0" indent="0" algn="r" rtl="0">
              <a:spcBef>
                <a:spcPts val="0"/>
              </a:spcBef>
              <a:spcAft>
                <a:spcPts val="0"/>
              </a:spcAft>
              <a:buNone/>
            </a:pPr>
            <a:r>
              <a:rPr lang="en"/>
              <a:t>innovative technologies</a:t>
            </a:r>
            <a:endParaRPr/>
          </a:p>
        </p:txBody>
      </p:sp>
      <p:sp>
        <p:nvSpPr>
          <p:cNvPr id="791" name="Google Shape;791;p38"/>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Ackermann Steering Design</a:t>
            </a:r>
            <a:endParaRPr dirty="0"/>
          </a:p>
        </p:txBody>
      </p:sp>
      <p:sp>
        <p:nvSpPr>
          <p:cNvPr id="792" name="Google Shape;792;p38"/>
          <p:cNvSpPr txBox="1">
            <a:spLocks noGrp="1"/>
          </p:cNvSpPr>
          <p:nvPr>
            <p:ph type="subTitle" idx="1"/>
          </p:nvPr>
        </p:nvSpPr>
        <p:spPr>
          <a:xfrm>
            <a:off x="712925" y="1780825"/>
            <a:ext cx="2396700" cy="108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Implementing a new CRM (Customer Relationship Management) system to improve customer data management and sales tracking</a:t>
            </a:r>
            <a:endParaRPr/>
          </a:p>
        </p:txBody>
      </p:sp>
      <p:sp>
        <p:nvSpPr>
          <p:cNvPr id="793" name="Google Shape;793;p38"/>
          <p:cNvSpPr txBox="1">
            <a:spLocks noGrp="1"/>
          </p:cNvSpPr>
          <p:nvPr>
            <p:ph type="subTitle" idx="2"/>
          </p:nvPr>
        </p:nvSpPr>
        <p:spPr>
          <a:xfrm>
            <a:off x="3373496" y="1780825"/>
            <a:ext cx="2396700" cy="108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Outsourcing specific business functions (such as accounting or IT) to a third-party provider to reduce costs and increase</a:t>
            </a:r>
            <a:endParaRPr/>
          </a:p>
          <a:p>
            <a:pPr marL="0" lvl="0" indent="0" algn="ctr" rtl="0">
              <a:spcBef>
                <a:spcPts val="0"/>
              </a:spcBef>
              <a:spcAft>
                <a:spcPts val="0"/>
              </a:spcAft>
              <a:buNone/>
            </a:pPr>
            <a:r>
              <a:rPr lang="en"/>
              <a:t>time efficiency</a:t>
            </a:r>
            <a:endParaRPr/>
          </a:p>
        </p:txBody>
      </p:sp>
      <p:sp>
        <p:nvSpPr>
          <p:cNvPr id="794" name="Google Shape;794;p38"/>
          <p:cNvSpPr txBox="1">
            <a:spLocks noGrp="1"/>
          </p:cNvSpPr>
          <p:nvPr>
            <p:ph type="subTitle" idx="3"/>
          </p:nvPr>
        </p:nvSpPr>
        <p:spPr>
          <a:xfrm>
            <a:off x="712925" y="3519025"/>
            <a:ext cx="2396700" cy="108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Developing a new product or service to diversify the business and increase revenue streams</a:t>
            </a:r>
            <a:endParaRPr/>
          </a:p>
        </p:txBody>
      </p:sp>
      <p:sp>
        <p:nvSpPr>
          <p:cNvPr id="795" name="Google Shape;795;p38"/>
          <p:cNvSpPr txBox="1">
            <a:spLocks noGrp="1"/>
          </p:cNvSpPr>
          <p:nvPr>
            <p:ph type="subTitle" idx="4"/>
          </p:nvPr>
        </p:nvSpPr>
        <p:spPr>
          <a:xfrm>
            <a:off x="3373537" y="3519025"/>
            <a:ext cx="2396700" cy="108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Implementing a cost-saving initiative, such as energy-efficient practices or process automation, to</a:t>
            </a:r>
            <a:endParaRPr/>
          </a:p>
          <a:p>
            <a:pPr marL="0" lvl="0" indent="0" algn="ctr" rtl="0">
              <a:spcBef>
                <a:spcPts val="0"/>
              </a:spcBef>
              <a:spcAft>
                <a:spcPts val="0"/>
              </a:spcAft>
              <a:buNone/>
            </a:pPr>
            <a:r>
              <a:rPr lang="en"/>
              <a:t>reduce expenses</a:t>
            </a:r>
            <a:endParaRPr/>
          </a:p>
        </p:txBody>
      </p:sp>
      <p:sp>
        <p:nvSpPr>
          <p:cNvPr id="796" name="Google Shape;796;p38"/>
          <p:cNvSpPr txBox="1">
            <a:spLocks noGrp="1"/>
          </p:cNvSpPr>
          <p:nvPr>
            <p:ph type="subTitle" idx="7"/>
          </p:nvPr>
        </p:nvSpPr>
        <p:spPr>
          <a:xfrm>
            <a:off x="3373465" y="1462225"/>
            <a:ext cx="2396700" cy="40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SOLUTION 2</a:t>
            </a:r>
            <a:endParaRPr/>
          </a:p>
        </p:txBody>
      </p:sp>
      <p:sp>
        <p:nvSpPr>
          <p:cNvPr id="797" name="Google Shape;797;p38"/>
          <p:cNvSpPr txBox="1">
            <a:spLocks noGrp="1"/>
          </p:cNvSpPr>
          <p:nvPr>
            <p:ph type="subTitle" idx="8"/>
          </p:nvPr>
        </p:nvSpPr>
        <p:spPr>
          <a:xfrm>
            <a:off x="3373465" y="3200425"/>
            <a:ext cx="2396700" cy="40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SOLUTION 5</a:t>
            </a:r>
            <a:endParaRPr/>
          </a:p>
        </p:txBody>
      </p:sp>
      <p:sp>
        <p:nvSpPr>
          <p:cNvPr id="798" name="Google Shape;798;p38"/>
          <p:cNvSpPr txBox="1">
            <a:spLocks noGrp="1"/>
          </p:cNvSpPr>
          <p:nvPr>
            <p:ph type="subTitle" idx="9"/>
          </p:nvPr>
        </p:nvSpPr>
        <p:spPr>
          <a:xfrm>
            <a:off x="6034198" y="1462225"/>
            <a:ext cx="2396700" cy="406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SOLUTION 3</a:t>
            </a:r>
            <a:endParaRPr/>
          </a:p>
        </p:txBody>
      </p:sp>
      <p:sp>
        <p:nvSpPr>
          <p:cNvPr id="799" name="Google Shape;799;p38"/>
          <p:cNvSpPr txBox="1">
            <a:spLocks noGrp="1"/>
          </p:cNvSpPr>
          <p:nvPr>
            <p:ph type="subTitle" idx="13"/>
          </p:nvPr>
        </p:nvSpPr>
        <p:spPr>
          <a:xfrm>
            <a:off x="6034198" y="3200425"/>
            <a:ext cx="2396700" cy="406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SOLUTION 6</a:t>
            </a:r>
            <a:endParaRPr/>
          </a:p>
        </p:txBody>
      </p:sp>
      <p:sp>
        <p:nvSpPr>
          <p:cNvPr id="800" name="Google Shape;800;p38"/>
          <p:cNvSpPr txBox="1">
            <a:spLocks noGrp="1"/>
          </p:cNvSpPr>
          <p:nvPr>
            <p:ph type="subTitle" idx="14"/>
          </p:nvPr>
        </p:nvSpPr>
        <p:spPr>
          <a:xfrm>
            <a:off x="712925" y="1462225"/>
            <a:ext cx="2396700" cy="40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SOLUTION 1</a:t>
            </a:r>
            <a:endParaRPr/>
          </a:p>
        </p:txBody>
      </p:sp>
      <p:sp>
        <p:nvSpPr>
          <p:cNvPr id="801" name="Google Shape;801;p38"/>
          <p:cNvSpPr txBox="1">
            <a:spLocks noGrp="1"/>
          </p:cNvSpPr>
          <p:nvPr>
            <p:ph type="subTitle" idx="15"/>
          </p:nvPr>
        </p:nvSpPr>
        <p:spPr>
          <a:xfrm>
            <a:off x="712925" y="3200425"/>
            <a:ext cx="2396700" cy="40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SOLUTION 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46"/>
          <p:cNvSpPr txBox="1">
            <a:spLocks noGrp="1"/>
          </p:cNvSpPr>
          <p:nvPr>
            <p:ph type="title"/>
          </p:nvPr>
        </p:nvSpPr>
        <p:spPr>
          <a:xfrm>
            <a:off x="4613851" y="752750"/>
            <a:ext cx="3550200" cy="63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PHOTO SHOWCASE</a:t>
            </a:r>
            <a:endParaRPr/>
          </a:p>
        </p:txBody>
      </p:sp>
      <p:sp>
        <p:nvSpPr>
          <p:cNvPr id="948" name="Google Shape;948;p46"/>
          <p:cNvSpPr txBox="1">
            <a:spLocks noGrp="1"/>
          </p:cNvSpPr>
          <p:nvPr>
            <p:ph type="subTitle" idx="1"/>
          </p:nvPr>
        </p:nvSpPr>
        <p:spPr>
          <a:xfrm>
            <a:off x="4613851" y="1388525"/>
            <a:ext cx="3550200" cy="73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photo showcase can be a useful addition to a business project proposal as it can help to visually communicate the concept or idea being proposed</a:t>
            </a:r>
            <a:endParaRPr/>
          </a:p>
        </p:txBody>
      </p:sp>
      <p:pic>
        <p:nvPicPr>
          <p:cNvPr id="949" name="Google Shape;949;p46"/>
          <p:cNvPicPr preferRelativeResize="0">
            <a:picLocks noGrp="1"/>
          </p:cNvPicPr>
          <p:nvPr>
            <p:ph type="pic" idx="2"/>
          </p:nvPr>
        </p:nvPicPr>
        <p:blipFill rotWithShape="1">
          <a:blip r:embed="rId3">
            <a:alphaModFix/>
          </a:blip>
          <a:srcRect l="28055" r="17416"/>
          <a:stretch/>
        </p:blipFill>
        <p:spPr>
          <a:xfrm>
            <a:off x="979950" y="612600"/>
            <a:ext cx="3204900" cy="3918300"/>
          </a:xfrm>
          <a:prstGeom prst="rect">
            <a:avLst/>
          </a:prstGeom>
        </p:spPr>
      </p:pic>
      <p:pic>
        <p:nvPicPr>
          <p:cNvPr id="950" name="Google Shape;950;p46"/>
          <p:cNvPicPr preferRelativeResize="0">
            <a:picLocks noGrp="1"/>
          </p:cNvPicPr>
          <p:nvPr>
            <p:ph type="pic" idx="3"/>
          </p:nvPr>
        </p:nvPicPr>
        <p:blipFill rotWithShape="1">
          <a:blip r:embed="rId4">
            <a:alphaModFix/>
          </a:blip>
          <a:srcRect t="3306" b="3306"/>
          <a:stretch/>
        </p:blipFill>
        <p:spPr>
          <a:xfrm>
            <a:off x="4613775" y="2320650"/>
            <a:ext cx="3550200" cy="221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49"/>
          <p:cNvSpPr/>
          <p:nvPr/>
        </p:nvSpPr>
        <p:spPr>
          <a:xfrm>
            <a:off x="3134025" y="2673566"/>
            <a:ext cx="615600" cy="61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9"/>
          <p:cNvSpPr/>
          <p:nvPr/>
        </p:nvSpPr>
        <p:spPr>
          <a:xfrm>
            <a:off x="3835700" y="2673566"/>
            <a:ext cx="615600" cy="61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9"/>
          <p:cNvSpPr/>
          <p:nvPr/>
        </p:nvSpPr>
        <p:spPr>
          <a:xfrm>
            <a:off x="4537375" y="2673566"/>
            <a:ext cx="615600" cy="61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9"/>
          <p:cNvSpPr/>
          <p:nvPr/>
        </p:nvSpPr>
        <p:spPr>
          <a:xfrm>
            <a:off x="5239050" y="2673566"/>
            <a:ext cx="615600" cy="61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9"/>
          <p:cNvSpPr txBox="1">
            <a:spLocks noGrp="1"/>
          </p:cNvSpPr>
          <p:nvPr>
            <p:ph type="title"/>
          </p:nvPr>
        </p:nvSpPr>
        <p:spPr>
          <a:xfrm>
            <a:off x="3072000" y="598388"/>
            <a:ext cx="3000000" cy="873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994" name="Google Shape;994;p49"/>
          <p:cNvSpPr txBox="1">
            <a:spLocks noGrp="1"/>
          </p:cNvSpPr>
          <p:nvPr>
            <p:ph type="subTitle" idx="1"/>
          </p:nvPr>
        </p:nvSpPr>
        <p:spPr>
          <a:xfrm>
            <a:off x="3072000" y="1395199"/>
            <a:ext cx="3000000" cy="117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b="1">
                <a:solidFill>
                  <a:schemeClr val="dk1"/>
                </a:solidFill>
              </a:rPr>
              <a:t>Do you have any questions?</a:t>
            </a:r>
            <a:endParaRPr b="1">
              <a:solidFill>
                <a:schemeClr val="dk1"/>
              </a:solidFill>
            </a:endParaRPr>
          </a:p>
          <a:p>
            <a:pPr marL="0" lvl="0" indent="0" algn="ctr" rtl="0">
              <a:spcBef>
                <a:spcPts val="1000"/>
              </a:spcBef>
              <a:spcAft>
                <a:spcPts val="0"/>
              </a:spcAft>
              <a:buClr>
                <a:schemeClr val="lt1"/>
              </a:buClr>
              <a:buSzPts val="1100"/>
              <a:buFont typeface="Arial"/>
              <a:buNone/>
            </a:pPr>
            <a:r>
              <a:rPr lang="en">
                <a:solidFill>
                  <a:schemeClr val="dk1"/>
                </a:solidFill>
              </a:rPr>
              <a:t>youremail@freepik.com </a:t>
            </a:r>
            <a:endParaRPr>
              <a:solidFill>
                <a:schemeClr val="dk1"/>
              </a:solidFill>
            </a:endParaRPr>
          </a:p>
          <a:p>
            <a:pPr marL="0" lvl="0" indent="0" algn="ctr" rtl="0">
              <a:spcBef>
                <a:spcPts val="0"/>
              </a:spcBef>
              <a:spcAft>
                <a:spcPts val="0"/>
              </a:spcAft>
              <a:buClr>
                <a:schemeClr val="lt1"/>
              </a:buClr>
              <a:buSzPts val="1100"/>
              <a:buFont typeface="Arial"/>
              <a:buNone/>
            </a:pPr>
            <a:r>
              <a:rPr lang="en">
                <a:solidFill>
                  <a:schemeClr val="dk1"/>
                </a:solidFill>
              </a:rPr>
              <a:t>+91  620 421 838 </a:t>
            </a:r>
            <a:endParaRPr>
              <a:solidFill>
                <a:schemeClr val="dk1"/>
              </a:solidFill>
            </a:endParaRPr>
          </a:p>
          <a:p>
            <a:pPr marL="0" lvl="0" indent="0" algn="ctr" rtl="0">
              <a:spcBef>
                <a:spcPts val="0"/>
              </a:spcBef>
              <a:spcAft>
                <a:spcPts val="0"/>
              </a:spcAft>
              <a:buNone/>
            </a:pPr>
            <a:r>
              <a:rPr lang="en">
                <a:solidFill>
                  <a:schemeClr val="dk1"/>
                </a:solidFill>
              </a:rPr>
              <a:t>yourcompany.com</a:t>
            </a:r>
            <a:endParaRPr>
              <a:solidFill>
                <a:schemeClr val="dk1"/>
              </a:solidFill>
            </a:endParaRPr>
          </a:p>
        </p:txBody>
      </p:sp>
      <p:sp>
        <p:nvSpPr>
          <p:cNvPr id="995" name="Google Shape;995;p49"/>
          <p:cNvSpPr txBox="1"/>
          <p:nvPr/>
        </p:nvSpPr>
        <p:spPr>
          <a:xfrm>
            <a:off x="3072000" y="4110420"/>
            <a:ext cx="3000000" cy="4347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a:solidFill>
                  <a:schemeClr val="dk1"/>
                </a:solidFill>
                <a:latin typeface="Archivo"/>
                <a:ea typeface="Archivo"/>
                <a:cs typeface="Archivo"/>
                <a:sym typeface="Archivo"/>
              </a:rPr>
              <a:t>Please keep this slide for attribution</a:t>
            </a:r>
            <a:endParaRPr sz="1000">
              <a:solidFill>
                <a:schemeClr val="dk1"/>
              </a:solidFill>
              <a:latin typeface="Archivo"/>
              <a:ea typeface="Archivo"/>
              <a:cs typeface="Archivo"/>
              <a:sym typeface="Archivo"/>
            </a:endParaRPr>
          </a:p>
        </p:txBody>
      </p:sp>
      <p:grpSp>
        <p:nvGrpSpPr>
          <p:cNvPr id="996" name="Google Shape;996;p49"/>
          <p:cNvGrpSpPr/>
          <p:nvPr/>
        </p:nvGrpSpPr>
        <p:grpSpPr>
          <a:xfrm>
            <a:off x="4688090" y="2824281"/>
            <a:ext cx="314171" cy="314171"/>
            <a:chOff x="1379798" y="1723250"/>
            <a:chExt cx="397887" cy="397887"/>
          </a:xfrm>
        </p:grpSpPr>
        <p:sp>
          <p:nvSpPr>
            <p:cNvPr id="997" name="Google Shape;997;p49"/>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9"/>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9"/>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9"/>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 name="Google Shape;1001;p49"/>
          <p:cNvGrpSpPr/>
          <p:nvPr/>
        </p:nvGrpSpPr>
        <p:grpSpPr>
          <a:xfrm>
            <a:off x="3293106" y="2824281"/>
            <a:ext cx="314188" cy="314171"/>
            <a:chOff x="266768" y="1721375"/>
            <a:chExt cx="397907" cy="397887"/>
          </a:xfrm>
        </p:grpSpPr>
        <p:sp>
          <p:nvSpPr>
            <p:cNvPr id="1002" name="Google Shape;1002;p49"/>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9"/>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4" name="Google Shape;1004;p49"/>
          <p:cNvGrpSpPr/>
          <p:nvPr/>
        </p:nvGrpSpPr>
        <p:grpSpPr>
          <a:xfrm>
            <a:off x="3986432" y="2824281"/>
            <a:ext cx="314155" cy="314171"/>
            <a:chOff x="864491" y="1723250"/>
            <a:chExt cx="397866" cy="397887"/>
          </a:xfrm>
        </p:grpSpPr>
        <p:sp>
          <p:nvSpPr>
            <p:cNvPr id="1005" name="Google Shape;1005;p49"/>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9"/>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9"/>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8" name="Google Shape;1008;p49"/>
          <p:cNvSpPr/>
          <p:nvPr/>
        </p:nvSpPr>
        <p:spPr>
          <a:xfrm>
            <a:off x="5389286" y="2852855"/>
            <a:ext cx="315131" cy="257022"/>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9" name="Google Shape;1009;p49"/>
          <p:cNvGrpSpPr/>
          <p:nvPr/>
        </p:nvGrpSpPr>
        <p:grpSpPr>
          <a:xfrm rot="5400000">
            <a:off x="-513520" y="3193909"/>
            <a:ext cx="2600944" cy="2490021"/>
            <a:chOff x="3001005" y="4299359"/>
            <a:chExt cx="2600944" cy="2490021"/>
          </a:xfrm>
        </p:grpSpPr>
        <p:grpSp>
          <p:nvGrpSpPr>
            <p:cNvPr id="1010" name="Google Shape;1010;p49"/>
            <p:cNvGrpSpPr/>
            <p:nvPr/>
          </p:nvGrpSpPr>
          <p:grpSpPr>
            <a:xfrm>
              <a:off x="3209542" y="4532526"/>
              <a:ext cx="2182213" cy="2183324"/>
              <a:chOff x="5690549" y="1784557"/>
              <a:chExt cx="570782" cy="571072"/>
            </a:xfrm>
          </p:grpSpPr>
          <p:sp>
            <p:nvSpPr>
              <p:cNvPr id="1011" name="Google Shape;1011;p49"/>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9"/>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9"/>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4" name="Google Shape;1014;p49"/>
            <p:cNvGrpSpPr/>
            <p:nvPr/>
          </p:nvGrpSpPr>
          <p:grpSpPr>
            <a:xfrm>
              <a:off x="3001005" y="4299359"/>
              <a:ext cx="2600944" cy="2490021"/>
              <a:chOff x="5655411" y="869227"/>
              <a:chExt cx="635322" cy="608227"/>
            </a:xfrm>
          </p:grpSpPr>
          <p:sp>
            <p:nvSpPr>
              <p:cNvPr id="1015" name="Google Shape;1015;p49"/>
              <p:cNvSpPr/>
              <p:nvPr/>
            </p:nvSpPr>
            <p:spPr>
              <a:xfrm>
                <a:off x="5969456" y="869227"/>
                <a:ext cx="12724" cy="39787"/>
              </a:xfrm>
              <a:custGeom>
                <a:avLst/>
                <a:gdLst/>
                <a:ahLst/>
                <a:cxnLst/>
                <a:rect l="l" t="t" r="r" b="b"/>
                <a:pathLst>
                  <a:path w="394" h="1232" extrusionOk="0">
                    <a:moveTo>
                      <a:pt x="1" y="1"/>
                    </a:moveTo>
                    <a:lnTo>
                      <a:pt x="1" y="1232"/>
                    </a:lnTo>
                    <a:lnTo>
                      <a:pt x="393" y="1232"/>
                    </a:lnTo>
                    <a:lnTo>
                      <a:pt x="3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9"/>
              <p:cNvSpPr/>
              <p:nvPr/>
            </p:nvSpPr>
            <p:spPr>
              <a:xfrm>
                <a:off x="5994227" y="869809"/>
                <a:ext cx="16180" cy="40659"/>
              </a:xfrm>
              <a:custGeom>
                <a:avLst/>
                <a:gdLst/>
                <a:ahLst/>
                <a:cxnLst/>
                <a:rect l="l" t="t" r="r" b="b"/>
                <a:pathLst>
                  <a:path w="501" h="1259" extrusionOk="0">
                    <a:moveTo>
                      <a:pt x="108" y="0"/>
                    </a:moveTo>
                    <a:lnTo>
                      <a:pt x="1" y="1232"/>
                    </a:lnTo>
                    <a:lnTo>
                      <a:pt x="393" y="1258"/>
                    </a:lnTo>
                    <a:lnTo>
                      <a:pt x="500" y="36"/>
                    </a:lnTo>
                    <a:lnTo>
                      <a:pt x="1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9"/>
              <p:cNvSpPr/>
              <p:nvPr/>
            </p:nvSpPr>
            <p:spPr>
              <a:xfrm>
                <a:off x="6018997" y="872974"/>
                <a:ext cx="19345" cy="41531"/>
              </a:xfrm>
              <a:custGeom>
                <a:avLst/>
                <a:gdLst/>
                <a:ahLst/>
                <a:cxnLst/>
                <a:rect l="l" t="t" r="r" b="b"/>
                <a:pathLst>
                  <a:path w="599" h="1286" extrusionOk="0">
                    <a:moveTo>
                      <a:pt x="215" y="1"/>
                    </a:moveTo>
                    <a:lnTo>
                      <a:pt x="1" y="1214"/>
                    </a:lnTo>
                    <a:lnTo>
                      <a:pt x="385" y="1285"/>
                    </a:lnTo>
                    <a:lnTo>
                      <a:pt x="599" y="72"/>
                    </a:lnTo>
                    <a:lnTo>
                      <a:pt x="2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9"/>
              <p:cNvSpPr/>
              <p:nvPr/>
            </p:nvSpPr>
            <p:spPr>
              <a:xfrm>
                <a:off x="6043219" y="878464"/>
                <a:ext cx="22800" cy="41790"/>
              </a:xfrm>
              <a:custGeom>
                <a:avLst/>
                <a:gdLst/>
                <a:ahLst/>
                <a:cxnLst/>
                <a:rect l="l" t="t" r="r" b="b"/>
                <a:pathLst>
                  <a:path w="706" h="1294" extrusionOk="0">
                    <a:moveTo>
                      <a:pt x="322" y="0"/>
                    </a:moveTo>
                    <a:lnTo>
                      <a:pt x="0" y="1195"/>
                    </a:lnTo>
                    <a:lnTo>
                      <a:pt x="384" y="1294"/>
                    </a:lnTo>
                    <a:lnTo>
                      <a:pt x="705" y="107"/>
                    </a:lnTo>
                    <a:lnTo>
                      <a:pt x="3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9"/>
              <p:cNvSpPr/>
              <p:nvPr/>
            </p:nvSpPr>
            <p:spPr>
              <a:xfrm>
                <a:off x="6067118" y="886506"/>
                <a:ext cx="25675" cy="41822"/>
              </a:xfrm>
              <a:custGeom>
                <a:avLst/>
                <a:gdLst/>
                <a:ahLst/>
                <a:cxnLst/>
                <a:rect l="l" t="t" r="r" b="b"/>
                <a:pathLst>
                  <a:path w="795" h="1295" extrusionOk="0">
                    <a:moveTo>
                      <a:pt x="420" y="1"/>
                    </a:moveTo>
                    <a:lnTo>
                      <a:pt x="1" y="1161"/>
                    </a:lnTo>
                    <a:lnTo>
                      <a:pt x="375" y="1294"/>
                    </a:lnTo>
                    <a:lnTo>
                      <a:pt x="795" y="135"/>
                    </a:lnTo>
                    <a:lnTo>
                      <a:pt x="4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9"/>
              <p:cNvSpPr/>
              <p:nvPr/>
            </p:nvSpPr>
            <p:spPr>
              <a:xfrm>
                <a:off x="6090468" y="896905"/>
                <a:ext cx="28258" cy="41499"/>
              </a:xfrm>
              <a:custGeom>
                <a:avLst/>
                <a:gdLst/>
                <a:ahLst/>
                <a:cxnLst/>
                <a:rect l="l" t="t" r="r" b="b"/>
                <a:pathLst>
                  <a:path w="875" h="1285" extrusionOk="0">
                    <a:moveTo>
                      <a:pt x="518" y="0"/>
                    </a:moveTo>
                    <a:lnTo>
                      <a:pt x="0" y="1115"/>
                    </a:lnTo>
                    <a:lnTo>
                      <a:pt x="357" y="1285"/>
                    </a:lnTo>
                    <a:lnTo>
                      <a:pt x="875" y="161"/>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9"/>
              <p:cNvSpPr/>
              <p:nvPr/>
            </p:nvSpPr>
            <p:spPr>
              <a:xfrm>
                <a:off x="6112655" y="909274"/>
                <a:ext cx="30842" cy="40950"/>
              </a:xfrm>
              <a:custGeom>
                <a:avLst/>
                <a:gdLst/>
                <a:ahLst/>
                <a:cxnLst/>
                <a:rect l="l" t="t" r="r" b="b"/>
                <a:pathLst>
                  <a:path w="955" h="1268" extrusionOk="0">
                    <a:moveTo>
                      <a:pt x="616" y="1"/>
                    </a:moveTo>
                    <a:lnTo>
                      <a:pt x="0" y="1071"/>
                    </a:lnTo>
                    <a:lnTo>
                      <a:pt x="339" y="1267"/>
                    </a:lnTo>
                    <a:lnTo>
                      <a:pt x="955" y="206"/>
                    </a:lnTo>
                    <a:lnTo>
                      <a:pt x="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9"/>
              <p:cNvSpPr/>
              <p:nvPr/>
            </p:nvSpPr>
            <p:spPr>
              <a:xfrm>
                <a:off x="6133970" y="924259"/>
                <a:ext cx="33167" cy="39787"/>
              </a:xfrm>
              <a:custGeom>
                <a:avLst/>
                <a:gdLst/>
                <a:ahLst/>
                <a:cxnLst/>
                <a:rect l="l" t="t" r="r" b="b"/>
                <a:pathLst>
                  <a:path w="1027" h="1232" extrusionOk="0">
                    <a:moveTo>
                      <a:pt x="705" y="1"/>
                    </a:moveTo>
                    <a:lnTo>
                      <a:pt x="0" y="1009"/>
                    </a:lnTo>
                    <a:lnTo>
                      <a:pt x="322" y="1232"/>
                    </a:lnTo>
                    <a:lnTo>
                      <a:pt x="1026" y="224"/>
                    </a:lnTo>
                    <a:lnTo>
                      <a:pt x="7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9"/>
              <p:cNvSpPr/>
              <p:nvPr/>
            </p:nvSpPr>
            <p:spPr>
              <a:xfrm>
                <a:off x="6153865" y="940956"/>
                <a:ext cx="35460" cy="38657"/>
              </a:xfrm>
              <a:custGeom>
                <a:avLst/>
                <a:gdLst/>
                <a:ahLst/>
                <a:cxnLst/>
                <a:rect l="l" t="t" r="r" b="b"/>
                <a:pathLst>
                  <a:path w="1098" h="1197" extrusionOk="0">
                    <a:moveTo>
                      <a:pt x="794" y="1"/>
                    </a:moveTo>
                    <a:lnTo>
                      <a:pt x="0" y="947"/>
                    </a:lnTo>
                    <a:lnTo>
                      <a:pt x="303" y="1196"/>
                    </a:lnTo>
                    <a:lnTo>
                      <a:pt x="1097" y="251"/>
                    </a:lnTo>
                    <a:lnTo>
                      <a:pt x="7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9"/>
              <p:cNvSpPr/>
              <p:nvPr/>
            </p:nvSpPr>
            <p:spPr>
              <a:xfrm>
                <a:off x="5762601" y="1407438"/>
                <a:ext cx="35169" cy="38625"/>
              </a:xfrm>
              <a:custGeom>
                <a:avLst/>
                <a:gdLst/>
                <a:ahLst/>
                <a:cxnLst/>
                <a:rect l="l" t="t" r="r" b="b"/>
                <a:pathLst>
                  <a:path w="1089" h="1196" extrusionOk="0">
                    <a:moveTo>
                      <a:pt x="794" y="0"/>
                    </a:moveTo>
                    <a:lnTo>
                      <a:pt x="0" y="937"/>
                    </a:lnTo>
                    <a:lnTo>
                      <a:pt x="304" y="1195"/>
                    </a:lnTo>
                    <a:lnTo>
                      <a:pt x="1089" y="250"/>
                    </a:lnTo>
                    <a:lnTo>
                      <a:pt x="7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9"/>
              <p:cNvSpPr/>
              <p:nvPr/>
            </p:nvSpPr>
            <p:spPr>
              <a:xfrm>
                <a:off x="6172564" y="959688"/>
                <a:ext cx="37204" cy="37204"/>
              </a:xfrm>
              <a:custGeom>
                <a:avLst/>
                <a:gdLst/>
                <a:ahLst/>
                <a:cxnLst/>
                <a:rect l="l" t="t" r="r" b="b"/>
                <a:pathLst>
                  <a:path w="1152" h="1152" extrusionOk="0">
                    <a:moveTo>
                      <a:pt x="866" y="1"/>
                    </a:moveTo>
                    <a:lnTo>
                      <a:pt x="1" y="866"/>
                    </a:lnTo>
                    <a:lnTo>
                      <a:pt x="277" y="1152"/>
                    </a:lnTo>
                    <a:lnTo>
                      <a:pt x="1152" y="277"/>
                    </a:lnTo>
                    <a:lnTo>
                      <a:pt x="8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9"/>
              <p:cNvSpPr/>
              <p:nvPr/>
            </p:nvSpPr>
            <p:spPr>
              <a:xfrm>
                <a:off x="5742126" y="1390127"/>
                <a:ext cx="37204" cy="37204"/>
              </a:xfrm>
              <a:custGeom>
                <a:avLst/>
                <a:gdLst/>
                <a:ahLst/>
                <a:cxnLst/>
                <a:rect l="l" t="t" r="r" b="b"/>
                <a:pathLst>
                  <a:path w="1152" h="1152" extrusionOk="0">
                    <a:moveTo>
                      <a:pt x="866" y="1"/>
                    </a:moveTo>
                    <a:lnTo>
                      <a:pt x="1" y="875"/>
                    </a:lnTo>
                    <a:lnTo>
                      <a:pt x="277" y="1152"/>
                    </a:lnTo>
                    <a:lnTo>
                      <a:pt x="1152" y="277"/>
                    </a:lnTo>
                    <a:lnTo>
                      <a:pt x="8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9"/>
              <p:cNvSpPr/>
              <p:nvPr/>
            </p:nvSpPr>
            <p:spPr>
              <a:xfrm>
                <a:off x="6189584" y="980164"/>
                <a:ext cx="38915" cy="35169"/>
              </a:xfrm>
              <a:custGeom>
                <a:avLst/>
                <a:gdLst/>
                <a:ahLst/>
                <a:cxnLst/>
                <a:rect l="l" t="t" r="r" b="b"/>
                <a:pathLst>
                  <a:path w="1205" h="1089" extrusionOk="0">
                    <a:moveTo>
                      <a:pt x="946" y="0"/>
                    </a:moveTo>
                    <a:lnTo>
                      <a:pt x="0" y="794"/>
                    </a:lnTo>
                    <a:lnTo>
                      <a:pt x="259" y="1089"/>
                    </a:lnTo>
                    <a:lnTo>
                      <a:pt x="1205" y="304"/>
                    </a:lnTo>
                    <a:lnTo>
                      <a:pt x="94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9"/>
              <p:cNvSpPr/>
              <p:nvPr/>
            </p:nvSpPr>
            <p:spPr>
              <a:xfrm>
                <a:off x="5723394" y="1371396"/>
                <a:ext cx="38657" cy="35492"/>
              </a:xfrm>
              <a:custGeom>
                <a:avLst/>
                <a:gdLst/>
                <a:ahLst/>
                <a:cxnLst/>
                <a:rect l="l" t="t" r="r" b="b"/>
                <a:pathLst>
                  <a:path w="1197" h="1099" extrusionOk="0">
                    <a:moveTo>
                      <a:pt x="947" y="1"/>
                    </a:moveTo>
                    <a:lnTo>
                      <a:pt x="1" y="795"/>
                    </a:lnTo>
                    <a:lnTo>
                      <a:pt x="251" y="1098"/>
                    </a:lnTo>
                    <a:lnTo>
                      <a:pt x="1196" y="304"/>
                    </a:lnTo>
                    <a:lnTo>
                      <a:pt x="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9"/>
              <p:cNvSpPr/>
              <p:nvPr/>
            </p:nvSpPr>
            <p:spPr>
              <a:xfrm>
                <a:off x="6205118" y="1002351"/>
                <a:ext cx="40078" cy="33167"/>
              </a:xfrm>
              <a:custGeom>
                <a:avLst/>
                <a:gdLst/>
                <a:ahLst/>
                <a:cxnLst/>
                <a:rect l="l" t="t" r="r" b="b"/>
                <a:pathLst>
                  <a:path w="1241" h="1027" extrusionOk="0">
                    <a:moveTo>
                      <a:pt x="1018" y="0"/>
                    </a:moveTo>
                    <a:lnTo>
                      <a:pt x="1" y="705"/>
                    </a:lnTo>
                    <a:lnTo>
                      <a:pt x="233" y="1026"/>
                    </a:lnTo>
                    <a:lnTo>
                      <a:pt x="1241" y="321"/>
                    </a:lnTo>
                    <a:lnTo>
                      <a:pt x="10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9"/>
              <p:cNvSpPr/>
              <p:nvPr/>
            </p:nvSpPr>
            <p:spPr>
              <a:xfrm>
                <a:off x="5706697" y="1351534"/>
                <a:ext cx="39787" cy="33167"/>
              </a:xfrm>
              <a:custGeom>
                <a:avLst/>
                <a:gdLst/>
                <a:ahLst/>
                <a:cxnLst/>
                <a:rect l="l" t="t" r="r" b="b"/>
                <a:pathLst>
                  <a:path w="1232" h="1027" extrusionOk="0">
                    <a:moveTo>
                      <a:pt x="1009" y="0"/>
                    </a:moveTo>
                    <a:lnTo>
                      <a:pt x="1" y="705"/>
                    </a:lnTo>
                    <a:lnTo>
                      <a:pt x="224" y="1026"/>
                    </a:lnTo>
                    <a:lnTo>
                      <a:pt x="1232" y="322"/>
                    </a:lnTo>
                    <a:lnTo>
                      <a:pt x="10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9"/>
              <p:cNvSpPr/>
              <p:nvPr/>
            </p:nvSpPr>
            <p:spPr>
              <a:xfrm>
                <a:off x="6218973" y="1025668"/>
                <a:ext cx="40918" cy="31165"/>
              </a:xfrm>
              <a:custGeom>
                <a:avLst/>
                <a:gdLst/>
                <a:ahLst/>
                <a:cxnLst/>
                <a:rect l="l" t="t" r="r" b="b"/>
                <a:pathLst>
                  <a:path w="1267" h="965" extrusionOk="0">
                    <a:moveTo>
                      <a:pt x="1071" y="1"/>
                    </a:moveTo>
                    <a:lnTo>
                      <a:pt x="0" y="616"/>
                    </a:lnTo>
                    <a:lnTo>
                      <a:pt x="196" y="964"/>
                    </a:lnTo>
                    <a:lnTo>
                      <a:pt x="1267" y="349"/>
                    </a:lnTo>
                    <a:lnTo>
                      <a:pt x="10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9"/>
              <p:cNvSpPr/>
              <p:nvPr/>
            </p:nvSpPr>
            <p:spPr>
              <a:xfrm>
                <a:off x="5691712" y="1330219"/>
                <a:ext cx="40950" cy="30842"/>
              </a:xfrm>
              <a:custGeom>
                <a:avLst/>
                <a:gdLst/>
                <a:ahLst/>
                <a:cxnLst/>
                <a:rect l="l" t="t" r="r" b="b"/>
                <a:pathLst>
                  <a:path w="1268" h="955" extrusionOk="0">
                    <a:moveTo>
                      <a:pt x="1071" y="0"/>
                    </a:moveTo>
                    <a:lnTo>
                      <a:pt x="1" y="616"/>
                    </a:lnTo>
                    <a:lnTo>
                      <a:pt x="197" y="955"/>
                    </a:lnTo>
                    <a:lnTo>
                      <a:pt x="1267" y="339"/>
                    </a:lnTo>
                    <a:lnTo>
                      <a:pt x="10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9"/>
              <p:cNvSpPr/>
              <p:nvPr/>
            </p:nvSpPr>
            <p:spPr>
              <a:xfrm>
                <a:off x="6231052" y="1050730"/>
                <a:ext cx="41531" cy="28290"/>
              </a:xfrm>
              <a:custGeom>
                <a:avLst/>
                <a:gdLst/>
                <a:ahLst/>
                <a:cxnLst/>
                <a:rect l="l" t="t" r="r" b="b"/>
                <a:pathLst>
                  <a:path w="1286" h="876" extrusionOk="0">
                    <a:moveTo>
                      <a:pt x="1116" y="1"/>
                    </a:moveTo>
                    <a:lnTo>
                      <a:pt x="1" y="518"/>
                    </a:lnTo>
                    <a:lnTo>
                      <a:pt x="161" y="875"/>
                    </a:lnTo>
                    <a:lnTo>
                      <a:pt x="1286" y="358"/>
                    </a:lnTo>
                    <a:lnTo>
                      <a:pt x="11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9"/>
              <p:cNvSpPr/>
              <p:nvPr/>
            </p:nvSpPr>
            <p:spPr>
              <a:xfrm>
                <a:off x="5679343" y="1308031"/>
                <a:ext cx="41499" cy="28258"/>
              </a:xfrm>
              <a:custGeom>
                <a:avLst/>
                <a:gdLst/>
                <a:ahLst/>
                <a:cxnLst/>
                <a:rect l="l" t="t" r="r" b="b"/>
                <a:pathLst>
                  <a:path w="1285" h="875" extrusionOk="0">
                    <a:moveTo>
                      <a:pt x="1115" y="0"/>
                    </a:moveTo>
                    <a:lnTo>
                      <a:pt x="0" y="518"/>
                    </a:lnTo>
                    <a:lnTo>
                      <a:pt x="161" y="875"/>
                    </a:lnTo>
                    <a:lnTo>
                      <a:pt x="1285" y="357"/>
                    </a:lnTo>
                    <a:lnTo>
                      <a:pt x="11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9"/>
              <p:cNvSpPr/>
              <p:nvPr/>
            </p:nvSpPr>
            <p:spPr>
              <a:xfrm>
                <a:off x="6241160" y="1076664"/>
                <a:ext cx="41499" cy="25384"/>
              </a:xfrm>
              <a:custGeom>
                <a:avLst/>
                <a:gdLst/>
                <a:ahLst/>
                <a:cxnLst/>
                <a:rect l="l" t="t" r="r" b="b"/>
                <a:pathLst>
                  <a:path w="1285" h="786" extrusionOk="0">
                    <a:moveTo>
                      <a:pt x="1151" y="1"/>
                    </a:moveTo>
                    <a:lnTo>
                      <a:pt x="0" y="420"/>
                    </a:lnTo>
                    <a:lnTo>
                      <a:pt x="134" y="786"/>
                    </a:lnTo>
                    <a:lnTo>
                      <a:pt x="1285" y="366"/>
                    </a:lnTo>
                    <a:lnTo>
                      <a:pt x="11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9"/>
              <p:cNvSpPr/>
              <p:nvPr/>
            </p:nvSpPr>
            <p:spPr>
              <a:xfrm>
                <a:off x="5668943" y="1284681"/>
                <a:ext cx="41822" cy="25675"/>
              </a:xfrm>
              <a:custGeom>
                <a:avLst/>
                <a:gdLst/>
                <a:ahLst/>
                <a:cxnLst/>
                <a:rect l="l" t="t" r="r" b="b"/>
                <a:pathLst>
                  <a:path w="1295" h="795" extrusionOk="0">
                    <a:moveTo>
                      <a:pt x="1161" y="1"/>
                    </a:moveTo>
                    <a:lnTo>
                      <a:pt x="1" y="420"/>
                    </a:lnTo>
                    <a:lnTo>
                      <a:pt x="135" y="795"/>
                    </a:lnTo>
                    <a:lnTo>
                      <a:pt x="1294" y="375"/>
                    </a:lnTo>
                    <a:lnTo>
                      <a:pt x="11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9"/>
              <p:cNvSpPr/>
              <p:nvPr/>
            </p:nvSpPr>
            <p:spPr>
              <a:xfrm>
                <a:off x="5660902" y="1261073"/>
                <a:ext cx="41790" cy="22477"/>
              </a:xfrm>
              <a:custGeom>
                <a:avLst/>
                <a:gdLst/>
                <a:ahLst/>
                <a:cxnLst/>
                <a:rect l="l" t="t" r="r" b="b"/>
                <a:pathLst>
                  <a:path w="1294" h="696" extrusionOk="0">
                    <a:moveTo>
                      <a:pt x="1196" y="0"/>
                    </a:moveTo>
                    <a:lnTo>
                      <a:pt x="0" y="312"/>
                    </a:lnTo>
                    <a:lnTo>
                      <a:pt x="107" y="696"/>
                    </a:lnTo>
                    <a:lnTo>
                      <a:pt x="1294" y="375"/>
                    </a:lnTo>
                    <a:lnTo>
                      <a:pt x="11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9"/>
              <p:cNvSpPr/>
              <p:nvPr/>
            </p:nvSpPr>
            <p:spPr>
              <a:xfrm>
                <a:off x="5655411" y="1236561"/>
                <a:ext cx="41531" cy="19345"/>
              </a:xfrm>
              <a:custGeom>
                <a:avLst/>
                <a:gdLst/>
                <a:ahLst/>
                <a:cxnLst/>
                <a:rect l="l" t="t" r="r" b="b"/>
                <a:pathLst>
                  <a:path w="1286" h="599" extrusionOk="0">
                    <a:moveTo>
                      <a:pt x="1214" y="1"/>
                    </a:moveTo>
                    <a:lnTo>
                      <a:pt x="1" y="215"/>
                    </a:lnTo>
                    <a:lnTo>
                      <a:pt x="72" y="599"/>
                    </a:lnTo>
                    <a:lnTo>
                      <a:pt x="1285" y="384"/>
                    </a:lnTo>
                    <a:lnTo>
                      <a:pt x="12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9"/>
              <p:cNvSpPr/>
              <p:nvPr/>
            </p:nvSpPr>
            <p:spPr>
              <a:xfrm>
                <a:off x="5655411" y="1130824"/>
                <a:ext cx="41531" cy="19345"/>
              </a:xfrm>
              <a:custGeom>
                <a:avLst/>
                <a:gdLst/>
                <a:ahLst/>
                <a:cxnLst/>
                <a:rect l="l" t="t" r="r" b="b"/>
                <a:pathLst>
                  <a:path w="1286" h="599" extrusionOk="0">
                    <a:moveTo>
                      <a:pt x="72" y="1"/>
                    </a:moveTo>
                    <a:lnTo>
                      <a:pt x="1" y="393"/>
                    </a:lnTo>
                    <a:lnTo>
                      <a:pt x="1214" y="599"/>
                    </a:lnTo>
                    <a:lnTo>
                      <a:pt x="1285" y="215"/>
                    </a:lnTo>
                    <a:lnTo>
                      <a:pt x="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9"/>
              <p:cNvSpPr/>
              <p:nvPr/>
            </p:nvSpPr>
            <p:spPr>
              <a:xfrm>
                <a:off x="6248911" y="1261073"/>
                <a:ext cx="41822" cy="22477"/>
              </a:xfrm>
              <a:custGeom>
                <a:avLst/>
                <a:gdLst/>
                <a:ahLst/>
                <a:cxnLst/>
                <a:rect l="l" t="t" r="r" b="b"/>
                <a:pathLst>
                  <a:path w="1295" h="696" extrusionOk="0">
                    <a:moveTo>
                      <a:pt x="108" y="0"/>
                    </a:moveTo>
                    <a:lnTo>
                      <a:pt x="1" y="375"/>
                    </a:lnTo>
                    <a:lnTo>
                      <a:pt x="1196" y="696"/>
                    </a:lnTo>
                    <a:lnTo>
                      <a:pt x="1295" y="312"/>
                    </a:lnTo>
                    <a:lnTo>
                      <a:pt x="1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9"/>
              <p:cNvSpPr/>
              <p:nvPr/>
            </p:nvSpPr>
            <p:spPr>
              <a:xfrm>
                <a:off x="5660902" y="1103469"/>
                <a:ext cx="41790" cy="22510"/>
              </a:xfrm>
              <a:custGeom>
                <a:avLst/>
                <a:gdLst/>
                <a:ahLst/>
                <a:cxnLst/>
                <a:rect l="l" t="t" r="r" b="b"/>
                <a:pathLst>
                  <a:path w="1294" h="697" extrusionOk="0">
                    <a:moveTo>
                      <a:pt x="107" y="0"/>
                    </a:moveTo>
                    <a:lnTo>
                      <a:pt x="0" y="375"/>
                    </a:lnTo>
                    <a:lnTo>
                      <a:pt x="1196" y="696"/>
                    </a:lnTo>
                    <a:lnTo>
                      <a:pt x="1294" y="313"/>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9"/>
              <p:cNvSpPr/>
              <p:nvPr/>
            </p:nvSpPr>
            <p:spPr>
              <a:xfrm>
                <a:off x="6241160" y="1284681"/>
                <a:ext cx="41499" cy="25675"/>
              </a:xfrm>
              <a:custGeom>
                <a:avLst/>
                <a:gdLst/>
                <a:ahLst/>
                <a:cxnLst/>
                <a:rect l="l" t="t" r="r" b="b"/>
                <a:pathLst>
                  <a:path w="1285" h="795" extrusionOk="0">
                    <a:moveTo>
                      <a:pt x="134" y="1"/>
                    </a:moveTo>
                    <a:lnTo>
                      <a:pt x="0" y="375"/>
                    </a:lnTo>
                    <a:lnTo>
                      <a:pt x="1151" y="795"/>
                    </a:lnTo>
                    <a:lnTo>
                      <a:pt x="1285" y="420"/>
                    </a:ln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9"/>
              <p:cNvSpPr/>
              <p:nvPr/>
            </p:nvSpPr>
            <p:spPr>
              <a:xfrm>
                <a:off x="6231052" y="1308031"/>
                <a:ext cx="41531" cy="28258"/>
              </a:xfrm>
              <a:custGeom>
                <a:avLst/>
                <a:gdLst/>
                <a:ahLst/>
                <a:cxnLst/>
                <a:rect l="l" t="t" r="r" b="b"/>
                <a:pathLst>
                  <a:path w="1286" h="875" extrusionOk="0">
                    <a:moveTo>
                      <a:pt x="161" y="0"/>
                    </a:moveTo>
                    <a:lnTo>
                      <a:pt x="1" y="357"/>
                    </a:lnTo>
                    <a:lnTo>
                      <a:pt x="1116" y="875"/>
                    </a:lnTo>
                    <a:lnTo>
                      <a:pt x="1286" y="518"/>
                    </a:lnTo>
                    <a:lnTo>
                      <a:pt x="1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9"/>
              <p:cNvSpPr/>
              <p:nvPr/>
            </p:nvSpPr>
            <p:spPr>
              <a:xfrm>
                <a:off x="6218973" y="1330219"/>
                <a:ext cx="40918" cy="30842"/>
              </a:xfrm>
              <a:custGeom>
                <a:avLst/>
                <a:gdLst/>
                <a:ahLst/>
                <a:cxnLst/>
                <a:rect l="l" t="t" r="r" b="b"/>
                <a:pathLst>
                  <a:path w="1267" h="955" extrusionOk="0">
                    <a:moveTo>
                      <a:pt x="196" y="0"/>
                    </a:moveTo>
                    <a:lnTo>
                      <a:pt x="0" y="339"/>
                    </a:lnTo>
                    <a:lnTo>
                      <a:pt x="1071" y="955"/>
                    </a:lnTo>
                    <a:lnTo>
                      <a:pt x="1267" y="616"/>
                    </a:lnTo>
                    <a:lnTo>
                      <a:pt x="1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9"/>
              <p:cNvSpPr/>
              <p:nvPr/>
            </p:nvSpPr>
            <p:spPr>
              <a:xfrm>
                <a:off x="6205118" y="1351534"/>
                <a:ext cx="40078" cy="33167"/>
              </a:xfrm>
              <a:custGeom>
                <a:avLst/>
                <a:gdLst/>
                <a:ahLst/>
                <a:cxnLst/>
                <a:rect l="l" t="t" r="r" b="b"/>
                <a:pathLst>
                  <a:path w="1241" h="1027" extrusionOk="0">
                    <a:moveTo>
                      <a:pt x="233" y="0"/>
                    </a:moveTo>
                    <a:lnTo>
                      <a:pt x="1" y="322"/>
                    </a:lnTo>
                    <a:lnTo>
                      <a:pt x="1018" y="1026"/>
                    </a:lnTo>
                    <a:lnTo>
                      <a:pt x="1241" y="705"/>
                    </a:lnTo>
                    <a:lnTo>
                      <a:pt x="2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9"/>
              <p:cNvSpPr/>
              <p:nvPr/>
            </p:nvSpPr>
            <p:spPr>
              <a:xfrm>
                <a:off x="6189584" y="1371396"/>
                <a:ext cx="38915" cy="35492"/>
              </a:xfrm>
              <a:custGeom>
                <a:avLst/>
                <a:gdLst/>
                <a:ahLst/>
                <a:cxnLst/>
                <a:rect l="l" t="t" r="r" b="b"/>
                <a:pathLst>
                  <a:path w="1205" h="1099" extrusionOk="0">
                    <a:moveTo>
                      <a:pt x="259" y="1"/>
                    </a:moveTo>
                    <a:lnTo>
                      <a:pt x="0" y="304"/>
                    </a:lnTo>
                    <a:lnTo>
                      <a:pt x="946" y="1098"/>
                    </a:lnTo>
                    <a:lnTo>
                      <a:pt x="1205" y="795"/>
                    </a:lnTo>
                    <a:lnTo>
                      <a:pt x="25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9"/>
              <p:cNvSpPr/>
              <p:nvPr/>
            </p:nvSpPr>
            <p:spPr>
              <a:xfrm>
                <a:off x="6172564" y="1390127"/>
                <a:ext cx="37204" cy="37204"/>
              </a:xfrm>
              <a:custGeom>
                <a:avLst/>
                <a:gdLst/>
                <a:ahLst/>
                <a:cxnLst/>
                <a:rect l="l" t="t" r="r" b="b"/>
                <a:pathLst>
                  <a:path w="1152" h="1152" extrusionOk="0">
                    <a:moveTo>
                      <a:pt x="277" y="1"/>
                    </a:moveTo>
                    <a:lnTo>
                      <a:pt x="1" y="277"/>
                    </a:lnTo>
                    <a:lnTo>
                      <a:pt x="866" y="1152"/>
                    </a:lnTo>
                    <a:lnTo>
                      <a:pt x="1152" y="875"/>
                    </a:lnTo>
                    <a:lnTo>
                      <a:pt x="2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9"/>
              <p:cNvSpPr/>
              <p:nvPr/>
            </p:nvSpPr>
            <p:spPr>
              <a:xfrm>
                <a:off x="6153865" y="1407438"/>
                <a:ext cx="35460" cy="38625"/>
              </a:xfrm>
              <a:custGeom>
                <a:avLst/>
                <a:gdLst/>
                <a:ahLst/>
                <a:cxnLst/>
                <a:rect l="l" t="t" r="r" b="b"/>
                <a:pathLst>
                  <a:path w="1098" h="1196" extrusionOk="0">
                    <a:moveTo>
                      <a:pt x="303" y="0"/>
                    </a:moveTo>
                    <a:lnTo>
                      <a:pt x="0" y="250"/>
                    </a:lnTo>
                    <a:lnTo>
                      <a:pt x="794" y="1195"/>
                    </a:lnTo>
                    <a:lnTo>
                      <a:pt x="1097" y="937"/>
                    </a:lnTo>
                    <a:lnTo>
                      <a:pt x="3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9"/>
              <p:cNvSpPr/>
              <p:nvPr/>
            </p:nvSpPr>
            <p:spPr>
              <a:xfrm>
                <a:off x="6133970" y="1422682"/>
                <a:ext cx="33167" cy="40078"/>
              </a:xfrm>
              <a:custGeom>
                <a:avLst/>
                <a:gdLst/>
                <a:ahLst/>
                <a:cxnLst/>
                <a:rect l="l" t="t" r="r" b="b"/>
                <a:pathLst>
                  <a:path w="1027" h="1241" extrusionOk="0">
                    <a:moveTo>
                      <a:pt x="322" y="1"/>
                    </a:moveTo>
                    <a:lnTo>
                      <a:pt x="0" y="233"/>
                    </a:lnTo>
                    <a:lnTo>
                      <a:pt x="705" y="1241"/>
                    </a:lnTo>
                    <a:lnTo>
                      <a:pt x="1026" y="1018"/>
                    </a:lnTo>
                    <a:lnTo>
                      <a:pt x="3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9"/>
              <p:cNvSpPr/>
              <p:nvPr/>
            </p:nvSpPr>
            <p:spPr>
              <a:xfrm>
                <a:off x="6112655" y="1436537"/>
                <a:ext cx="30842" cy="40918"/>
              </a:xfrm>
              <a:custGeom>
                <a:avLst/>
                <a:gdLst/>
                <a:ahLst/>
                <a:cxnLst/>
                <a:rect l="l" t="t" r="r" b="b"/>
                <a:pathLst>
                  <a:path w="955" h="1267" extrusionOk="0">
                    <a:moveTo>
                      <a:pt x="339" y="0"/>
                    </a:moveTo>
                    <a:lnTo>
                      <a:pt x="0" y="196"/>
                    </a:lnTo>
                    <a:lnTo>
                      <a:pt x="616" y="1267"/>
                    </a:lnTo>
                    <a:lnTo>
                      <a:pt x="955" y="1071"/>
                    </a:lnTo>
                    <a:lnTo>
                      <a:pt x="3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51" name="Google Shape;1051;p49"/>
          <p:cNvGrpSpPr/>
          <p:nvPr/>
        </p:nvGrpSpPr>
        <p:grpSpPr>
          <a:xfrm>
            <a:off x="7035505" y="-509228"/>
            <a:ext cx="2600944" cy="9744086"/>
            <a:chOff x="7035505" y="-661628"/>
            <a:chExt cx="2600944" cy="9744086"/>
          </a:xfrm>
        </p:grpSpPr>
        <p:sp>
          <p:nvSpPr>
            <p:cNvPr id="1052" name="Google Shape;1052;p49"/>
            <p:cNvSpPr/>
            <p:nvPr/>
          </p:nvSpPr>
          <p:spPr>
            <a:xfrm rot="5400000">
              <a:off x="3356809" y="4032933"/>
              <a:ext cx="9329602" cy="769446"/>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9"/>
            <p:cNvSpPr/>
            <p:nvPr/>
          </p:nvSpPr>
          <p:spPr>
            <a:xfrm rot="5400000">
              <a:off x="3467664" y="4033008"/>
              <a:ext cx="9329602" cy="769296"/>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9"/>
            <p:cNvSpPr/>
            <p:nvPr/>
          </p:nvSpPr>
          <p:spPr>
            <a:xfrm rot="5400000">
              <a:off x="3577173" y="4032933"/>
              <a:ext cx="9329602" cy="769446"/>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9"/>
            <p:cNvSpPr/>
            <p:nvPr/>
          </p:nvSpPr>
          <p:spPr>
            <a:xfrm rot="5400000">
              <a:off x="3687355" y="4033682"/>
              <a:ext cx="9329602" cy="767949"/>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9"/>
            <p:cNvSpPr/>
            <p:nvPr/>
          </p:nvSpPr>
          <p:spPr>
            <a:xfrm rot="5400000">
              <a:off x="3797537" y="4032933"/>
              <a:ext cx="9329602" cy="769446"/>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7" name="Google Shape;1057;p49"/>
            <p:cNvGrpSpPr/>
            <p:nvPr/>
          </p:nvGrpSpPr>
          <p:grpSpPr>
            <a:xfrm rot="10800000">
              <a:off x="7035505" y="-661628"/>
              <a:ext cx="2600944" cy="2490021"/>
              <a:chOff x="3001005" y="4299359"/>
              <a:chExt cx="2600944" cy="2490021"/>
            </a:xfrm>
          </p:grpSpPr>
          <p:grpSp>
            <p:nvGrpSpPr>
              <p:cNvPr id="1058" name="Google Shape;1058;p49"/>
              <p:cNvGrpSpPr/>
              <p:nvPr/>
            </p:nvGrpSpPr>
            <p:grpSpPr>
              <a:xfrm>
                <a:off x="3209542" y="4532526"/>
                <a:ext cx="2182213" cy="2183324"/>
                <a:chOff x="5690549" y="1784557"/>
                <a:chExt cx="570782" cy="571072"/>
              </a:xfrm>
            </p:grpSpPr>
            <p:sp>
              <p:nvSpPr>
                <p:cNvPr id="1059" name="Google Shape;1059;p49"/>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9"/>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9"/>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2" name="Google Shape;1062;p49"/>
              <p:cNvGrpSpPr/>
              <p:nvPr/>
            </p:nvGrpSpPr>
            <p:grpSpPr>
              <a:xfrm>
                <a:off x="3001005" y="4299359"/>
                <a:ext cx="2600944" cy="2490021"/>
                <a:chOff x="5655411" y="869227"/>
                <a:chExt cx="635322" cy="608227"/>
              </a:xfrm>
            </p:grpSpPr>
            <p:sp>
              <p:nvSpPr>
                <p:cNvPr id="1063" name="Google Shape;1063;p49"/>
                <p:cNvSpPr/>
                <p:nvPr/>
              </p:nvSpPr>
              <p:spPr>
                <a:xfrm>
                  <a:off x="5969456" y="869227"/>
                  <a:ext cx="12724" cy="39787"/>
                </a:xfrm>
                <a:custGeom>
                  <a:avLst/>
                  <a:gdLst/>
                  <a:ahLst/>
                  <a:cxnLst/>
                  <a:rect l="l" t="t" r="r" b="b"/>
                  <a:pathLst>
                    <a:path w="394" h="1232" extrusionOk="0">
                      <a:moveTo>
                        <a:pt x="1" y="1"/>
                      </a:moveTo>
                      <a:lnTo>
                        <a:pt x="1" y="1232"/>
                      </a:lnTo>
                      <a:lnTo>
                        <a:pt x="393" y="1232"/>
                      </a:lnTo>
                      <a:lnTo>
                        <a:pt x="3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9"/>
                <p:cNvSpPr/>
                <p:nvPr/>
              </p:nvSpPr>
              <p:spPr>
                <a:xfrm>
                  <a:off x="5994227" y="869809"/>
                  <a:ext cx="16180" cy="40659"/>
                </a:xfrm>
                <a:custGeom>
                  <a:avLst/>
                  <a:gdLst/>
                  <a:ahLst/>
                  <a:cxnLst/>
                  <a:rect l="l" t="t" r="r" b="b"/>
                  <a:pathLst>
                    <a:path w="501" h="1259" extrusionOk="0">
                      <a:moveTo>
                        <a:pt x="108" y="0"/>
                      </a:moveTo>
                      <a:lnTo>
                        <a:pt x="1" y="1232"/>
                      </a:lnTo>
                      <a:lnTo>
                        <a:pt x="393" y="1258"/>
                      </a:lnTo>
                      <a:lnTo>
                        <a:pt x="500" y="36"/>
                      </a:lnTo>
                      <a:lnTo>
                        <a:pt x="1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9"/>
                <p:cNvSpPr/>
                <p:nvPr/>
              </p:nvSpPr>
              <p:spPr>
                <a:xfrm>
                  <a:off x="6018997" y="872974"/>
                  <a:ext cx="19345" cy="41531"/>
                </a:xfrm>
                <a:custGeom>
                  <a:avLst/>
                  <a:gdLst/>
                  <a:ahLst/>
                  <a:cxnLst/>
                  <a:rect l="l" t="t" r="r" b="b"/>
                  <a:pathLst>
                    <a:path w="599" h="1286" extrusionOk="0">
                      <a:moveTo>
                        <a:pt x="215" y="1"/>
                      </a:moveTo>
                      <a:lnTo>
                        <a:pt x="1" y="1214"/>
                      </a:lnTo>
                      <a:lnTo>
                        <a:pt x="385" y="1285"/>
                      </a:lnTo>
                      <a:lnTo>
                        <a:pt x="599" y="72"/>
                      </a:lnTo>
                      <a:lnTo>
                        <a:pt x="2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9"/>
                <p:cNvSpPr/>
                <p:nvPr/>
              </p:nvSpPr>
              <p:spPr>
                <a:xfrm>
                  <a:off x="6043219" y="878464"/>
                  <a:ext cx="22800" cy="41790"/>
                </a:xfrm>
                <a:custGeom>
                  <a:avLst/>
                  <a:gdLst/>
                  <a:ahLst/>
                  <a:cxnLst/>
                  <a:rect l="l" t="t" r="r" b="b"/>
                  <a:pathLst>
                    <a:path w="706" h="1294" extrusionOk="0">
                      <a:moveTo>
                        <a:pt x="322" y="0"/>
                      </a:moveTo>
                      <a:lnTo>
                        <a:pt x="0" y="1195"/>
                      </a:lnTo>
                      <a:lnTo>
                        <a:pt x="384" y="1294"/>
                      </a:lnTo>
                      <a:lnTo>
                        <a:pt x="705" y="107"/>
                      </a:lnTo>
                      <a:lnTo>
                        <a:pt x="3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9"/>
                <p:cNvSpPr/>
                <p:nvPr/>
              </p:nvSpPr>
              <p:spPr>
                <a:xfrm>
                  <a:off x="6067118" y="886506"/>
                  <a:ext cx="25675" cy="41822"/>
                </a:xfrm>
                <a:custGeom>
                  <a:avLst/>
                  <a:gdLst/>
                  <a:ahLst/>
                  <a:cxnLst/>
                  <a:rect l="l" t="t" r="r" b="b"/>
                  <a:pathLst>
                    <a:path w="795" h="1295" extrusionOk="0">
                      <a:moveTo>
                        <a:pt x="420" y="1"/>
                      </a:moveTo>
                      <a:lnTo>
                        <a:pt x="1" y="1161"/>
                      </a:lnTo>
                      <a:lnTo>
                        <a:pt x="375" y="1294"/>
                      </a:lnTo>
                      <a:lnTo>
                        <a:pt x="795" y="135"/>
                      </a:lnTo>
                      <a:lnTo>
                        <a:pt x="4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9"/>
                <p:cNvSpPr/>
                <p:nvPr/>
              </p:nvSpPr>
              <p:spPr>
                <a:xfrm>
                  <a:off x="6090468" y="896905"/>
                  <a:ext cx="28258" cy="41499"/>
                </a:xfrm>
                <a:custGeom>
                  <a:avLst/>
                  <a:gdLst/>
                  <a:ahLst/>
                  <a:cxnLst/>
                  <a:rect l="l" t="t" r="r" b="b"/>
                  <a:pathLst>
                    <a:path w="875" h="1285" extrusionOk="0">
                      <a:moveTo>
                        <a:pt x="518" y="0"/>
                      </a:moveTo>
                      <a:lnTo>
                        <a:pt x="0" y="1115"/>
                      </a:lnTo>
                      <a:lnTo>
                        <a:pt x="357" y="1285"/>
                      </a:lnTo>
                      <a:lnTo>
                        <a:pt x="875" y="161"/>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9"/>
                <p:cNvSpPr/>
                <p:nvPr/>
              </p:nvSpPr>
              <p:spPr>
                <a:xfrm>
                  <a:off x="6112655" y="909274"/>
                  <a:ext cx="30842" cy="40950"/>
                </a:xfrm>
                <a:custGeom>
                  <a:avLst/>
                  <a:gdLst/>
                  <a:ahLst/>
                  <a:cxnLst/>
                  <a:rect l="l" t="t" r="r" b="b"/>
                  <a:pathLst>
                    <a:path w="955" h="1268" extrusionOk="0">
                      <a:moveTo>
                        <a:pt x="616" y="1"/>
                      </a:moveTo>
                      <a:lnTo>
                        <a:pt x="0" y="1071"/>
                      </a:lnTo>
                      <a:lnTo>
                        <a:pt x="339" y="1267"/>
                      </a:lnTo>
                      <a:lnTo>
                        <a:pt x="955" y="206"/>
                      </a:lnTo>
                      <a:lnTo>
                        <a:pt x="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9"/>
                <p:cNvSpPr/>
                <p:nvPr/>
              </p:nvSpPr>
              <p:spPr>
                <a:xfrm>
                  <a:off x="6133970" y="924259"/>
                  <a:ext cx="33167" cy="39787"/>
                </a:xfrm>
                <a:custGeom>
                  <a:avLst/>
                  <a:gdLst/>
                  <a:ahLst/>
                  <a:cxnLst/>
                  <a:rect l="l" t="t" r="r" b="b"/>
                  <a:pathLst>
                    <a:path w="1027" h="1232" extrusionOk="0">
                      <a:moveTo>
                        <a:pt x="705" y="1"/>
                      </a:moveTo>
                      <a:lnTo>
                        <a:pt x="0" y="1009"/>
                      </a:lnTo>
                      <a:lnTo>
                        <a:pt x="322" y="1232"/>
                      </a:lnTo>
                      <a:lnTo>
                        <a:pt x="1026" y="224"/>
                      </a:lnTo>
                      <a:lnTo>
                        <a:pt x="7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9"/>
                <p:cNvSpPr/>
                <p:nvPr/>
              </p:nvSpPr>
              <p:spPr>
                <a:xfrm>
                  <a:off x="6153865" y="940956"/>
                  <a:ext cx="35460" cy="38657"/>
                </a:xfrm>
                <a:custGeom>
                  <a:avLst/>
                  <a:gdLst/>
                  <a:ahLst/>
                  <a:cxnLst/>
                  <a:rect l="l" t="t" r="r" b="b"/>
                  <a:pathLst>
                    <a:path w="1098" h="1197" extrusionOk="0">
                      <a:moveTo>
                        <a:pt x="794" y="1"/>
                      </a:moveTo>
                      <a:lnTo>
                        <a:pt x="0" y="947"/>
                      </a:lnTo>
                      <a:lnTo>
                        <a:pt x="303" y="1196"/>
                      </a:lnTo>
                      <a:lnTo>
                        <a:pt x="1097" y="251"/>
                      </a:lnTo>
                      <a:lnTo>
                        <a:pt x="7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9"/>
                <p:cNvSpPr/>
                <p:nvPr/>
              </p:nvSpPr>
              <p:spPr>
                <a:xfrm>
                  <a:off x="5762601" y="1407438"/>
                  <a:ext cx="35169" cy="38625"/>
                </a:xfrm>
                <a:custGeom>
                  <a:avLst/>
                  <a:gdLst/>
                  <a:ahLst/>
                  <a:cxnLst/>
                  <a:rect l="l" t="t" r="r" b="b"/>
                  <a:pathLst>
                    <a:path w="1089" h="1196" extrusionOk="0">
                      <a:moveTo>
                        <a:pt x="794" y="0"/>
                      </a:moveTo>
                      <a:lnTo>
                        <a:pt x="0" y="937"/>
                      </a:lnTo>
                      <a:lnTo>
                        <a:pt x="304" y="1195"/>
                      </a:lnTo>
                      <a:lnTo>
                        <a:pt x="1089" y="250"/>
                      </a:lnTo>
                      <a:lnTo>
                        <a:pt x="7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9"/>
                <p:cNvSpPr/>
                <p:nvPr/>
              </p:nvSpPr>
              <p:spPr>
                <a:xfrm>
                  <a:off x="6172564" y="959688"/>
                  <a:ext cx="37204" cy="37204"/>
                </a:xfrm>
                <a:custGeom>
                  <a:avLst/>
                  <a:gdLst/>
                  <a:ahLst/>
                  <a:cxnLst/>
                  <a:rect l="l" t="t" r="r" b="b"/>
                  <a:pathLst>
                    <a:path w="1152" h="1152" extrusionOk="0">
                      <a:moveTo>
                        <a:pt x="866" y="1"/>
                      </a:moveTo>
                      <a:lnTo>
                        <a:pt x="1" y="866"/>
                      </a:lnTo>
                      <a:lnTo>
                        <a:pt x="277" y="1152"/>
                      </a:lnTo>
                      <a:lnTo>
                        <a:pt x="1152" y="277"/>
                      </a:lnTo>
                      <a:lnTo>
                        <a:pt x="8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9"/>
                <p:cNvSpPr/>
                <p:nvPr/>
              </p:nvSpPr>
              <p:spPr>
                <a:xfrm>
                  <a:off x="5742126" y="1390127"/>
                  <a:ext cx="37204" cy="37204"/>
                </a:xfrm>
                <a:custGeom>
                  <a:avLst/>
                  <a:gdLst/>
                  <a:ahLst/>
                  <a:cxnLst/>
                  <a:rect l="l" t="t" r="r" b="b"/>
                  <a:pathLst>
                    <a:path w="1152" h="1152" extrusionOk="0">
                      <a:moveTo>
                        <a:pt x="866" y="1"/>
                      </a:moveTo>
                      <a:lnTo>
                        <a:pt x="1" y="875"/>
                      </a:lnTo>
                      <a:lnTo>
                        <a:pt x="277" y="1152"/>
                      </a:lnTo>
                      <a:lnTo>
                        <a:pt x="1152" y="277"/>
                      </a:lnTo>
                      <a:lnTo>
                        <a:pt x="8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9"/>
                <p:cNvSpPr/>
                <p:nvPr/>
              </p:nvSpPr>
              <p:spPr>
                <a:xfrm>
                  <a:off x="6189584" y="980164"/>
                  <a:ext cx="38915" cy="35169"/>
                </a:xfrm>
                <a:custGeom>
                  <a:avLst/>
                  <a:gdLst/>
                  <a:ahLst/>
                  <a:cxnLst/>
                  <a:rect l="l" t="t" r="r" b="b"/>
                  <a:pathLst>
                    <a:path w="1205" h="1089" extrusionOk="0">
                      <a:moveTo>
                        <a:pt x="946" y="0"/>
                      </a:moveTo>
                      <a:lnTo>
                        <a:pt x="0" y="794"/>
                      </a:lnTo>
                      <a:lnTo>
                        <a:pt x="259" y="1089"/>
                      </a:lnTo>
                      <a:lnTo>
                        <a:pt x="1205" y="304"/>
                      </a:lnTo>
                      <a:lnTo>
                        <a:pt x="94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9"/>
                <p:cNvSpPr/>
                <p:nvPr/>
              </p:nvSpPr>
              <p:spPr>
                <a:xfrm>
                  <a:off x="5723394" y="1371396"/>
                  <a:ext cx="38657" cy="35492"/>
                </a:xfrm>
                <a:custGeom>
                  <a:avLst/>
                  <a:gdLst/>
                  <a:ahLst/>
                  <a:cxnLst/>
                  <a:rect l="l" t="t" r="r" b="b"/>
                  <a:pathLst>
                    <a:path w="1197" h="1099" extrusionOk="0">
                      <a:moveTo>
                        <a:pt x="947" y="1"/>
                      </a:moveTo>
                      <a:lnTo>
                        <a:pt x="1" y="795"/>
                      </a:lnTo>
                      <a:lnTo>
                        <a:pt x="251" y="1098"/>
                      </a:lnTo>
                      <a:lnTo>
                        <a:pt x="1196" y="304"/>
                      </a:lnTo>
                      <a:lnTo>
                        <a:pt x="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9"/>
                <p:cNvSpPr/>
                <p:nvPr/>
              </p:nvSpPr>
              <p:spPr>
                <a:xfrm>
                  <a:off x="6205118" y="1002351"/>
                  <a:ext cx="40078" cy="33167"/>
                </a:xfrm>
                <a:custGeom>
                  <a:avLst/>
                  <a:gdLst/>
                  <a:ahLst/>
                  <a:cxnLst/>
                  <a:rect l="l" t="t" r="r" b="b"/>
                  <a:pathLst>
                    <a:path w="1241" h="1027" extrusionOk="0">
                      <a:moveTo>
                        <a:pt x="1018" y="0"/>
                      </a:moveTo>
                      <a:lnTo>
                        <a:pt x="1" y="705"/>
                      </a:lnTo>
                      <a:lnTo>
                        <a:pt x="233" y="1026"/>
                      </a:lnTo>
                      <a:lnTo>
                        <a:pt x="1241" y="321"/>
                      </a:lnTo>
                      <a:lnTo>
                        <a:pt x="10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9"/>
                <p:cNvSpPr/>
                <p:nvPr/>
              </p:nvSpPr>
              <p:spPr>
                <a:xfrm>
                  <a:off x="5706697" y="1351534"/>
                  <a:ext cx="39787" cy="33167"/>
                </a:xfrm>
                <a:custGeom>
                  <a:avLst/>
                  <a:gdLst/>
                  <a:ahLst/>
                  <a:cxnLst/>
                  <a:rect l="l" t="t" r="r" b="b"/>
                  <a:pathLst>
                    <a:path w="1232" h="1027" extrusionOk="0">
                      <a:moveTo>
                        <a:pt x="1009" y="0"/>
                      </a:moveTo>
                      <a:lnTo>
                        <a:pt x="1" y="705"/>
                      </a:lnTo>
                      <a:lnTo>
                        <a:pt x="224" y="1026"/>
                      </a:lnTo>
                      <a:lnTo>
                        <a:pt x="1232" y="322"/>
                      </a:lnTo>
                      <a:lnTo>
                        <a:pt x="10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9"/>
                <p:cNvSpPr/>
                <p:nvPr/>
              </p:nvSpPr>
              <p:spPr>
                <a:xfrm>
                  <a:off x="6218973" y="1025668"/>
                  <a:ext cx="40918" cy="31165"/>
                </a:xfrm>
                <a:custGeom>
                  <a:avLst/>
                  <a:gdLst/>
                  <a:ahLst/>
                  <a:cxnLst/>
                  <a:rect l="l" t="t" r="r" b="b"/>
                  <a:pathLst>
                    <a:path w="1267" h="965" extrusionOk="0">
                      <a:moveTo>
                        <a:pt x="1071" y="1"/>
                      </a:moveTo>
                      <a:lnTo>
                        <a:pt x="0" y="616"/>
                      </a:lnTo>
                      <a:lnTo>
                        <a:pt x="196" y="964"/>
                      </a:lnTo>
                      <a:lnTo>
                        <a:pt x="1267" y="349"/>
                      </a:lnTo>
                      <a:lnTo>
                        <a:pt x="10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9"/>
                <p:cNvSpPr/>
                <p:nvPr/>
              </p:nvSpPr>
              <p:spPr>
                <a:xfrm>
                  <a:off x="5691712" y="1330219"/>
                  <a:ext cx="40950" cy="30842"/>
                </a:xfrm>
                <a:custGeom>
                  <a:avLst/>
                  <a:gdLst/>
                  <a:ahLst/>
                  <a:cxnLst/>
                  <a:rect l="l" t="t" r="r" b="b"/>
                  <a:pathLst>
                    <a:path w="1268" h="955" extrusionOk="0">
                      <a:moveTo>
                        <a:pt x="1071" y="0"/>
                      </a:moveTo>
                      <a:lnTo>
                        <a:pt x="1" y="616"/>
                      </a:lnTo>
                      <a:lnTo>
                        <a:pt x="197" y="955"/>
                      </a:lnTo>
                      <a:lnTo>
                        <a:pt x="1267" y="339"/>
                      </a:lnTo>
                      <a:lnTo>
                        <a:pt x="10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9"/>
                <p:cNvSpPr/>
                <p:nvPr/>
              </p:nvSpPr>
              <p:spPr>
                <a:xfrm>
                  <a:off x="6231052" y="1050730"/>
                  <a:ext cx="41531" cy="28290"/>
                </a:xfrm>
                <a:custGeom>
                  <a:avLst/>
                  <a:gdLst/>
                  <a:ahLst/>
                  <a:cxnLst/>
                  <a:rect l="l" t="t" r="r" b="b"/>
                  <a:pathLst>
                    <a:path w="1286" h="876" extrusionOk="0">
                      <a:moveTo>
                        <a:pt x="1116" y="1"/>
                      </a:moveTo>
                      <a:lnTo>
                        <a:pt x="1" y="518"/>
                      </a:lnTo>
                      <a:lnTo>
                        <a:pt x="161" y="875"/>
                      </a:lnTo>
                      <a:lnTo>
                        <a:pt x="1286" y="358"/>
                      </a:lnTo>
                      <a:lnTo>
                        <a:pt x="11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9"/>
                <p:cNvSpPr/>
                <p:nvPr/>
              </p:nvSpPr>
              <p:spPr>
                <a:xfrm>
                  <a:off x="5679343" y="1308031"/>
                  <a:ext cx="41499" cy="28258"/>
                </a:xfrm>
                <a:custGeom>
                  <a:avLst/>
                  <a:gdLst/>
                  <a:ahLst/>
                  <a:cxnLst/>
                  <a:rect l="l" t="t" r="r" b="b"/>
                  <a:pathLst>
                    <a:path w="1285" h="875" extrusionOk="0">
                      <a:moveTo>
                        <a:pt x="1115" y="0"/>
                      </a:moveTo>
                      <a:lnTo>
                        <a:pt x="0" y="518"/>
                      </a:lnTo>
                      <a:lnTo>
                        <a:pt x="161" y="875"/>
                      </a:lnTo>
                      <a:lnTo>
                        <a:pt x="1285" y="357"/>
                      </a:lnTo>
                      <a:lnTo>
                        <a:pt x="11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9"/>
                <p:cNvSpPr/>
                <p:nvPr/>
              </p:nvSpPr>
              <p:spPr>
                <a:xfrm>
                  <a:off x="6241160" y="1076664"/>
                  <a:ext cx="41499" cy="25384"/>
                </a:xfrm>
                <a:custGeom>
                  <a:avLst/>
                  <a:gdLst/>
                  <a:ahLst/>
                  <a:cxnLst/>
                  <a:rect l="l" t="t" r="r" b="b"/>
                  <a:pathLst>
                    <a:path w="1285" h="786" extrusionOk="0">
                      <a:moveTo>
                        <a:pt x="1151" y="1"/>
                      </a:moveTo>
                      <a:lnTo>
                        <a:pt x="0" y="420"/>
                      </a:lnTo>
                      <a:lnTo>
                        <a:pt x="134" y="786"/>
                      </a:lnTo>
                      <a:lnTo>
                        <a:pt x="1285" y="366"/>
                      </a:lnTo>
                      <a:lnTo>
                        <a:pt x="11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9"/>
                <p:cNvSpPr/>
                <p:nvPr/>
              </p:nvSpPr>
              <p:spPr>
                <a:xfrm>
                  <a:off x="5668943" y="1284681"/>
                  <a:ext cx="41822" cy="25675"/>
                </a:xfrm>
                <a:custGeom>
                  <a:avLst/>
                  <a:gdLst/>
                  <a:ahLst/>
                  <a:cxnLst/>
                  <a:rect l="l" t="t" r="r" b="b"/>
                  <a:pathLst>
                    <a:path w="1295" h="795" extrusionOk="0">
                      <a:moveTo>
                        <a:pt x="1161" y="1"/>
                      </a:moveTo>
                      <a:lnTo>
                        <a:pt x="1" y="420"/>
                      </a:lnTo>
                      <a:lnTo>
                        <a:pt x="135" y="795"/>
                      </a:lnTo>
                      <a:lnTo>
                        <a:pt x="1294" y="375"/>
                      </a:lnTo>
                      <a:lnTo>
                        <a:pt x="11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9"/>
                <p:cNvSpPr/>
                <p:nvPr/>
              </p:nvSpPr>
              <p:spPr>
                <a:xfrm>
                  <a:off x="5660902" y="1261073"/>
                  <a:ext cx="41790" cy="22477"/>
                </a:xfrm>
                <a:custGeom>
                  <a:avLst/>
                  <a:gdLst/>
                  <a:ahLst/>
                  <a:cxnLst/>
                  <a:rect l="l" t="t" r="r" b="b"/>
                  <a:pathLst>
                    <a:path w="1294" h="696" extrusionOk="0">
                      <a:moveTo>
                        <a:pt x="1196" y="0"/>
                      </a:moveTo>
                      <a:lnTo>
                        <a:pt x="0" y="312"/>
                      </a:lnTo>
                      <a:lnTo>
                        <a:pt x="107" y="696"/>
                      </a:lnTo>
                      <a:lnTo>
                        <a:pt x="1294" y="375"/>
                      </a:lnTo>
                      <a:lnTo>
                        <a:pt x="11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9"/>
                <p:cNvSpPr/>
                <p:nvPr/>
              </p:nvSpPr>
              <p:spPr>
                <a:xfrm>
                  <a:off x="5655411" y="1236561"/>
                  <a:ext cx="41531" cy="19345"/>
                </a:xfrm>
                <a:custGeom>
                  <a:avLst/>
                  <a:gdLst/>
                  <a:ahLst/>
                  <a:cxnLst/>
                  <a:rect l="l" t="t" r="r" b="b"/>
                  <a:pathLst>
                    <a:path w="1286" h="599" extrusionOk="0">
                      <a:moveTo>
                        <a:pt x="1214" y="1"/>
                      </a:moveTo>
                      <a:lnTo>
                        <a:pt x="1" y="215"/>
                      </a:lnTo>
                      <a:lnTo>
                        <a:pt x="72" y="599"/>
                      </a:lnTo>
                      <a:lnTo>
                        <a:pt x="1285" y="384"/>
                      </a:lnTo>
                      <a:lnTo>
                        <a:pt x="12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9"/>
                <p:cNvSpPr/>
                <p:nvPr/>
              </p:nvSpPr>
              <p:spPr>
                <a:xfrm>
                  <a:off x="5655411" y="1130824"/>
                  <a:ext cx="41531" cy="19345"/>
                </a:xfrm>
                <a:custGeom>
                  <a:avLst/>
                  <a:gdLst/>
                  <a:ahLst/>
                  <a:cxnLst/>
                  <a:rect l="l" t="t" r="r" b="b"/>
                  <a:pathLst>
                    <a:path w="1286" h="599" extrusionOk="0">
                      <a:moveTo>
                        <a:pt x="72" y="1"/>
                      </a:moveTo>
                      <a:lnTo>
                        <a:pt x="1" y="393"/>
                      </a:lnTo>
                      <a:lnTo>
                        <a:pt x="1214" y="599"/>
                      </a:lnTo>
                      <a:lnTo>
                        <a:pt x="1285" y="215"/>
                      </a:lnTo>
                      <a:lnTo>
                        <a:pt x="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9"/>
                <p:cNvSpPr/>
                <p:nvPr/>
              </p:nvSpPr>
              <p:spPr>
                <a:xfrm>
                  <a:off x="6248911" y="1261073"/>
                  <a:ext cx="41822" cy="22477"/>
                </a:xfrm>
                <a:custGeom>
                  <a:avLst/>
                  <a:gdLst/>
                  <a:ahLst/>
                  <a:cxnLst/>
                  <a:rect l="l" t="t" r="r" b="b"/>
                  <a:pathLst>
                    <a:path w="1295" h="696" extrusionOk="0">
                      <a:moveTo>
                        <a:pt x="108" y="0"/>
                      </a:moveTo>
                      <a:lnTo>
                        <a:pt x="1" y="375"/>
                      </a:lnTo>
                      <a:lnTo>
                        <a:pt x="1196" y="696"/>
                      </a:lnTo>
                      <a:lnTo>
                        <a:pt x="1295" y="312"/>
                      </a:lnTo>
                      <a:lnTo>
                        <a:pt x="1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9"/>
                <p:cNvSpPr/>
                <p:nvPr/>
              </p:nvSpPr>
              <p:spPr>
                <a:xfrm>
                  <a:off x="5660902" y="1103469"/>
                  <a:ext cx="41790" cy="22510"/>
                </a:xfrm>
                <a:custGeom>
                  <a:avLst/>
                  <a:gdLst/>
                  <a:ahLst/>
                  <a:cxnLst/>
                  <a:rect l="l" t="t" r="r" b="b"/>
                  <a:pathLst>
                    <a:path w="1294" h="697" extrusionOk="0">
                      <a:moveTo>
                        <a:pt x="107" y="0"/>
                      </a:moveTo>
                      <a:lnTo>
                        <a:pt x="0" y="375"/>
                      </a:lnTo>
                      <a:lnTo>
                        <a:pt x="1196" y="696"/>
                      </a:lnTo>
                      <a:lnTo>
                        <a:pt x="1294" y="313"/>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9"/>
                <p:cNvSpPr/>
                <p:nvPr/>
              </p:nvSpPr>
              <p:spPr>
                <a:xfrm>
                  <a:off x="6241160" y="1284681"/>
                  <a:ext cx="41499" cy="25675"/>
                </a:xfrm>
                <a:custGeom>
                  <a:avLst/>
                  <a:gdLst/>
                  <a:ahLst/>
                  <a:cxnLst/>
                  <a:rect l="l" t="t" r="r" b="b"/>
                  <a:pathLst>
                    <a:path w="1285" h="795" extrusionOk="0">
                      <a:moveTo>
                        <a:pt x="134" y="1"/>
                      </a:moveTo>
                      <a:lnTo>
                        <a:pt x="0" y="375"/>
                      </a:lnTo>
                      <a:lnTo>
                        <a:pt x="1151" y="795"/>
                      </a:lnTo>
                      <a:lnTo>
                        <a:pt x="1285" y="420"/>
                      </a:ln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9"/>
                <p:cNvSpPr/>
                <p:nvPr/>
              </p:nvSpPr>
              <p:spPr>
                <a:xfrm>
                  <a:off x="6231052" y="1308031"/>
                  <a:ext cx="41531" cy="28258"/>
                </a:xfrm>
                <a:custGeom>
                  <a:avLst/>
                  <a:gdLst/>
                  <a:ahLst/>
                  <a:cxnLst/>
                  <a:rect l="l" t="t" r="r" b="b"/>
                  <a:pathLst>
                    <a:path w="1286" h="875" extrusionOk="0">
                      <a:moveTo>
                        <a:pt x="161" y="0"/>
                      </a:moveTo>
                      <a:lnTo>
                        <a:pt x="1" y="357"/>
                      </a:lnTo>
                      <a:lnTo>
                        <a:pt x="1116" y="875"/>
                      </a:lnTo>
                      <a:lnTo>
                        <a:pt x="1286" y="518"/>
                      </a:lnTo>
                      <a:lnTo>
                        <a:pt x="1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9"/>
                <p:cNvSpPr/>
                <p:nvPr/>
              </p:nvSpPr>
              <p:spPr>
                <a:xfrm>
                  <a:off x="6218973" y="1330219"/>
                  <a:ext cx="40918" cy="30842"/>
                </a:xfrm>
                <a:custGeom>
                  <a:avLst/>
                  <a:gdLst/>
                  <a:ahLst/>
                  <a:cxnLst/>
                  <a:rect l="l" t="t" r="r" b="b"/>
                  <a:pathLst>
                    <a:path w="1267" h="955" extrusionOk="0">
                      <a:moveTo>
                        <a:pt x="196" y="0"/>
                      </a:moveTo>
                      <a:lnTo>
                        <a:pt x="0" y="339"/>
                      </a:lnTo>
                      <a:lnTo>
                        <a:pt x="1071" y="955"/>
                      </a:lnTo>
                      <a:lnTo>
                        <a:pt x="1267" y="616"/>
                      </a:lnTo>
                      <a:lnTo>
                        <a:pt x="1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9"/>
                <p:cNvSpPr/>
                <p:nvPr/>
              </p:nvSpPr>
              <p:spPr>
                <a:xfrm>
                  <a:off x="6205118" y="1351534"/>
                  <a:ext cx="40078" cy="33167"/>
                </a:xfrm>
                <a:custGeom>
                  <a:avLst/>
                  <a:gdLst/>
                  <a:ahLst/>
                  <a:cxnLst/>
                  <a:rect l="l" t="t" r="r" b="b"/>
                  <a:pathLst>
                    <a:path w="1241" h="1027" extrusionOk="0">
                      <a:moveTo>
                        <a:pt x="233" y="0"/>
                      </a:moveTo>
                      <a:lnTo>
                        <a:pt x="1" y="322"/>
                      </a:lnTo>
                      <a:lnTo>
                        <a:pt x="1018" y="1026"/>
                      </a:lnTo>
                      <a:lnTo>
                        <a:pt x="1241" y="705"/>
                      </a:lnTo>
                      <a:lnTo>
                        <a:pt x="2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9"/>
                <p:cNvSpPr/>
                <p:nvPr/>
              </p:nvSpPr>
              <p:spPr>
                <a:xfrm>
                  <a:off x="6189584" y="1371396"/>
                  <a:ext cx="38915" cy="35492"/>
                </a:xfrm>
                <a:custGeom>
                  <a:avLst/>
                  <a:gdLst/>
                  <a:ahLst/>
                  <a:cxnLst/>
                  <a:rect l="l" t="t" r="r" b="b"/>
                  <a:pathLst>
                    <a:path w="1205" h="1099" extrusionOk="0">
                      <a:moveTo>
                        <a:pt x="259" y="1"/>
                      </a:moveTo>
                      <a:lnTo>
                        <a:pt x="0" y="304"/>
                      </a:lnTo>
                      <a:lnTo>
                        <a:pt x="946" y="1098"/>
                      </a:lnTo>
                      <a:lnTo>
                        <a:pt x="1205" y="795"/>
                      </a:lnTo>
                      <a:lnTo>
                        <a:pt x="25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9"/>
                <p:cNvSpPr/>
                <p:nvPr/>
              </p:nvSpPr>
              <p:spPr>
                <a:xfrm>
                  <a:off x="6172564" y="1390127"/>
                  <a:ext cx="37204" cy="37204"/>
                </a:xfrm>
                <a:custGeom>
                  <a:avLst/>
                  <a:gdLst/>
                  <a:ahLst/>
                  <a:cxnLst/>
                  <a:rect l="l" t="t" r="r" b="b"/>
                  <a:pathLst>
                    <a:path w="1152" h="1152" extrusionOk="0">
                      <a:moveTo>
                        <a:pt x="277" y="1"/>
                      </a:moveTo>
                      <a:lnTo>
                        <a:pt x="1" y="277"/>
                      </a:lnTo>
                      <a:lnTo>
                        <a:pt x="866" y="1152"/>
                      </a:lnTo>
                      <a:lnTo>
                        <a:pt x="1152" y="875"/>
                      </a:lnTo>
                      <a:lnTo>
                        <a:pt x="2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9"/>
                <p:cNvSpPr/>
                <p:nvPr/>
              </p:nvSpPr>
              <p:spPr>
                <a:xfrm>
                  <a:off x="6153865" y="1407438"/>
                  <a:ext cx="35460" cy="38625"/>
                </a:xfrm>
                <a:custGeom>
                  <a:avLst/>
                  <a:gdLst/>
                  <a:ahLst/>
                  <a:cxnLst/>
                  <a:rect l="l" t="t" r="r" b="b"/>
                  <a:pathLst>
                    <a:path w="1098" h="1196" extrusionOk="0">
                      <a:moveTo>
                        <a:pt x="303" y="0"/>
                      </a:moveTo>
                      <a:lnTo>
                        <a:pt x="0" y="250"/>
                      </a:lnTo>
                      <a:lnTo>
                        <a:pt x="794" y="1195"/>
                      </a:lnTo>
                      <a:lnTo>
                        <a:pt x="1097" y="937"/>
                      </a:lnTo>
                      <a:lnTo>
                        <a:pt x="3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9"/>
                <p:cNvSpPr/>
                <p:nvPr/>
              </p:nvSpPr>
              <p:spPr>
                <a:xfrm>
                  <a:off x="6133970" y="1422682"/>
                  <a:ext cx="33167" cy="40078"/>
                </a:xfrm>
                <a:custGeom>
                  <a:avLst/>
                  <a:gdLst/>
                  <a:ahLst/>
                  <a:cxnLst/>
                  <a:rect l="l" t="t" r="r" b="b"/>
                  <a:pathLst>
                    <a:path w="1027" h="1241" extrusionOk="0">
                      <a:moveTo>
                        <a:pt x="322" y="1"/>
                      </a:moveTo>
                      <a:lnTo>
                        <a:pt x="0" y="233"/>
                      </a:lnTo>
                      <a:lnTo>
                        <a:pt x="705" y="1241"/>
                      </a:lnTo>
                      <a:lnTo>
                        <a:pt x="1026" y="1018"/>
                      </a:lnTo>
                      <a:lnTo>
                        <a:pt x="3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9"/>
                <p:cNvSpPr/>
                <p:nvPr/>
              </p:nvSpPr>
              <p:spPr>
                <a:xfrm>
                  <a:off x="6112655" y="1436537"/>
                  <a:ext cx="30842" cy="40918"/>
                </a:xfrm>
                <a:custGeom>
                  <a:avLst/>
                  <a:gdLst/>
                  <a:ahLst/>
                  <a:cxnLst/>
                  <a:rect l="l" t="t" r="r" b="b"/>
                  <a:pathLst>
                    <a:path w="955" h="1267" extrusionOk="0">
                      <a:moveTo>
                        <a:pt x="339" y="0"/>
                      </a:moveTo>
                      <a:lnTo>
                        <a:pt x="0" y="196"/>
                      </a:lnTo>
                      <a:lnTo>
                        <a:pt x="616" y="1267"/>
                      </a:lnTo>
                      <a:lnTo>
                        <a:pt x="955" y="1071"/>
                      </a:lnTo>
                      <a:lnTo>
                        <a:pt x="3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51"/>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Did you like the resources on this template? Get them for free at our other websites:</a:t>
            </a:r>
            <a:endParaRPr>
              <a:solidFill>
                <a:schemeClr val="dk1"/>
              </a:solidFill>
            </a:endParaRPr>
          </a:p>
          <a:p>
            <a:pPr marL="0" lvl="0" indent="0" algn="l" rtl="0">
              <a:spcBef>
                <a:spcPts val="1000"/>
              </a:spcBef>
              <a:spcAft>
                <a:spcPts val="0"/>
              </a:spcAft>
              <a:buNone/>
            </a:pPr>
            <a:r>
              <a:rPr lang="en" sz="2000">
                <a:solidFill>
                  <a:schemeClr val="dk1"/>
                </a:solidFill>
                <a:latin typeface="Space Mono"/>
                <a:ea typeface="Space Mono"/>
                <a:cs typeface="Space Mono"/>
                <a:sym typeface="Space Mono"/>
              </a:rPr>
              <a:t>PHOTOS</a:t>
            </a:r>
            <a:endParaRPr sz="2000">
              <a:solidFill>
                <a:schemeClr val="dk1"/>
              </a:solidFill>
              <a:latin typeface="Bebas Neue"/>
              <a:ea typeface="Bebas Neue"/>
              <a:cs typeface="Bebas Neue"/>
              <a:sym typeface="Bebas Neue"/>
            </a:endParaRPr>
          </a:p>
          <a:p>
            <a:pPr marL="457200" lvl="0" indent="-304800" algn="l" rtl="0">
              <a:spcBef>
                <a:spcPts val="0"/>
              </a:spcBef>
              <a:spcAft>
                <a:spcPts val="0"/>
              </a:spcAft>
              <a:buSzPts val="1200"/>
              <a:buChar char="●"/>
            </a:pPr>
            <a:r>
              <a:rPr lang="en" u="sng">
                <a:solidFill>
                  <a:schemeClr val="dk1"/>
                </a:solidFill>
                <a:hlinkClick r:id="rId3">
                  <a:extLst>
                    <a:ext uri="{A12FA001-AC4F-418D-AE19-62706E023703}">
                      <ahyp:hlinkClr xmlns:ahyp="http://schemas.microsoft.com/office/drawing/2018/hyperlinkcolor" val="tx"/>
                    </a:ext>
                  </a:extLst>
                </a:hlinkClick>
              </a:rPr>
              <a:t>Mechanical female changing car wheels</a:t>
            </a:r>
            <a:endParaRPr>
              <a:solidFill>
                <a:schemeClr val="dk1"/>
              </a:solidFill>
            </a:endParaRPr>
          </a:p>
          <a:p>
            <a:pPr marL="457200" lvl="0" indent="-304800" algn="l" rtl="0">
              <a:spcBef>
                <a:spcPts val="0"/>
              </a:spcBef>
              <a:spcAft>
                <a:spcPts val="0"/>
              </a:spcAft>
              <a:buSzPts val="1200"/>
              <a:buChar char="●"/>
            </a:pPr>
            <a:r>
              <a:rPr lang="en" u="sng">
                <a:solidFill>
                  <a:schemeClr val="dk1"/>
                </a:solidFill>
                <a:hlinkClick r:id="rId4">
                  <a:extLst>
                    <a:ext uri="{A12FA001-AC4F-418D-AE19-62706E023703}">
                      <ahyp:hlinkClr xmlns:ahyp="http://schemas.microsoft.com/office/drawing/2018/hyperlinkcolor" val="tx"/>
                    </a:ext>
                  </a:extLst>
                </a:hlinkClick>
              </a:rPr>
              <a:t>Bike creation in workshop</a:t>
            </a:r>
            <a:endParaRPr>
              <a:solidFill>
                <a:schemeClr val="dk1"/>
              </a:solidFill>
            </a:endParaRPr>
          </a:p>
          <a:p>
            <a:pPr marL="457200" lvl="0" indent="-304800" algn="l" rtl="0">
              <a:spcBef>
                <a:spcPts val="0"/>
              </a:spcBef>
              <a:spcAft>
                <a:spcPts val="0"/>
              </a:spcAft>
              <a:buSzPts val="1200"/>
              <a:buChar char="●"/>
            </a:pPr>
            <a:r>
              <a:rPr lang="en" u="sng">
                <a:solidFill>
                  <a:schemeClr val="dk1"/>
                </a:solidFill>
                <a:hlinkClick r:id="rId5">
                  <a:extLst>
                    <a:ext uri="{A12FA001-AC4F-418D-AE19-62706E023703}">
                      <ahyp:hlinkClr xmlns:ahyp="http://schemas.microsoft.com/office/drawing/2018/hyperlinkcolor" val="tx"/>
                    </a:ext>
                  </a:extLst>
                </a:hlinkClick>
              </a:rPr>
              <a:t>Different car accessories composition</a:t>
            </a:r>
            <a:endParaRPr sz="1100">
              <a:solidFill>
                <a:schemeClr val="dk1"/>
              </a:solidFill>
            </a:endParaRPr>
          </a:p>
          <a:p>
            <a:pPr marL="0" lvl="0" indent="0" algn="l" rtl="0">
              <a:spcBef>
                <a:spcPts val="1000"/>
              </a:spcBef>
              <a:spcAft>
                <a:spcPts val="0"/>
              </a:spcAft>
              <a:buNone/>
            </a:pPr>
            <a:r>
              <a:rPr lang="en" sz="2000">
                <a:solidFill>
                  <a:schemeClr val="dk1"/>
                </a:solidFill>
                <a:latin typeface="Space Mono"/>
                <a:ea typeface="Space Mono"/>
                <a:cs typeface="Space Mono"/>
                <a:sym typeface="Space Mono"/>
              </a:rPr>
              <a:t>VECTORS</a:t>
            </a:r>
            <a:endParaRPr sz="2000">
              <a:solidFill>
                <a:schemeClr val="dk1"/>
              </a:solidFill>
              <a:latin typeface="Bebas Neue"/>
              <a:ea typeface="Bebas Neue"/>
              <a:cs typeface="Bebas Neue"/>
              <a:sym typeface="Bebas Neue"/>
            </a:endParaRPr>
          </a:p>
          <a:p>
            <a:pPr marL="457200" lvl="0" indent="-304800" algn="l" rtl="0">
              <a:spcBef>
                <a:spcPts val="0"/>
              </a:spcBef>
              <a:spcAft>
                <a:spcPts val="0"/>
              </a:spcAft>
              <a:buSzPts val="1200"/>
              <a:buChar char="●"/>
            </a:pPr>
            <a:r>
              <a:rPr lang="en" u="sng">
                <a:solidFill>
                  <a:schemeClr val="dk1"/>
                </a:solidFill>
                <a:hlinkClick r:id="rId6">
                  <a:extLst>
                    <a:ext uri="{A12FA001-AC4F-418D-AE19-62706E023703}">
                      <ahyp:hlinkClr xmlns:ahyp="http://schemas.microsoft.com/office/drawing/2018/hyperlinkcolor" val="tx"/>
                    </a:ext>
                  </a:extLst>
                </a:hlinkClick>
              </a:rPr>
              <a:t>White technology background</a:t>
            </a:r>
            <a:endParaRPr>
              <a:solidFill>
                <a:schemeClr val="dk1"/>
              </a:solidFill>
            </a:endParaRPr>
          </a:p>
        </p:txBody>
      </p:sp>
      <p:sp>
        <p:nvSpPr>
          <p:cNvPr id="1213" name="Google Shape;1213;p51"/>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RESOURCES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263"/>
        <p:cNvGrpSpPr/>
        <p:nvPr/>
      </p:nvGrpSpPr>
      <p:grpSpPr>
        <a:xfrm>
          <a:off x="0" y="0"/>
          <a:ext cx="0" cy="0"/>
          <a:chOff x="0" y="0"/>
          <a:chExt cx="0" cy="0"/>
        </a:xfrm>
      </p:grpSpPr>
      <p:grpSp>
        <p:nvGrpSpPr>
          <p:cNvPr id="1264" name="Google Shape;1264;p56"/>
          <p:cNvGrpSpPr/>
          <p:nvPr/>
        </p:nvGrpSpPr>
        <p:grpSpPr>
          <a:xfrm>
            <a:off x="5048544" y="3019584"/>
            <a:ext cx="442841" cy="514271"/>
            <a:chOff x="4727025" y="1332775"/>
            <a:chExt cx="59900" cy="69625"/>
          </a:xfrm>
        </p:grpSpPr>
        <p:sp>
          <p:nvSpPr>
            <p:cNvPr id="1265" name="Google Shape;1265;p56"/>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6"/>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7" name="Google Shape;1267;p56"/>
          <p:cNvGrpSpPr/>
          <p:nvPr/>
        </p:nvGrpSpPr>
        <p:grpSpPr>
          <a:xfrm>
            <a:off x="5723860" y="2267072"/>
            <a:ext cx="500909" cy="500899"/>
            <a:chOff x="4820425" y="1329900"/>
            <a:chExt cx="70175" cy="70350"/>
          </a:xfrm>
        </p:grpSpPr>
        <p:sp>
          <p:nvSpPr>
            <p:cNvPr id="1268" name="Google Shape;1268;p56"/>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6"/>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6"/>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56"/>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 name="Google Shape;1272;p56"/>
          <p:cNvGrpSpPr/>
          <p:nvPr/>
        </p:nvGrpSpPr>
        <p:grpSpPr>
          <a:xfrm>
            <a:off x="6376484" y="2278862"/>
            <a:ext cx="538135" cy="493119"/>
            <a:chOff x="4903200" y="1331525"/>
            <a:chExt cx="73575" cy="67425"/>
          </a:xfrm>
        </p:grpSpPr>
        <p:sp>
          <p:nvSpPr>
            <p:cNvPr id="1273" name="Google Shape;1273;p56"/>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74" name="Google Shape;1274;p56"/>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56"/>
          <p:cNvGrpSpPr/>
          <p:nvPr/>
        </p:nvGrpSpPr>
        <p:grpSpPr>
          <a:xfrm>
            <a:off x="5636435" y="3020840"/>
            <a:ext cx="544563" cy="511895"/>
            <a:chOff x="4815575" y="1416800"/>
            <a:chExt cx="73750" cy="71400"/>
          </a:xfrm>
        </p:grpSpPr>
        <p:sp>
          <p:nvSpPr>
            <p:cNvPr id="1276" name="Google Shape;1276;p56"/>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6"/>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6"/>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9" name="Google Shape;1279;p56"/>
          <p:cNvGrpSpPr/>
          <p:nvPr/>
        </p:nvGrpSpPr>
        <p:grpSpPr>
          <a:xfrm>
            <a:off x="6333060" y="3020546"/>
            <a:ext cx="602914" cy="512477"/>
            <a:chOff x="4902475" y="1418875"/>
            <a:chExt cx="74500" cy="63775"/>
          </a:xfrm>
        </p:grpSpPr>
        <p:sp>
          <p:nvSpPr>
            <p:cNvPr id="1280" name="Google Shape;1280;p56"/>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6"/>
            <p:cNvSpPr/>
            <p:nvPr/>
          </p:nvSpPr>
          <p:spPr>
            <a:xfrm>
              <a:off x="4916811"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2" name="Google Shape;1282;p56"/>
          <p:cNvGrpSpPr/>
          <p:nvPr/>
        </p:nvGrpSpPr>
        <p:grpSpPr>
          <a:xfrm>
            <a:off x="5748932" y="3759785"/>
            <a:ext cx="515391" cy="525699"/>
            <a:chOff x="4818100" y="1507675"/>
            <a:chExt cx="71225" cy="71625"/>
          </a:xfrm>
        </p:grpSpPr>
        <p:sp>
          <p:nvSpPr>
            <p:cNvPr id="1283" name="Google Shape;1283;p56"/>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6"/>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6"/>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6"/>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7" name="Google Shape;1287;p56"/>
          <p:cNvGrpSpPr/>
          <p:nvPr/>
        </p:nvGrpSpPr>
        <p:grpSpPr>
          <a:xfrm>
            <a:off x="5087034" y="3781317"/>
            <a:ext cx="522956" cy="489869"/>
            <a:chOff x="4721450" y="1509475"/>
            <a:chExt cx="79350" cy="74325"/>
          </a:xfrm>
        </p:grpSpPr>
        <p:sp>
          <p:nvSpPr>
            <p:cNvPr id="1288" name="Google Shape;1288;p56"/>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6"/>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56"/>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56"/>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2" name="Google Shape;1292;p56"/>
          <p:cNvGrpSpPr/>
          <p:nvPr/>
        </p:nvGrpSpPr>
        <p:grpSpPr>
          <a:xfrm>
            <a:off x="6410277" y="3761069"/>
            <a:ext cx="525704" cy="535436"/>
            <a:chOff x="4906800" y="1507500"/>
            <a:chExt cx="70350" cy="71075"/>
          </a:xfrm>
        </p:grpSpPr>
        <p:sp>
          <p:nvSpPr>
            <p:cNvPr id="1293" name="Google Shape;1293;p56"/>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56"/>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56"/>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56"/>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56"/>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56"/>
          <p:cNvGrpSpPr/>
          <p:nvPr/>
        </p:nvGrpSpPr>
        <p:grpSpPr>
          <a:xfrm>
            <a:off x="4443099" y="2267050"/>
            <a:ext cx="508054" cy="508095"/>
            <a:chOff x="3736598" y="2170606"/>
            <a:chExt cx="404889" cy="404889"/>
          </a:xfrm>
        </p:grpSpPr>
        <p:sp>
          <p:nvSpPr>
            <p:cNvPr id="1299" name="Google Shape;1299;p56"/>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56"/>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56"/>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56"/>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56"/>
          <p:cNvGrpSpPr/>
          <p:nvPr/>
        </p:nvGrpSpPr>
        <p:grpSpPr>
          <a:xfrm>
            <a:off x="3731139" y="2267145"/>
            <a:ext cx="575790" cy="507904"/>
            <a:chOff x="3161917" y="2170682"/>
            <a:chExt cx="458870" cy="404737"/>
          </a:xfrm>
        </p:grpSpPr>
        <p:sp>
          <p:nvSpPr>
            <p:cNvPr id="1304" name="Google Shape;1304;p56"/>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05" name="Google Shape;1305;p56"/>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6"/>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7" name="Google Shape;1307;p56"/>
          <p:cNvGrpSpPr/>
          <p:nvPr/>
        </p:nvGrpSpPr>
        <p:grpSpPr>
          <a:xfrm>
            <a:off x="3758669" y="3027517"/>
            <a:ext cx="520730" cy="498567"/>
            <a:chOff x="3179914" y="2889488"/>
            <a:chExt cx="422876" cy="404911"/>
          </a:xfrm>
        </p:grpSpPr>
        <p:sp>
          <p:nvSpPr>
            <p:cNvPr id="1308" name="Google Shape;1308;p56"/>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56"/>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56"/>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56"/>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56"/>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56"/>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4" name="Google Shape;1314;p56"/>
          <p:cNvGrpSpPr/>
          <p:nvPr/>
        </p:nvGrpSpPr>
        <p:grpSpPr>
          <a:xfrm>
            <a:off x="4387349" y="3027477"/>
            <a:ext cx="516145" cy="498648"/>
            <a:chOff x="3729467" y="2889422"/>
            <a:chExt cx="419153" cy="404977"/>
          </a:xfrm>
        </p:grpSpPr>
        <p:sp>
          <p:nvSpPr>
            <p:cNvPr id="1315" name="Google Shape;1315;p56"/>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56"/>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56"/>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56"/>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56"/>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56"/>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56"/>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2" name="Google Shape;1322;p56"/>
          <p:cNvSpPr/>
          <p:nvPr/>
        </p:nvSpPr>
        <p:spPr>
          <a:xfrm>
            <a:off x="7405574" y="2274472"/>
            <a:ext cx="185410" cy="94006"/>
          </a:xfrm>
          <a:custGeom>
            <a:avLst/>
            <a:gdLst/>
            <a:ahLst/>
            <a:cxnLst/>
            <a:rect l="l" t="t" r="r" b="b"/>
            <a:pathLst>
              <a:path w="3045" h="1544" extrusionOk="0">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56"/>
          <p:cNvSpPr/>
          <p:nvPr/>
        </p:nvSpPr>
        <p:spPr>
          <a:xfrm>
            <a:off x="7105028" y="2256875"/>
            <a:ext cx="171771" cy="129198"/>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6"/>
          <p:cNvSpPr/>
          <p:nvPr/>
        </p:nvSpPr>
        <p:spPr>
          <a:xfrm>
            <a:off x="7727317" y="2263329"/>
            <a:ext cx="167813" cy="116777"/>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6"/>
          <p:cNvSpPr/>
          <p:nvPr/>
        </p:nvSpPr>
        <p:spPr>
          <a:xfrm>
            <a:off x="8022022" y="2256875"/>
            <a:ext cx="163855" cy="129198"/>
          </a:xfrm>
          <a:custGeom>
            <a:avLst/>
            <a:gdLst/>
            <a:ahLst/>
            <a:cxnLst/>
            <a:rect l="l" t="t" r="r" b="b"/>
            <a:pathLst>
              <a:path w="2691" h="2122" extrusionOk="0">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6" name="Google Shape;1326;p56"/>
          <p:cNvGrpSpPr/>
          <p:nvPr/>
        </p:nvGrpSpPr>
        <p:grpSpPr>
          <a:xfrm>
            <a:off x="7107677" y="2474362"/>
            <a:ext cx="166473" cy="141497"/>
            <a:chOff x="4660325" y="1866850"/>
            <a:chExt cx="68350" cy="58100"/>
          </a:xfrm>
        </p:grpSpPr>
        <p:sp>
          <p:nvSpPr>
            <p:cNvPr id="1327" name="Google Shape;1327;p56"/>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56"/>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9" name="Google Shape;1329;p56"/>
          <p:cNvGrpSpPr/>
          <p:nvPr/>
        </p:nvGrpSpPr>
        <p:grpSpPr>
          <a:xfrm>
            <a:off x="7417022" y="2500086"/>
            <a:ext cx="162515" cy="90049"/>
            <a:chOff x="4791775" y="1877500"/>
            <a:chExt cx="66725" cy="36975"/>
          </a:xfrm>
        </p:grpSpPr>
        <p:sp>
          <p:nvSpPr>
            <p:cNvPr id="1330" name="Google Shape;1330;p56"/>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6"/>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2" name="Google Shape;1332;p56"/>
          <p:cNvGrpSpPr/>
          <p:nvPr/>
        </p:nvGrpSpPr>
        <p:grpSpPr>
          <a:xfrm>
            <a:off x="7738734" y="2500086"/>
            <a:ext cx="144979" cy="90049"/>
            <a:chOff x="4923925" y="1877500"/>
            <a:chExt cx="59525" cy="36975"/>
          </a:xfrm>
        </p:grpSpPr>
        <p:sp>
          <p:nvSpPr>
            <p:cNvPr id="1333" name="Google Shape;1333;p56"/>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6"/>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5" name="Google Shape;1335;p56"/>
          <p:cNvGrpSpPr/>
          <p:nvPr/>
        </p:nvGrpSpPr>
        <p:grpSpPr>
          <a:xfrm>
            <a:off x="8033226" y="2482277"/>
            <a:ext cx="141447" cy="125667"/>
            <a:chOff x="5058450" y="1870100"/>
            <a:chExt cx="58075" cy="51600"/>
          </a:xfrm>
        </p:grpSpPr>
        <p:sp>
          <p:nvSpPr>
            <p:cNvPr id="1336" name="Google Shape;1336;p56"/>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56"/>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56"/>
          <p:cNvGrpSpPr/>
          <p:nvPr/>
        </p:nvGrpSpPr>
        <p:grpSpPr>
          <a:xfrm>
            <a:off x="7447741" y="2904685"/>
            <a:ext cx="101077" cy="107645"/>
            <a:chOff x="4811425" y="2065025"/>
            <a:chExt cx="41500" cy="44200"/>
          </a:xfrm>
        </p:grpSpPr>
        <p:sp>
          <p:nvSpPr>
            <p:cNvPr id="1339" name="Google Shape;1339;p56"/>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56"/>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1" name="Google Shape;1341;p56"/>
          <p:cNvGrpSpPr/>
          <p:nvPr/>
        </p:nvGrpSpPr>
        <p:grpSpPr>
          <a:xfrm>
            <a:off x="7740178" y="2904898"/>
            <a:ext cx="120867" cy="107218"/>
            <a:chOff x="4929875" y="2065025"/>
            <a:chExt cx="49625" cy="44025"/>
          </a:xfrm>
        </p:grpSpPr>
        <p:sp>
          <p:nvSpPr>
            <p:cNvPr id="1342" name="Google Shape;1342;p56"/>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56"/>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4" name="Google Shape;1344;p56"/>
          <p:cNvGrpSpPr/>
          <p:nvPr/>
        </p:nvGrpSpPr>
        <p:grpSpPr>
          <a:xfrm>
            <a:off x="8068847" y="2907912"/>
            <a:ext cx="70206" cy="101191"/>
            <a:chOff x="5083925" y="2066350"/>
            <a:chExt cx="28825" cy="41550"/>
          </a:xfrm>
        </p:grpSpPr>
        <p:sp>
          <p:nvSpPr>
            <p:cNvPr id="1345" name="Google Shape;1345;p56"/>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56"/>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7" name="Google Shape;1347;p56"/>
          <p:cNvGrpSpPr/>
          <p:nvPr/>
        </p:nvGrpSpPr>
        <p:grpSpPr>
          <a:xfrm>
            <a:off x="7100401" y="2923559"/>
            <a:ext cx="181026" cy="69896"/>
            <a:chOff x="4659775" y="2072775"/>
            <a:chExt cx="74325" cy="28700"/>
          </a:xfrm>
        </p:grpSpPr>
        <p:sp>
          <p:nvSpPr>
            <p:cNvPr id="1348" name="Google Shape;1348;p56"/>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6"/>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6"/>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56"/>
          <p:cNvGrpSpPr/>
          <p:nvPr/>
        </p:nvGrpSpPr>
        <p:grpSpPr>
          <a:xfrm>
            <a:off x="8020257" y="2714124"/>
            <a:ext cx="167387" cy="89197"/>
            <a:chOff x="4662475" y="1976500"/>
            <a:chExt cx="68725" cy="36625"/>
          </a:xfrm>
        </p:grpSpPr>
        <p:sp>
          <p:nvSpPr>
            <p:cNvPr id="1352" name="Google Shape;1352;p56"/>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6"/>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6"/>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56"/>
          <p:cNvGrpSpPr/>
          <p:nvPr/>
        </p:nvGrpSpPr>
        <p:grpSpPr>
          <a:xfrm>
            <a:off x="7717162" y="2717564"/>
            <a:ext cx="166899" cy="82317"/>
            <a:chOff x="4920150" y="1977875"/>
            <a:chExt cx="68525" cy="33800"/>
          </a:xfrm>
        </p:grpSpPr>
        <p:sp>
          <p:nvSpPr>
            <p:cNvPr id="1356" name="Google Shape;1356;p56"/>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6"/>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6"/>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56"/>
          <p:cNvGrpSpPr/>
          <p:nvPr/>
        </p:nvGrpSpPr>
        <p:grpSpPr>
          <a:xfrm>
            <a:off x="7128319" y="3121482"/>
            <a:ext cx="125190" cy="127858"/>
            <a:chOff x="4676550" y="2160575"/>
            <a:chExt cx="51400" cy="52500"/>
          </a:xfrm>
        </p:grpSpPr>
        <p:sp>
          <p:nvSpPr>
            <p:cNvPr id="1360" name="Google Shape;1360;p56"/>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6"/>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6"/>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56"/>
          <p:cNvGrpSpPr/>
          <p:nvPr/>
        </p:nvGrpSpPr>
        <p:grpSpPr>
          <a:xfrm>
            <a:off x="7425577" y="3128514"/>
            <a:ext cx="145405" cy="113794"/>
            <a:chOff x="4768325" y="2163475"/>
            <a:chExt cx="59700" cy="46725"/>
          </a:xfrm>
        </p:grpSpPr>
        <p:sp>
          <p:nvSpPr>
            <p:cNvPr id="1364" name="Google Shape;1364;p56"/>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6"/>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6" name="Google Shape;1366;p56"/>
          <p:cNvSpPr/>
          <p:nvPr/>
        </p:nvSpPr>
        <p:spPr>
          <a:xfrm>
            <a:off x="7757532" y="3120021"/>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56"/>
          <p:cNvSpPr/>
          <p:nvPr/>
        </p:nvSpPr>
        <p:spPr>
          <a:xfrm>
            <a:off x="8029908" y="4127106"/>
            <a:ext cx="148084" cy="162989"/>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56"/>
          <p:cNvSpPr/>
          <p:nvPr/>
        </p:nvSpPr>
        <p:spPr>
          <a:xfrm>
            <a:off x="7131363" y="3355327"/>
            <a:ext cx="119101" cy="163415"/>
          </a:xfrm>
          <a:custGeom>
            <a:avLst/>
            <a:gdLst/>
            <a:ahLst/>
            <a:cxnLst/>
            <a:rect l="l" t="t" r="r" b="b"/>
            <a:pathLst>
              <a:path w="1956" h="2684" extrusionOk="0">
                <a:moveTo>
                  <a:pt x="1" y="0"/>
                </a:moveTo>
                <a:lnTo>
                  <a:pt x="787" y="1342"/>
                </a:lnTo>
                <a:lnTo>
                  <a:pt x="1" y="2683"/>
                </a:lnTo>
                <a:lnTo>
                  <a:pt x="1955" y="1342"/>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56"/>
          <p:cNvSpPr/>
          <p:nvPr/>
        </p:nvSpPr>
        <p:spPr>
          <a:xfrm>
            <a:off x="7099335" y="4142936"/>
            <a:ext cx="183157" cy="131329"/>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56"/>
          <p:cNvSpPr/>
          <p:nvPr/>
        </p:nvSpPr>
        <p:spPr>
          <a:xfrm>
            <a:off x="7116658" y="3624580"/>
            <a:ext cx="148511" cy="11251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56"/>
          <p:cNvSpPr/>
          <p:nvPr/>
        </p:nvSpPr>
        <p:spPr>
          <a:xfrm>
            <a:off x="7750408" y="3606497"/>
            <a:ext cx="100408" cy="148681"/>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2" name="Google Shape;1372;p56"/>
          <p:cNvGrpSpPr/>
          <p:nvPr/>
        </p:nvGrpSpPr>
        <p:grpSpPr>
          <a:xfrm>
            <a:off x="7441895" y="3383608"/>
            <a:ext cx="112768" cy="106853"/>
            <a:chOff x="4768575" y="2253950"/>
            <a:chExt cx="46300" cy="43875"/>
          </a:xfrm>
        </p:grpSpPr>
        <p:sp>
          <p:nvSpPr>
            <p:cNvPr id="1373" name="Google Shape;1373;p56"/>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6"/>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5" name="Google Shape;1375;p56"/>
          <p:cNvGrpSpPr/>
          <p:nvPr/>
        </p:nvGrpSpPr>
        <p:grpSpPr>
          <a:xfrm>
            <a:off x="7741518" y="3872634"/>
            <a:ext cx="118187" cy="146246"/>
            <a:chOff x="4960900" y="2433225"/>
            <a:chExt cx="48525" cy="60050"/>
          </a:xfrm>
        </p:grpSpPr>
        <p:sp>
          <p:nvSpPr>
            <p:cNvPr id="1376" name="Google Shape;1376;p56"/>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6"/>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8" name="Google Shape;1378;p56"/>
          <p:cNvGrpSpPr/>
          <p:nvPr/>
        </p:nvGrpSpPr>
        <p:grpSpPr>
          <a:xfrm>
            <a:off x="7430083" y="4136695"/>
            <a:ext cx="136394" cy="143810"/>
            <a:chOff x="4854075" y="2527625"/>
            <a:chExt cx="56000" cy="59050"/>
          </a:xfrm>
        </p:grpSpPr>
        <p:sp>
          <p:nvSpPr>
            <p:cNvPr id="1379" name="Google Shape;1379;p56"/>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6"/>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1" name="Google Shape;1381;p56"/>
          <p:cNvSpPr/>
          <p:nvPr/>
        </p:nvSpPr>
        <p:spPr>
          <a:xfrm>
            <a:off x="7445335" y="3879423"/>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6"/>
          <p:cNvSpPr/>
          <p:nvPr/>
        </p:nvSpPr>
        <p:spPr>
          <a:xfrm>
            <a:off x="8024001" y="3119077"/>
            <a:ext cx="159897" cy="132668"/>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6"/>
          <p:cNvSpPr/>
          <p:nvPr/>
        </p:nvSpPr>
        <p:spPr>
          <a:xfrm>
            <a:off x="7123265" y="3879423"/>
            <a:ext cx="135298" cy="132668"/>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4" name="Google Shape;1384;p56"/>
          <p:cNvGrpSpPr/>
          <p:nvPr/>
        </p:nvGrpSpPr>
        <p:grpSpPr>
          <a:xfrm>
            <a:off x="8054294" y="3600439"/>
            <a:ext cx="99312" cy="160797"/>
            <a:chOff x="5059700" y="2334775"/>
            <a:chExt cx="40775" cy="66025"/>
          </a:xfrm>
        </p:grpSpPr>
        <p:sp>
          <p:nvSpPr>
            <p:cNvPr id="1385" name="Google Shape;1385;p56"/>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6"/>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6"/>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6"/>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6"/>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6"/>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6"/>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6"/>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6"/>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56"/>
          <p:cNvGrpSpPr/>
          <p:nvPr/>
        </p:nvGrpSpPr>
        <p:grpSpPr>
          <a:xfrm>
            <a:off x="8011458" y="3865571"/>
            <a:ext cx="184984" cy="160371"/>
            <a:chOff x="5037700" y="2430325"/>
            <a:chExt cx="75950" cy="65850"/>
          </a:xfrm>
        </p:grpSpPr>
        <p:sp>
          <p:nvSpPr>
            <p:cNvPr id="1395" name="Google Shape;1395;p56"/>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6"/>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7" name="Google Shape;1397;p56"/>
          <p:cNvGrpSpPr/>
          <p:nvPr/>
        </p:nvGrpSpPr>
        <p:grpSpPr>
          <a:xfrm>
            <a:off x="7430964" y="3632023"/>
            <a:ext cx="173014" cy="97629"/>
            <a:chOff x="4756975" y="2341800"/>
            <a:chExt cx="91975" cy="51925"/>
          </a:xfrm>
        </p:grpSpPr>
        <p:sp>
          <p:nvSpPr>
            <p:cNvPr id="1398" name="Google Shape;1398;p56"/>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56"/>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56"/>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56"/>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56"/>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6"/>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6"/>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56"/>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56"/>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56"/>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56"/>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56"/>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56"/>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56"/>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56"/>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56"/>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6"/>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56"/>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56"/>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56"/>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8" name="Google Shape;1418;p56"/>
          <p:cNvGrpSpPr/>
          <p:nvPr/>
        </p:nvGrpSpPr>
        <p:grpSpPr>
          <a:xfrm>
            <a:off x="7697901" y="4120720"/>
            <a:ext cx="212497" cy="175761"/>
            <a:chOff x="4943575" y="2516350"/>
            <a:chExt cx="98675" cy="81700"/>
          </a:xfrm>
        </p:grpSpPr>
        <p:sp>
          <p:nvSpPr>
            <p:cNvPr id="1419" name="Google Shape;1419;p56"/>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6"/>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6"/>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6"/>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56"/>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56"/>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6"/>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6"/>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6"/>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6"/>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56"/>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6"/>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6"/>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56"/>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6"/>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56"/>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56"/>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6"/>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56"/>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56"/>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6"/>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56"/>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56"/>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56"/>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56"/>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56"/>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56"/>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56"/>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56"/>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56"/>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56"/>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56"/>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6"/>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56"/>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56"/>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6"/>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56"/>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56"/>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56"/>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56"/>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56"/>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56"/>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6"/>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6"/>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6"/>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6"/>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6"/>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6"/>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6"/>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6"/>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6"/>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6"/>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6"/>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6"/>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6"/>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6"/>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6"/>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6"/>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6"/>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6"/>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6"/>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6"/>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6"/>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6"/>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6"/>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6"/>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6"/>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6"/>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6"/>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6"/>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6"/>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6"/>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6"/>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56"/>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6"/>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56"/>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6"/>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56"/>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7" name="Google Shape;1497;p56"/>
          <p:cNvGrpSpPr/>
          <p:nvPr/>
        </p:nvGrpSpPr>
        <p:grpSpPr>
          <a:xfrm>
            <a:off x="1955962" y="3346963"/>
            <a:ext cx="965351" cy="134611"/>
            <a:chOff x="4411970" y="2962952"/>
            <a:chExt cx="706544" cy="104212"/>
          </a:xfrm>
        </p:grpSpPr>
        <p:sp>
          <p:nvSpPr>
            <p:cNvPr id="1498" name="Google Shape;1498;p56"/>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56"/>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56"/>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56"/>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solidFill>
              <a:srgbClr val="E0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2" name="Google Shape;1502;p56"/>
          <p:cNvGrpSpPr/>
          <p:nvPr/>
        </p:nvGrpSpPr>
        <p:grpSpPr>
          <a:xfrm>
            <a:off x="1955962" y="2935877"/>
            <a:ext cx="960158" cy="289172"/>
            <a:chOff x="4411970" y="2726085"/>
            <a:chExt cx="643107" cy="193659"/>
          </a:xfrm>
        </p:grpSpPr>
        <p:sp>
          <p:nvSpPr>
            <p:cNvPr id="1503" name="Google Shape;1503;p56"/>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6"/>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56"/>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6" name="Google Shape;1506;p56"/>
          <p:cNvGrpSpPr/>
          <p:nvPr/>
        </p:nvGrpSpPr>
        <p:grpSpPr>
          <a:xfrm>
            <a:off x="958854" y="3201987"/>
            <a:ext cx="833173" cy="259209"/>
            <a:chOff x="4411970" y="4340222"/>
            <a:chExt cx="779467" cy="242683"/>
          </a:xfrm>
        </p:grpSpPr>
        <p:sp>
          <p:nvSpPr>
            <p:cNvPr id="1507" name="Google Shape;1507;p56"/>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56"/>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56"/>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56"/>
          <p:cNvGrpSpPr/>
          <p:nvPr/>
        </p:nvGrpSpPr>
        <p:grpSpPr>
          <a:xfrm>
            <a:off x="1955962" y="2597733"/>
            <a:ext cx="965160" cy="216230"/>
            <a:chOff x="4411970" y="2468674"/>
            <a:chExt cx="747317" cy="167425"/>
          </a:xfrm>
        </p:grpSpPr>
        <p:sp>
          <p:nvSpPr>
            <p:cNvPr id="1511" name="Google Shape;1511;p56"/>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56"/>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3" name="Google Shape;1513;p56"/>
          <p:cNvGrpSpPr/>
          <p:nvPr/>
        </p:nvGrpSpPr>
        <p:grpSpPr>
          <a:xfrm>
            <a:off x="954709" y="2502450"/>
            <a:ext cx="810451" cy="319148"/>
            <a:chOff x="4411970" y="3686602"/>
            <a:chExt cx="797845" cy="314215"/>
          </a:xfrm>
        </p:grpSpPr>
        <p:sp>
          <p:nvSpPr>
            <p:cNvPr id="1514" name="Google Shape;1514;p56"/>
            <p:cNvSpPr/>
            <p:nvPr/>
          </p:nvSpPr>
          <p:spPr>
            <a:xfrm>
              <a:off x="4411970" y="3780383"/>
              <a:ext cx="797845" cy="220435"/>
            </a:xfrm>
            <a:custGeom>
              <a:avLst/>
              <a:gdLst/>
              <a:ahLst/>
              <a:cxnLst/>
              <a:rect l="l" t="t" r="r" b="b"/>
              <a:pathLst>
                <a:path w="17670" h="4882" extrusionOk="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56"/>
            <p:cNvSpPr/>
            <p:nvPr/>
          </p:nvSpPr>
          <p:spPr>
            <a:xfrm>
              <a:off x="4411970" y="3940447"/>
              <a:ext cx="60414" cy="60369"/>
            </a:xfrm>
            <a:custGeom>
              <a:avLst/>
              <a:gdLst/>
              <a:ahLst/>
              <a:cxnLst/>
              <a:rect l="l" t="t" r="r" b="b"/>
              <a:pathLst>
                <a:path w="1338" h="1337" extrusionOk="0">
                  <a:moveTo>
                    <a:pt x="1" y="1"/>
                  </a:moveTo>
                  <a:lnTo>
                    <a:pt x="1" y="1336"/>
                  </a:lnTo>
                  <a:lnTo>
                    <a:pt x="1338" y="1336"/>
                  </a:lnTo>
                  <a:lnTo>
                    <a:pt x="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56"/>
            <p:cNvSpPr/>
            <p:nvPr/>
          </p:nvSpPr>
          <p:spPr>
            <a:xfrm>
              <a:off x="4411970" y="3686602"/>
              <a:ext cx="228743" cy="228743"/>
            </a:xfrm>
            <a:custGeom>
              <a:avLst/>
              <a:gdLst/>
              <a:ahLst/>
              <a:cxnLst/>
              <a:rect l="l" t="t" r="r" b="b"/>
              <a:pathLst>
                <a:path w="5066" h="5066" extrusionOk="0">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56"/>
            <p:cNvSpPr/>
            <p:nvPr/>
          </p:nvSpPr>
          <p:spPr>
            <a:xfrm>
              <a:off x="4442628" y="3717261"/>
              <a:ext cx="167425" cy="167425"/>
            </a:xfrm>
            <a:custGeom>
              <a:avLst/>
              <a:gdLst/>
              <a:ahLst/>
              <a:cxnLst/>
              <a:rect l="l" t="t" r="r" b="b"/>
              <a:pathLst>
                <a:path w="3708" h="3708" extrusionOk="0">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56"/>
            <p:cNvSpPr/>
            <p:nvPr/>
          </p:nvSpPr>
          <p:spPr>
            <a:xfrm>
              <a:off x="4455090" y="3729723"/>
              <a:ext cx="142546" cy="142546"/>
            </a:xfrm>
            <a:custGeom>
              <a:avLst/>
              <a:gdLst/>
              <a:ahLst/>
              <a:cxnLst/>
              <a:rect l="l" t="t" r="r" b="b"/>
              <a:pathLst>
                <a:path w="3157" h="3157" extrusionOk="0">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9" name="Google Shape;1519;p56"/>
          <p:cNvSpPr/>
          <p:nvPr/>
        </p:nvSpPr>
        <p:spPr>
          <a:xfrm>
            <a:off x="947558" y="2911037"/>
            <a:ext cx="822545" cy="195833"/>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0" name="Google Shape;1520;p56"/>
          <p:cNvGrpSpPr/>
          <p:nvPr/>
        </p:nvGrpSpPr>
        <p:grpSpPr>
          <a:xfrm>
            <a:off x="954806" y="2256974"/>
            <a:ext cx="1970333" cy="208784"/>
            <a:chOff x="6336019" y="3733725"/>
            <a:chExt cx="2566206" cy="351310"/>
          </a:xfrm>
        </p:grpSpPr>
        <p:sp>
          <p:nvSpPr>
            <p:cNvPr id="1521" name="Google Shape;1521;p56"/>
            <p:cNvSpPr/>
            <p:nvPr/>
          </p:nvSpPr>
          <p:spPr>
            <a:xfrm>
              <a:off x="6336019" y="3733735"/>
              <a:ext cx="1881300" cy="351300"/>
            </a:xfrm>
            <a:prstGeom prst="homePlate">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56"/>
            <p:cNvSpPr/>
            <p:nvPr/>
          </p:nvSpPr>
          <p:spPr>
            <a:xfrm>
              <a:off x="80985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56"/>
            <p:cNvSpPr/>
            <p:nvPr/>
          </p:nvSpPr>
          <p:spPr>
            <a:xfrm>
              <a:off x="83271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6"/>
            <p:cNvSpPr/>
            <p:nvPr/>
          </p:nvSpPr>
          <p:spPr>
            <a:xfrm>
              <a:off x="85557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5" name="Google Shape;1525;p56"/>
          <p:cNvGrpSpPr/>
          <p:nvPr/>
        </p:nvGrpSpPr>
        <p:grpSpPr>
          <a:xfrm>
            <a:off x="1955962" y="3864529"/>
            <a:ext cx="946551" cy="153200"/>
            <a:chOff x="4404545" y="3301592"/>
            <a:chExt cx="782403" cy="129272"/>
          </a:xfrm>
        </p:grpSpPr>
        <p:sp>
          <p:nvSpPr>
            <p:cNvPr id="1526" name="Google Shape;1526;p56"/>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56"/>
            <p:cNvSpPr/>
            <p:nvPr/>
          </p:nvSpPr>
          <p:spPr>
            <a:xfrm>
              <a:off x="4416034" y="3308320"/>
              <a:ext cx="120286" cy="11572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8" name="Google Shape;1528;p56"/>
          <p:cNvGrpSpPr/>
          <p:nvPr/>
        </p:nvGrpSpPr>
        <p:grpSpPr>
          <a:xfrm>
            <a:off x="1955962" y="3603488"/>
            <a:ext cx="962257" cy="139127"/>
            <a:chOff x="4411970" y="3131459"/>
            <a:chExt cx="710520" cy="117397"/>
          </a:xfrm>
        </p:grpSpPr>
        <p:sp>
          <p:nvSpPr>
            <p:cNvPr id="1529" name="Google Shape;1529;p56"/>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1" name="Google Shape;1531;p56" descr="Timeline background shape"/>
          <p:cNvSpPr/>
          <p:nvPr/>
        </p:nvSpPr>
        <p:spPr>
          <a:xfrm>
            <a:off x="1955962" y="4139643"/>
            <a:ext cx="960300" cy="1530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2" name="Google Shape;1532;p56"/>
          <p:cNvGrpSpPr/>
          <p:nvPr/>
        </p:nvGrpSpPr>
        <p:grpSpPr>
          <a:xfrm>
            <a:off x="956107" y="3538282"/>
            <a:ext cx="823838" cy="458988"/>
            <a:chOff x="4411970" y="1801825"/>
            <a:chExt cx="734586" cy="409262"/>
          </a:xfrm>
        </p:grpSpPr>
        <p:sp>
          <p:nvSpPr>
            <p:cNvPr id="1533" name="Google Shape;1533;p56"/>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56"/>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5" name="Google Shape;1535;p56"/>
          <p:cNvGrpSpPr/>
          <p:nvPr/>
        </p:nvGrpSpPr>
        <p:grpSpPr>
          <a:xfrm>
            <a:off x="956107" y="4086708"/>
            <a:ext cx="856348" cy="212039"/>
            <a:chOff x="4411970" y="2233974"/>
            <a:chExt cx="763574" cy="189068"/>
          </a:xfrm>
        </p:grpSpPr>
        <p:sp>
          <p:nvSpPr>
            <p:cNvPr id="1536" name="Google Shape;1536;p56"/>
            <p:cNvSpPr/>
            <p:nvPr/>
          </p:nvSpPr>
          <p:spPr>
            <a:xfrm>
              <a:off x="4411970" y="2278599"/>
              <a:ext cx="763574" cy="144443"/>
            </a:xfrm>
            <a:custGeom>
              <a:avLst/>
              <a:gdLst/>
              <a:ahLst/>
              <a:cxnLst/>
              <a:rect l="l" t="t" r="r" b="b"/>
              <a:pathLst>
                <a:path w="16911" h="3199" extrusionOk="0">
                  <a:moveTo>
                    <a:pt x="1" y="1"/>
                  </a:moveTo>
                  <a:lnTo>
                    <a:pt x="1" y="3198"/>
                  </a:lnTo>
                  <a:lnTo>
                    <a:pt x="16911" y="3198"/>
                  </a:lnTo>
                  <a:lnTo>
                    <a:pt x="1691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56"/>
            <p:cNvSpPr/>
            <p:nvPr/>
          </p:nvSpPr>
          <p:spPr>
            <a:xfrm>
              <a:off x="4411970" y="2233974"/>
              <a:ext cx="262291" cy="144443"/>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56"/>
          <p:cNvGrpSpPr/>
          <p:nvPr/>
        </p:nvGrpSpPr>
        <p:grpSpPr>
          <a:xfrm>
            <a:off x="3066303" y="2262044"/>
            <a:ext cx="511602" cy="511602"/>
            <a:chOff x="5681300" y="2527788"/>
            <a:chExt cx="805800" cy="805800"/>
          </a:xfrm>
        </p:grpSpPr>
        <p:sp>
          <p:nvSpPr>
            <p:cNvPr id="1539" name="Google Shape;1539;p56"/>
            <p:cNvSpPr/>
            <p:nvPr/>
          </p:nvSpPr>
          <p:spPr>
            <a:xfrm>
              <a:off x="5681300" y="2527788"/>
              <a:ext cx="805800" cy="8058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p:cNvGrpSpPr/>
          <p:nvPr/>
        </p:nvGrpSpPr>
        <p:grpSpPr>
          <a:xfrm>
            <a:off x="3063497" y="3028627"/>
            <a:ext cx="513021" cy="512935"/>
            <a:chOff x="4049800" y="640400"/>
            <a:chExt cx="858900" cy="858900"/>
          </a:xfrm>
        </p:grpSpPr>
        <p:sp>
          <p:nvSpPr>
            <p:cNvPr id="1542" name="Google Shape;1542;p56"/>
            <p:cNvSpPr/>
            <p:nvPr/>
          </p:nvSpPr>
          <p:spPr>
            <a:xfrm>
              <a:off x="4049800" y="640400"/>
              <a:ext cx="858900" cy="858900"/>
            </a:xfrm>
            <a:prstGeom prst="donut">
              <a:avLst>
                <a:gd name="adj" fmla="val 25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p:cNvSpPr/>
            <p:nvPr/>
          </p:nvSpPr>
          <p:spPr>
            <a:xfrm>
              <a:off x="4049800" y="640400"/>
              <a:ext cx="858900" cy="858900"/>
            </a:xfrm>
            <a:prstGeom prst="blockArc">
              <a:avLst>
                <a:gd name="adj1" fmla="val 7914150"/>
                <a:gd name="adj2" fmla="val 0"/>
                <a:gd name="adj3" fmla="val 25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p:cNvGrpSpPr/>
          <p:nvPr/>
        </p:nvGrpSpPr>
        <p:grpSpPr>
          <a:xfrm>
            <a:off x="2980696" y="3680519"/>
            <a:ext cx="686489" cy="686585"/>
            <a:chOff x="5080188" y="927900"/>
            <a:chExt cx="961200" cy="961200"/>
          </a:xfrm>
        </p:grpSpPr>
        <p:sp>
          <p:nvSpPr>
            <p:cNvPr id="1545" name="Google Shape;1545;p56"/>
            <p:cNvSpPr/>
            <p:nvPr/>
          </p:nvSpPr>
          <p:spPr>
            <a:xfrm>
              <a:off x="5201900" y="1050116"/>
              <a:ext cx="716700" cy="716700"/>
            </a:xfrm>
            <a:prstGeom prst="donut">
              <a:avLst>
                <a:gd name="adj" fmla="val 4716"/>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p:cNvSpPr/>
            <p:nvPr/>
          </p:nvSpPr>
          <p:spPr>
            <a:xfrm>
              <a:off x="5269594" y="1117818"/>
              <a:ext cx="581100" cy="581100"/>
            </a:xfrm>
            <a:prstGeom prst="donut">
              <a:avLst>
                <a:gd name="adj" fmla="val 5814"/>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6"/>
            <p:cNvSpPr/>
            <p:nvPr/>
          </p:nvSpPr>
          <p:spPr>
            <a:xfrm>
              <a:off x="5339279" y="1187526"/>
              <a:ext cx="441900" cy="441600"/>
            </a:xfrm>
            <a:prstGeom prst="donut">
              <a:avLst>
                <a:gd name="adj" fmla="val 7648"/>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56"/>
            <p:cNvSpPr/>
            <p:nvPr/>
          </p:nvSpPr>
          <p:spPr>
            <a:xfrm>
              <a:off x="5414892" y="1263155"/>
              <a:ext cx="290700" cy="290700"/>
            </a:xfrm>
            <a:prstGeom prst="donut">
              <a:avLst>
                <a:gd name="adj" fmla="val 10182"/>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56"/>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56"/>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56"/>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56"/>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3" name="Google Shape;1553;p56"/>
          <p:cNvGrpSpPr/>
          <p:nvPr/>
        </p:nvGrpSpPr>
        <p:grpSpPr>
          <a:xfrm>
            <a:off x="3763848" y="3773248"/>
            <a:ext cx="510373" cy="510937"/>
            <a:chOff x="7508249" y="1522825"/>
            <a:chExt cx="1326332" cy="1322987"/>
          </a:xfrm>
        </p:grpSpPr>
        <p:sp>
          <p:nvSpPr>
            <p:cNvPr id="1554" name="Google Shape;1554;p56"/>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56"/>
          <p:cNvGrpSpPr/>
          <p:nvPr/>
        </p:nvGrpSpPr>
        <p:grpSpPr>
          <a:xfrm>
            <a:off x="4455441" y="3774653"/>
            <a:ext cx="492652" cy="503348"/>
            <a:chOff x="6039282" y="1042577"/>
            <a:chExt cx="734315" cy="731929"/>
          </a:xfrm>
        </p:grpSpPr>
        <p:sp>
          <p:nvSpPr>
            <p:cNvPr id="1565" name="Google Shape;1565;p56"/>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6" name="Google Shape;1586;p56"/>
          <p:cNvGrpSpPr/>
          <p:nvPr/>
        </p:nvGrpSpPr>
        <p:grpSpPr>
          <a:xfrm>
            <a:off x="5095855" y="2270694"/>
            <a:ext cx="483304" cy="504902"/>
            <a:chOff x="1825800" y="1651625"/>
            <a:chExt cx="568125" cy="591775"/>
          </a:xfrm>
        </p:grpSpPr>
        <p:sp>
          <p:nvSpPr>
            <p:cNvPr id="1587" name="Google Shape;1587;p56"/>
            <p:cNvSpPr/>
            <p:nvPr/>
          </p:nvSpPr>
          <p:spPr>
            <a:xfrm>
              <a:off x="1898925" y="1777225"/>
              <a:ext cx="370875" cy="370500"/>
            </a:xfrm>
            <a:custGeom>
              <a:avLst/>
              <a:gdLst/>
              <a:ahLst/>
              <a:cxnLst/>
              <a:rect l="l" t="t" r="r" b="b"/>
              <a:pathLst>
                <a:path w="14835" h="14820" extrusionOk="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p:cNvSpPr/>
            <p:nvPr/>
          </p:nvSpPr>
          <p:spPr>
            <a:xfrm>
              <a:off x="2121325"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p:cNvSpPr/>
            <p:nvPr/>
          </p:nvSpPr>
          <p:spPr>
            <a:xfrm>
              <a:off x="1825800" y="198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p:cNvSpPr/>
            <p:nvPr/>
          </p:nvSpPr>
          <p:spPr>
            <a:xfrm>
              <a:off x="2121325" y="198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p:cNvSpPr/>
            <p:nvPr/>
          </p:nvSpPr>
          <p:spPr>
            <a:xfrm>
              <a:off x="1956875" y="1835225"/>
              <a:ext cx="254975" cy="254475"/>
            </a:xfrm>
            <a:custGeom>
              <a:avLst/>
              <a:gdLst/>
              <a:ahLst/>
              <a:cxnLst/>
              <a:rect l="l" t="t" r="r" b="b"/>
              <a:pathLst>
                <a:path w="10199" h="10179" extrusionOk="0">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3" name="Google Shape;1593;p56"/>
          <p:cNvSpPr/>
          <p:nvPr/>
        </p:nvSpPr>
        <p:spPr>
          <a:xfrm>
            <a:off x="7713443" y="3349866"/>
            <a:ext cx="174337" cy="174337"/>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p:cNvSpPr/>
          <p:nvPr/>
        </p:nvSpPr>
        <p:spPr>
          <a:xfrm>
            <a:off x="8029700" y="3378685"/>
            <a:ext cx="148500" cy="11670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p:cNvSpPr/>
          <p:nvPr/>
        </p:nvSpPr>
        <p:spPr>
          <a:xfrm>
            <a:off x="7131814" y="26996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p:cNvSpPr/>
          <p:nvPr/>
        </p:nvSpPr>
        <p:spPr>
          <a:xfrm flipH="1">
            <a:off x="7439179" y="26996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p:cNvSpPr txBox="1"/>
          <p:nvPr/>
        </p:nvSpPr>
        <p:spPr>
          <a:xfrm>
            <a:off x="723350" y="1187975"/>
            <a:ext cx="7697100" cy="814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00">
                <a:solidFill>
                  <a:schemeClr val="lt1"/>
                </a:solidFill>
              </a:rPr>
              <a:t>You can easily </a:t>
            </a:r>
            <a:r>
              <a:rPr lang="en" sz="1100" b="1">
                <a:solidFill>
                  <a:schemeClr val="dk2"/>
                </a:solidFill>
              </a:rPr>
              <a:t>resize </a:t>
            </a:r>
            <a:r>
              <a:rPr lang="en" sz="1100">
                <a:solidFill>
                  <a:schemeClr val="lt1"/>
                </a:solidFill>
              </a:rPr>
              <a:t>these resources without losing quality. To </a:t>
            </a:r>
            <a:r>
              <a:rPr lang="en" sz="1100" b="1">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lang="en" sz="1100" b="1">
                <a:solidFill>
                  <a:schemeClr val="dk2"/>
                </a:solidFill>
                <a:uFill>
                  <a:noFill/>
                </a:uFill>
                <a:hlinkClick r:id="rId3">
                  <a:extLst>
                    <a:ext uri="{A12FA001-AC4F-418D-AE19-62706E023703}">
                      <ahyp:hlinkClr xmlns:ahyp="http://schemas.microsoft.com/office/drawing/2018/hyperlinkcolor" val="tx"/>
                    </a:ext>
                  </a:extLst>
                </a:hlinkClick>
              </a:rPr>
              <a:t>infographics</a:t>
            </a:r>
            <a:r>
              <a:rPr lang="en" sz="1100" b="1">
                <a:solidFill>
                  <a:schemeClr val="dk2"/>
                </a:solidFill>
              </a:rPr>
              <a:t> </a:t>
            </a:r>
            <a:r>
              <a:rPr lang="en" sz="1100">
                <a:solidFill>
                  <a:schemeClr val="lt1"/>
                </a:solidFill>
              </a:rPr>
              <a:t>on Slidesgo.</a:t>
            </a:r>
            <a:endParaRPr sz="1100">
              <a:solidFill>
                <a:schemeClr val="lt1"/>
              </a:solidFill>
            </a:endParaRPr>
          </a:p>
        </p:txBody>
      </p:sp>
      <p:sp>
        <p:nvSpPr>
          <p:cNvPr id="1598" name="Google Shape;1598;p56"/>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Use our editable graphic resources...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03"/>
        <p:cNvGrpSpPr/>
        <p:nvPr/>
      </p:nvGrpSpPr>
      <p:grpSpPr>
        <a:xfrm>
          <a:off x="0" y="0"/>
          <a:ext cx="0" cy="0"/>
          <a:chOff x="0" y="0"/>
          <a:chExt cx="0" cy="0"/>
        </a:xfrm>
      </p:grpSpPr>
      <p:grpSp>
        <p:nvGrpSpPr>
          <p:cNvPr id="3804" name="Google Shape;3804;p58"/>
          <p:cNvGrpSpPr/>
          <p:nvPr/>
        </p:nvGrpSpPr>
        <p:grpSpPr>
          <a:xfrm>
            <a:off x="725414" y="969763"/>
            <a:ext cx="2507799" cy="206239"/>
            <a:chOff x="106648" y="895722"/>
            <a:chExt cx="4481413" cy="374300"/>
          </a:xfrm>
        </p:grpSpPr>
        <p:grpSp>
          <p:nvGrpSpPr>
            <p:cNvPr id="3805" name="Google Shape;3805;p58"/>
            <p:cNvGrpSpPr/>
            <p:nvPr/>
          </p:nvGrpSpPr>
          <p:grpSpPr>
            <a:xfrm>
              <a:off x="2233276" y="895722"/>
              <a:ext cx="1082667" cy="223591"/>
              <a:chOff x="4808316" y="2800065"/>
              <a:chExt cx="1999386" cy="412910"/>
            </a:xfrm>
          </p:grpSpPr>
          <p:sp>
            <p:nvSpPr>
              <p:cNvPr id="3806" name="Google Shape;3806;p58"/>
              <p:cNvSpPr/>
              <p:nvPr/>
            </p:nvSpPr>
            <p:spPr>
              <a:xfrm>
                <a:off x="4849302"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07" name="Google Shape;3807;p58"/>
              <p:cNvGrpSpPr/>
              <p:nvPr/>
            </p:nvGrpSpPr>
            <p:grpSpPr>
              <a:xfrm>
                <a:off x="4808316" y="2800065"/>
                <a:ext cx="92400" cy="411825"/>
                <a:chOff x="845575" y="2563700"/>
                <a:chExt cx="92400" cy="411825"/>
              </a:xfrm>
            </p:grpSpPr>
            <p:cxnSp>
              <p:nvCxnSpPr>
                <p:cNvPr id="3808" name="Google Shape;3808;p58"/>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809" name="Google Shape;3809;p58"/>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10" name="Google Shape;3810;p58"/>
            <p:cNvGrpSpPr/>
            <p:nvPr/>
          </p:nvGrpSpPr>
          <p:grpSpPr>
            <a:xfrm>
              <a:off x="106648" y="895722"/>
              <a:ext cx="1088401" cy="223591"/>
              <a:chOff x="881025" y="2800065"/>
              <a:chExt cx="2009975" cy="412910"/>
            </a:xfrm>
          </p:grpSpPr>
          <p:sp>
            <p:nvSpPr>
              <p:cNvPr id="3811" name="Google Shape;3811;p58"/>
              <p:cNvSpPr/>
              <p:nvPr/>
            </p:nvSpPr>
            <p:spPr>
              <a:xfrm>
                <a:off x="932600"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2" name="Google Shape;3812;p58"/>
              <p:cNvGrpSpPr/>
              <p:nvPr/>
            </p:nvGrpSpPr>
            <p:grpSpPr>
              <a:xfrm>
                <a:off x="881025" y="2800065"/>
                <a:ext cx="92400" cy="411825"/>
                <a:chOff x="845575" y="2563700"/>
                <a:chExt cx="92400" cy="411825"/>
              </a:xfrm>
            </p:grpSpPr>
            <p:cxnSp>
              <p:nvCxnSpPr>
                <p:cNvPr id="3813" name="Google Shape;3813;p58"/>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814" name="Google Shape;3814;p58"/>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15" name="Google Shape;3815;p58"/>
            <p:cNvGrpSpPr/>
            <p:nvPr/>
          </p:nvGrpSpPr>
          <p:grpSpPr>
            <a:xfrm>
              <a:off x="1172346" y="1047018"/>
              <a:ext cx="1083151" cy="223003"/>
              <a:chOff x="2849073" y="3079467"/>
              <a:chExt cx="2000279" cy="411825"/>
            </a:xfrm>
          </p:grpSpPr>
          <p:sp>
            <p:nvSpPr>
              <p:cNvPr id="3816" name="Google Shape;3816;p58"/>
              <p:cNvSpPr/>
              <p:nvPr/>
            </p:nvSpPr>
            <p:spPr>
              <a:xfrm>
                <a:off x="2890952" y="3079475"/>
                <a:ext cx="19584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7" name="Google Shape;3817;p58"/>
              <p:cNvGrpSpPr/>
              <p:nvPr/>
            </p:nvGrpSpPr>
            <p:grpSpPr>
              <a:xfrm rot="10800000">
                <a:off x="2849073" y="3079467"/>
                <a:ext cx="92400" cy="411825"/>
                <a:chOff x="2070100" y="2563700"/>
                <a:chExt cx="92400" cy="411825"/>
              </a:xfrm>
            </p:grpSpPr>
            <p:cxnSp>
              <p:nvCxnSpPr>
                <p:cNvPr id="3818" name="Google Shape;3818;p58"/>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819" name="Google Shape;3819;p58"/>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20" name="Google Shape;3820;p58"/>
            <p:cNvGrpSpPr/>
            <p:nvPr/>
          </p:nvGrpSpPr>
          <p:grpSpPr>
            <a:xfrm>
              <a:off x="3290132" y="1047018"/>
              <a:ext cx="1297929" cy="223003"/>
              <a:chOff x="6760035" y="3079467"/>
              <a:chExt cx="2396914" cy="411825"/>
            </a:xfrm>
          </p:grpSpPr>
          <p:sp>
            <p:nvSpPr>
              <p:cNvPr id="3821" name="Google Shape;3821;p58"/>
              <p:cNvSpPr/>
              <p:nvPr/>
            </p:nvSpPr>
            <p:spPr>
              <a:xfrm>
                <a:off x="6807650" y="3079475"/>
                <a:ext cx="23493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2" name="Google Shape;3822;p58"/>
              <p:cNvGrpSpPr/>
              <p:nvPr/>
            </p:nvGrpSpPr>
            <p:grpSpPr>
              <a:xfrm rot="10800000">
                <a:off x="6760035" y="3079467"/>
                <a:ext cx="92400" cy="411825"/>
                <a:chOff x="2070100" y="2563700"/>
                <a:chExt cx="92400" cy="411825"/>
              </a:xfrm>
            </p:grpSpPr>
            <p:cxnSp>
              <p:nvCxnSpPr>
                <p:cNvPr id="3823" name="Google Shape;3823;p58"/>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824" name="Google Shape;3824;p58"/>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825" name="Google Shape;3825;p58"/>
          <p:cNvGrpSpPr/>
          <p:nvPr/>
        </p:nvGrpSpPr>
        <p:grpSpPr>
          <a:xfrm>
            <a:off x="2143176" y="3369134"/>
            <a:ext cx="1086701" cy="799429"/>
            <a:chOff x="2183288" y="3555572"/>
            <a:chExt cx="1136241" cy="835873"/>
          </a:xfrm>
        </p:grpSpPr>
        <p:sp>
          <p:nvSpPr>
            <p:cNvPr id="3826" name="Google Shape;3826;p58"/>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7" name="Google Shape;3827;p58"/>
            <p:cNvGrpSpPr/>
            <p:nvPr/>
          </p:nvGrpSpPr>
          <p:grpSpPr>
            <a:xfrm>
              <a:off x="2205895" y="3637269"/>
              <a:ext cx="1089848" cy="724993"/>
              <a:chOff x="2205895" y="3637269"/>
              <a:chExt cx="1089848" cy="724993"/>
            </a:xfrm>
          </p:grpSpPr>
          <p:sp>
            <p:nvSpPr>
              <p:cNvPr id="3828" name="Google Shape;3828;p58"/>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58"/>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58"/>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58"/>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58"/>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58"/>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34" name="Google Shape;3834;p58"/>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35" name="Google Shape;3835;p58"/>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3836" name="Google Shape;3836;p58"/>
            <p:cNvGrpSpPr/>
            <p:nvPr/>
          </p:nvGrpSpPr>
          <p:grpSpPr>
            <a:xfrm>
              <a:off x="3173850" y="3779426"/>
              <a:ext cx="145679" cy="70048"/>
              <a:chOff x="3173850" y="3779426"/>
              <a:chExt cx="145679" cy="70048"/>
            </a:xfrm>
          </p:grpSpPr>
          <p:cxnSp>
            <p:nvCxnSpPr>
              <p:cNvPr id="3837" name="Google Shape;3837;p58"/>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3838" name="Google Shape;3838;p58"/>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9" name="Google Shape;3839;p58"/>
            <p:cNvGrpSpPr/>
            <p:nvPr/>
          </p:nvGrpSpPr>
          <p:grpSpPr>
            <a:xfrm>
              <a:off x="2183288" y="4139483"/>
              <a:ext cx="145133" cy="70048"/>
              <a:chOff x="2183288" y="4139483"/>
              <a:chExt cx="145133" cy="70048"/>
            </a:xfrm>
          </p:grpSpPr>
          <p:cxnSp>
            <p:nvCxnSpPr>
              <p:cNvPr id="3840" name="Google Shape;3840;p58"/>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3841" name="Google Shape;3841;p58"/>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42" name="Google Shape;3842;p58"/>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43" name="Google Shape;3843;p58"/>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3844" name="Google Shape;3844;p58"/>
            <p:cNvGrpSpPr/>
            <p:nvPr/>
          </p:nvGrpSpPr>
          <p:grpSpPr>
            <a:xfrm>
              <a:off x="2943836" y="4268886"/>
              <a:ext cx="60717" cy="122559"/>
              <a:chOff x="2943836" y="4268886"/>
              <a:chExt cx="60717" cy="122559"/>
            </a:xfrm>
          </p:grpSpPr>
          <p:sp>
            <p:nvSpPr>
              <p:cNvPr id="3845" name="Google Shape;3845;p58"/>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46" name="Google Shape;3846;p58"/>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3847" name="Google Shape;3847;p58"/>
          <p:cNvGrpSpPr/>
          <p:nvPr/>
        </p:nvGrpSpPr>
        <p:grpSpPr>
          <a:xfrm>
            <a:off x="3406121" y="1290134"/>
            <a:ext cx="1675870" cy="758251"/>
            <a:chOff x="3530532" y="1496185"/>
            <a:chExt cx="1562000" cy="706730"/>
          </a:xfrm>
        </p:grpSpPr>
        <p:cxnSp>
          <p:nvCxnSpPr>
            <p:cNvPr id="3848" name="Google Shape;3848;p58"/>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3849" name="Google Shape;3849;p58"/>
            <p:cNvGrpSpPr/>
            <p:nvPr/>
          </p:nvGrpSpPr>
          <p:grpSpPr>
            <a:xfrm>
              <a:off x="3530532" y="1496185"/>
              <a:ext cx="323430" cy="463587"/>
              <a:chOff x="3530532" y="1496185"/>
              <a:chExt cx="323430" cy="463587"/>
            </a:xfrm>
          </p:grpSpPr>
          <p:grpSp>
            <p:nvGrpSpPr>
              <p:cNvPr id="3850" name="Google Shape;3850;p58"/>
              <p:cNvGrpSpPr/>
              <p:nvPr/>
            </p:nvGrpSpPr>
            <p:grpSpPr>
              <a:xfrm>
                <a:off x="3567462" y="1496185"/>
                <a:ext cx="286500" cy="361376"/>
                <a:chOff x="3567462" y="1496185"/>
                <a:chExt cx="286500" cy="361376"/>
              </a:xfrm>
            </p:grpSpPr>
            <p:cxnSp>
              <p:nvCxnSpPr>
                <p:cNvPr id="3851" name="Google Shape;3851;p58"/>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3852" name="Google Shape;3852;p58"/>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53" name="Google Shape;3853;p58"/>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4" name="Google Shape;3854;p58"/>
            <p:cNvGrpSpPr/>
            <p:nvPr/>
          </p:nvGrpSpPr>
          <p:grpSpPr>
            <a:xfrm>
              <a:off x="3891569" y="1779209"/>
              <a:ext cx="323945" cy="423706"/>
              <a:chOff x="3891569" y="1779209"/>
              <a:chExt cx="323945" cy="423706"/>
            </a:xfrm>
          </p:grpSpPr>
          <p:grpSp>
            <p:nvGrpSpPr>
              <p:cNvPr id="3855" name="Google Shape;3855;p58"/>
              <p:cNvGrpSpPr/>
              <p:nvPr/>
            </p:nvGrpSpPr>
            <p:grpSpPr>
              <a:xfrm>
                <a:off x="3929014" y="1881638"/>
                <a:ext cx="286500" cy="321278"/>
                <a:chOff x="3929014" y="1881638"/>
                <a:chExt cx="286500" cy="321278"/>
              </a:xfrm>
            </p:grpSpPr>
            <p:cxnSp>
              <p:nvCxnSpPr>
                <p:cNvPr id="3856" name="Google Shape;3856;p58"/>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3857" name="Google Shape;3857;p58"/>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58" name="Google Shape;3858;p58"/>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9" name="Google Shape;3859;p58"/>
            <p:cNvGrpSpPr/>
            <p:nvPr/>
          </p:nvGrpSpPr>
          <p:grpSpPr>
            <a:xfrm>
              <a:off x="4252606" y="1496185"/>
              <a:ext cx="324721" cy="463587"/>
              <a:chOff x="4252606" y="1496185"/>
              <a:chExt cx="324721" cy="463587"/>
            </a:xfrm>
          </p:grpSpPr>
          <p:grpSp>
            <p:nvGrpSpPr>
              <p:cNvPr id="3860" name="Google Shape;3860;p58"/>
              <p:cNvGrpSpPr/>
              <p:nvPr/>
            </p:nvGrpSpPr>
            <p:grpSpPr>
              <a:xfrm>
                <a:off x="4290828" y="1496185"/>
                <a:ext cx="286500" cy="361376"/>
                <a:chOff x="4290828" y="1496185"/>
                <a:chExt cx="286500" cy="361376"/>
              </a:xfrm>
            </p:grpSpPr>
            <p:cxnSp>
              <p:nvCxnSpPr>
                <p:cNvPr id="3861" name="Google Shape;3861;p58"/>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3862" name="Google Shape;3862;p58"/>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63" name="Google Shape;3863;p58"/>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4" name="Google Shape;3864;p58"/>
            <p:cNvGrpSpPr/>
            <p:nvPr/>
          </p:nvGrpSpPr>
          <p:grpSpPr>
            <a:xfrm>
              <a:off x="4613643" y="1763716"/>
              <a:ext cx="325308" cy="439200"/>
              <a:chOff x="4613643" y="1763716"/>
              <a:chExt cx="325308" cy="439200"/>
            </a:xfrm>
          </p:grpSpPr>
          <p:grpSp>
            <p:nvGrpSpPr>
              <p:cNvPr id="3865" name="Google Shape;3865;p58"/>
              <p:cNvGrpSpPr/>
              <p:nvPr/>
            </p:nvGrpSpPr>
            <p:grpSpPr>
              <a:xfrm>
                <a:off x="4652451" y="1879538"/>
                <a:ext cx="286500" cy="323378"/>
                <a:chOff x="4652451" y="1879538"/>
                <a:chExt cx="286500" cy="323378"/>
              </a:xfrm>
            </p:grpSpPr>
            <p:cxnSp>
              <p:nvCxnSpPr>
                <p:cNvPr id="3866" name="Google Shape;3866;p58"/>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3867" name="Google Shape;3867;p58"/>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68" name="Google Shape;3868;p58"/>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69" name="Google Shape;3869;p58"/>
          <p:cNvGrpSpPr/>
          <p:nvPr/>
        </p:nvGrpSpPr>
        <p:grpSpPr>
          <a:xfrm>
            <a:off x="3417981" y="2143759"/>
            <a:ext cx="1652173" cy="391517"/>
            <a:chOff x="3512551" y="2358270"/>
            <a:chExt cx="1597383" cy="378533"/>
          </a:xfrm>
        </p:grpSpPr>
        <p:cxnSp>
          <p:nvCxnSpPr>
            <p:cNvPr id="3870" name="Google Shape;3870;p58"/>
            <p:cNvCxnSpPr>
              <a:stCxn id="3871" idx="6"/>
              <a:endCxn id="3872"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3873" name="Google Shape;3873;p58"/>
            <p:cNvGrpSpPr/>
            <p:nvPr/>
          </p:nvGrpSpPr>
          <p:grpSpPr>
            <a:xfrm>
              <a:off x="3512551" y="2358270"/>
              <a:ext cx="225647" cy="307714"/>
              <a:chOff x="2182679" y="2004714"/>
              <a:chExt cx="792300" cy="1080458"/>
            </a:xfrm>
          </p:grpSpPr>
          <p:cxnSp>
            <p:nvCxnSpPr>
              <p:cNvPr id="3874" name="Google Shape;3874;p58"/>
              <p:cNvCxnSpPr>
                <a:stCxn id="3875"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3871" name="Google Shape;3871;p58"/>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58"/>
              <p:cNvSpPr/>
              <p:nvPr/>
            </p:nvSpPr>
            <p:spPr>
              <a:xfrm>
                <a:off x="2283911"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6" name="Google Shape;3876;p58"/>
            <p:cNvGrpSpPr/>
            <p:nvPr/>
          </p:nvGrpSpPr>
          <p:grpSpPr>
            <a:xfrm>
              <a:off x="3969644" y="2440153"/>
              <a:ext cx="225853" cy="296651"/>
              <a:chOff x="3775710" y="1729289"/>
              <a:chExt cx="136500" cy="179289"/>
            </a:xfrm>
          </p:grpSpPr>
          <p:cxnSp>
            <p:nvCxnSpPr>
              <p:cNvPr id="3877" name="Google Shape;3877;p58"/>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3878" name="Google Shape;3878;p58"/>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58"/>
              <p:cNvSpPr/>
              <p:nvPr/>
            </p:nvSpPr>
            <p:spPr>
              <a:xfrm>
                <a:off x="3793133" y="1746713"/>
                <a:ext cx="101700" cy="1017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0" name="Google Shape;3880;p58"/>
            <p:cNvGrpSpPr/>
            <p:nvPr/>
          </p:nvGrpSpPr>
          <p:grpSpPr>
            <a:xfrm>
              <a:off x="4427051" y="2358270"/>
              <a:ext cx="225647" cy="307714"/>
              <a:chOff x="5393704" y="2004714"/>
              <a:chExt cx="792300" cy="1080458"/>
            </a:xfrm>
          </p:grpSpPr>
          <p:cxnSp>
            <p:nvCxnSpPr>
              <p:cNvPr id="3881" name="Google Shape;3881;p58"/>
              <p:cNvCxnSpPr>
                <a:stCxn id="3882"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3883" name="Google Shape;3883;p58"/>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58"/>
              <p:cNvSpPr/>
              <p:nvPr/>
            </p:nvSpPr>
            <p:spPr>
              <a:xfrm>
                <a:off x="5494936"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4" name="Google Shape;3884;p58"/>
            <p:cNvGrpSpPr/>
            <p:nvPr/>
          </p:nvGrpSpPr>
          <p:grpSpPr>
            <a:xfrm>
              <a:off x="4884287" y="2440252"/>
              <a:ext cx="225647" cy="296532"/>
              <a:chOff x="6999166" y="2292572"/>
              <a:chExt cx="792300" cy="1041192"/>
            </a:xfrm>
          </p:grpSpPr>
          <p:cxnSp>
            <p:nvCxnSpPr>
              <p:cNvPr id="3885" name="Google Shape;3885;p58"/>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3872" name="Google Shape;3872;p58"/>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58"/>
              <p:cNvSpPr/>
              <p:nvPr/>
            </p:nvSpPr>
            <p:spPr>
              <a:xfrm>
                <a:off x="7100398"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87" name="Google Shape;3887;p58"/>
          <p:cNvGrpSpPr/>
          <p:nvPr/>
        </p:nvGrpSpPr>
        <p:grpSpPr>
          <a:xfrm>
            <a:off x="6838789" y="979959"/>
            <a:ext cx="1581844" cy="732818"/>
            <a:chOff x="634175" y="2986275"/>
            <a:chExt cx="3147949" cy="1458344"/>
          </a:xfrm>
        </p:grpSpPr>
        <p:cxnSp>
          <p:nvCxnSpPr>
            <p:cNvPr id="3888" name="Google Shape;3888;p58"/>
            <p:cNvCxnSpPr>
              <a:stCxn id="3889" idx="4"/>
              <a:endCxn id="3890" idx="0"/>
            </p:cNvCxnSpPr>
            <p:nvPr/>
          </p:nvCxnSpPr>
          <p:spPr>
            <a:xfrm>
              <a:off x="929975" y="3577875"/>
              <a:ext cx="591300" cy="275100"/>
            </a:xfrm>
            <a:prstGeom prst="straightConnector1">
              <a:avLst/>
            </a:prstGeom>
            <a:noFill/>
            <a:ln w="19050" cap="flat" cmpd="sng">
              <a:solidFill>
                <a:srgbClr val="435D74"/>
              </a:solidFill>
              <a:prstDash val="solid"/>
              <a:round/>
              <a:headEnd type="none" w="med" len="med"/>
              <a:tailEnd type="none" w="med" len="med"/>
            </a:ln>
          </p:spPr>
        </p:cxnSp>
        <p:cxnSp>
          <p:nvCxnSpPr>
            <p:cNvPr id="3891" name="Google Shape;3891;p58"/>
            <p:cNvCxnSpPr>
              <a:stCxn id="3890" idx="0"/>
              <a:endCxn id="3892"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3893" name="Google Shape;3893;p58"/>
            <p:cNvCxnSpPr>
              <a:stCxn id="3892" idx="4"/>
              <a:endCxn id="3894"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3895" name="Google Shape;3895;p58"/>
            <p:cNvCxnSpPr>
              <a:stCxn id="3894" idx="0"/>
              <a:endCxn id="3896" idx="4"/>
            </p:cNvCxnSpPr>
            <p:nvPr/>
          </p:nvCxnSpPr>
          <p:spPr>
            <a:xfrm rot="10800000" flipH="1">
              <a:off x="2894933" y="3577918"/>
              <a:ext cx="591300" cy="275100"/>
            </a:xfrm>
            <a:prstGeom prst="straightConnector1">
              <a:avLst/>
            </a:prstGeom>
            <a:noFill/>
            <a:ln w="19050" cap="flat" cmpd="sng">
              <a:solidFill>
                <a:srgbClr val="435D74"/>
              </a:solidFill>
              <a:prstDash val="solid"/>
              <a:round/>
              <a:headEnd type="none" w="med" len="med"/>
              <a:tailEnd type="none" w="med" len="med"/>
            </a:ln>
          </p:spPr>
        </p:cxnSp>
        <p:sp>
          <p:nvSpPr>
            <p:cNvPr id="3896" name="Google Shape;3896;p58"/>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892" name="Google Shape;3892;p58"/>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889" name="Google Shape;3889;p58"/>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894" name="Google Shape;3894;p58"/>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890" name="Google Shape;3890;p58"/>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3897" name="Google Shape;3897;p58"/>
          <p:cNvGrpSpPr/>
          <p:nvPr/>
        </p:nvGrpSpPr>
        <p:grpSpPr>
          <a:xfrm>
            <a:off x="3406504" y="2674269"/>
            <a:ext cx="1675128" cy="313674"/>
            <a:chOff x="998425" y="1182125"/>
            <a:chExt cx="1065400" cy="199500"/>
          </a:xfrm>
        </p:grpSpPr>
        <p:sp>
          <p:nvSpPr>
            <p:cNvPr id="3898" name="Google Shape;3898;p58"/>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58"/>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58"/>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58"/>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58"/>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3" name="Google Shape;3903;p58"/>
          <p:cNvGrpSpPr/>
          <p:nvPr/>
        </p:nvGrpSpPr>
        <p:grpSpPr>
          <a:xfrm>
            <a:off x="3406503" y="3630235"/>
            <a:ext cx="1675129" cy="525345"/>
            <a:chOff x="5194708" y="3484366"/>
            <a:chExt cx="3148148" cy="987304"/>
          </a:xfrm>
        </p:grpSpPr>
        <p:grpSp>
          <p:nvGrpSpPr>
            <p:cNvPr id="3904" name="Google Shape;3904;p58"/>
            <p:cNvGrpSpPr/>
            <p:nvPr/>
          </p:nvGrpSpPr>
          <p:grpSpPr>
            <a:xfrm>
              <a:off x="7531521" y="3484366"/>
              <a:ext cx="811335" cy="987304"/>
              <a:chOff x="3379425" y="1617275"/>
              <a:chExt cx="1090650" cy="1327200"/>
            </a:xfrm>
          </p:grpSpPr>
          <p:sp>
            <p:nvSpPr>
              <p:cNvPr id="3905" name="Google Shape;3905;p58"/>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58"/>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58"/>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8" name="Google Shape;3908;p58"/>
            <p:cNvGrpSpPr/>
            <p:nvPr/>
          </p:nvGrpSpPr>
          <p:grpSpPr>
            <a:xfrm>
              <a:off x="6752546" y="3484366"/>
              <a:ext cx="811428" cy="987304"/>
              <a:chOff x="2332275" y="1617275"/>
              <a:chExt cx="1090775" cy="1327200"/>
            </a:xfrm>
          </p:grpSpPr>
          <p:sp>
            <p:nvSpPr>
              <p:cNvPr id="3909" name="Google Shape;3909;p58"/>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58"/>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58"/>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2" name="Google Shape;3912;p58"/>
            <p:cNvGrpSpPr/>
            <p:nvPr/>
          </p:nvGrpSpPr>
          <p:grpSpPr>
            <a:xfrm>
              <a:off x="5973664" y="3484366"/>
              <a:ext cx="811335" cy="987304"/>
              <a:chOff x="1285250" y="1617275"/>
              <a:chExt cx="1090650" cy="1327200"/>
            </a:xfrm>
          </p:grpSpPr>
          <p:sp>
            <p:nvSpPr>
              <p:cNvPr id="3913" name="Google Shape;3913;p58"/>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58"/>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58"/>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6" name="Google Shape;3916;p58"/>
            <p:cNvGrpSpPr/>
            <p:nvPr/>
          </p:nvGrpSpPr>
          <p:grpSpPr>
            <a:xfrm>
              <a:off x="5194708" y="3484366"/>
              <a:ext cx="811409" cy="987304"/>
              <a:chOff x="238125" y="1617275"/>
              <a:chExt cx="1090750" cy="1327200"/>
            </a:xfrm>
          </p:grpSpPr>
          <p:sp>
            <p:nvSpPr>
              <p:cNvPr id="3917" name="Google Shape;3917;p58"/>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58"/>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58"/>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0" name="Google Shape;3920;p58"/>
          <p:cNvGrpSpPr/>
          <p:nvPr/>
        </p:nvGrpSpPr>
        <p:grpSpPr>
          <a:xfrm>
            <a:off x="6840188" y="2276124"/>
            <a:ext cx="1579046" cy="522230"/>
            <a:chOff x="6853641" y="2534077"/>
            <a:chExt cx="1515545" cy="501229"/>
          </a:xfrm>
        </p:grpSpPr>
        <p:grpSp>
          <p:nvGrpSpPr>
            <p:cNvPr id="3921" name="Google Shape;3921;p58"/>
            <p:cNvGrpSpPr/>
            <p:nvPr/>
          </p:nvGrpSpPr>
          <p:grpSpPr>
            <a:xfrm>
              <a:off x="6853641" y="2618923"/>
              <a:ext cx="1515545" cy="324556"/>
              <a:chOff x="6853641" y="2618923"/>
              <a:chExt cx="1515545" cy="324556"/>
            </a:xfrm>
          </p:grpSpPr>
          <p:sp>
            <p:nvSpPr>
              <p:cNvPr id="3922" name="Google Shape;3922;p58"/>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58"/>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58"/>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58"/>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58"/>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7" name="Google Shape;3927;p58"/>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58"/>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58"/>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58"/>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58"/>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2" name="Google Shape;3932;p58"/>
          <p:cNvGrpSpPr/>
          <p:nvPr/>
        </p:nvGrpSpPr>
        <p:grpSpPr>
          <a:xfrm>
            <a:off x="3435080" y="3151165"/>
            <a:ext cx="1617976" cy="346616"/>
            <a:chOff x="1808063" y="4294338"/>
            <a:chExt cx="3370782" cy="721817"/>
          </a:xfrm>
        </p:grpSpPr>
        <p:sp>
          <p:nvSpPr>
            <p:cNvPr id="3933" name="Google Shape;3933;p58"/>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58"/>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58"/>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58"/>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58"/>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58"/>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58"/>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58"/>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58"/>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58"/>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3" name="Google Shape;3943;p58"/>
          <p:cNvGrpSpPr/>
          <p:nvPr/>
        </p:nvGrpSpPr>
        <p:grpSpPr>
          <a:xfrm>
            <a:off x="5261076" y="3817915"/>
            <a:ext cx="1417067" cy="350605"/>
            <a:chOff x="4234950" y="2101012"/>
            <a:chExt cx="4219974" cy="1044090"/>
          </a:xfrm>
        </p:grpSpPr>
        <p:sp>
          <p:nvSpPr>
            <p:cNvPr id="3944" name="Google Shape;3944;p58"/>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58"/>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58"/>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58"/>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58"/>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58"/>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58"/>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58"/>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58"/>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58"/>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58"/>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58"/>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58"/>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58"/>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58"/>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58"/>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0" name="Google Shape;3960;p58"/>
          <p:cNvGrpSpPr/>
          <p:nvPr/>
        </p:nvGrpSpPr>
        <p:grpSpPr>
          <a:xfrm>
            <a:off x="6836548" y="1808672"/>
            <a:ext cx="1586327" cy="371557"/>
            <a:chOff x="1247650" y="2075423"/>
            <a:chExt cx="6648477" cy="1557238"/>
          </a:xfrm>
        </p:grpSpPr>
        <p:sp>
          <p:nvSpPr>
            <p:cNvPr id="3961" name="Google Shape;3961;p58"/>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58"/>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58"/>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58"/>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58"/>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58"/>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7" name="Google Shape;3967;p58"/>
          <p:cNvGrpSpPr/>
          <p:nvPr/>
        </p:nvGrpSpPr>
        <p:grpSpPr>
          <a:xfrm>
            <a:off x="5267818" y="961862"/>
            <a:ext cx="1415601" cy="1648533"/>
            <a:chOff x="1839112" y="2209163"/>
            <a:chExt cx="1918159" cy="2233784"/>
          </a:xfrm>
        </p:grpSpPr>
        <p:sp>
          <p:nvSpPr>
            <p:cNvPr id="3968" name="Google Shape;3968;p58"/>
            <p:cNvSpPr/>
            <p:nvPr/>
          </p:nvSpPr>
          <p:spPr>
            <a:xfrm>
              <a:off x="1839112"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58"/>
            <p:cNvSpPr/>
            <p:nvPr/>
          </p:nvSpPr>
          <p:spPr>
            <a:xfrm>
              <a:off x="3182171"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58"/>
            <p:cNvSpPr/>
            <p:nvPr/>
          </p:nvSpPr>
          <p:spPr>
            <a:xfrm>
              <a:off x="3182171"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71" name="Google Shape;3971;p58"/>
            <p:cNvCxnSpPr>
              <a:stCxn id="3968" idx="6"/>
              <a:endCxn id="3969" idx="2"/>
            </p:cNvCxnSpPr>
            <p:nvPr/>
          </p:nvCxnSpPr>
          <p:spPr>
            <a:xfrm>
              <a:off x="2414212" y="2496713"/>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3972" name="Google Shape;3972;p58"/>
            <p:cNvCxnSpPr>
              <a:stCxn id="3969" idx="4"/>
              <a:endCxn id="3973"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3974" name="Google Shape;3974;p58"/>
            <p:cNvCxnSpPr>
              <a:stCxn id="3973" idx="6"/>
              <a:endCxn id="3970" idx="2"/>
            </p:cNvCxnSpPr>
            <p:nvPr/>
          </p:nvCxnSpPr>
          <p:spPr>
            <a:xfrm>
              <a:off x="2414212" y="3328316"/>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3975" name="Google Shape;3975;p58"/>
            <p:cNvCxnSpPr>
              <a:stCxn id="3970" idx="4"/>
              <a:endCxn id="3976"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3973" name="Google Shape;3973;p58"/>
            <p:cNvSpPr/>
            <p:nvPr/>
          </p:nvSpPr>
          <p:spPr>
            <a:xfrm>
              <a:off x="1839112"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58"/>
            <p:cNvSpPr/>
            <p:nvPr/>
          </p:nvSpPr>
          <p:spPr>
            <a:xfrm>
              <a:off x="1839112"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58"/>
            <p:cNvSpPr/>
            <p:nvPr/>
          </p:nvSpPr>
          <p:spPr>
            <a:xfrm>
              <a:off x="3182171"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78" name="Google Shape;3978;p58"/>
            <p:cNvCxnSpPr>
              <a:endCxn id="3977"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3979" name="Google Shape;3979;p58"/>
          <p:cNvGrpSpPr/>
          <p:nvPr/>
        </p:nvGrpSpPr>
        <p:grpSpPr>
          <a:xfrm>
            <a:off x="3425084" y="979946"/>
            <a:ext cx="1637968" cy="154942"/>
            <a:chOff x="238125" y="2506075"/>
            <a:chExt cx="7115411" cy="673075"/>
          </a:xfrm>
        </p:grpSpPr>
        <p:sp>
          <p:nvSpPr>
            <p:cNvPr id="3980" name="Google Shape;3980;p58"/>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58"/>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58"/>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58"/>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58"/>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5" name="Google Shape;3985;p58"/>
          <p:cNvGrpSpPr/>
          <p:nvPr/>
        </p:nvGrpSpPr>
        <p:grpSpPr>
          <a:xfrm>
            <a:off x="1965820" y="1294664"/>
            <a:ext cx="1262932" cy="785408"/>
            <a:chOff x="548861" y="389676"/>
            <a:chExt cx="3843371" cy="2390163"/>
          </a:xfrm>
        </p:grpSpPr>
        <p:cxnSp>
          <p:nvCxnSpPr>
            <p:cNvPr id="3986" name="Google Shape;3986;p58"/>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3987" name="Google Shape;3987;p58"/>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3988" name="Google Shape;3988;p58"/>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3989" name="Google Shape;3989;p58"/>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3990" name="Google Shape;3990;p58"/>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3991" name="Google Shape;3991;p58"/>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92" name="Google Shape;3992;p58"/>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3993" name="Google Shape;3993;p58"/>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58"/>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58"/>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58"/>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58"/>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58"/>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9" name="Google Shape;3999;p58"/>
          <p:cNvGrpSpPr/>
          <p:nvPr/>
        </p:nvGrpSpPr>
        <p:grpSpPr>
          <a:xfrm>
            <a:off x="753952" y="2401541"/>
            <a:ext cx="1412054" cy="633562"/>
            <a:chOff x="1187400" y="2529299"/>
            <a:chExt cx="6769193" cy="2241903"/>
          </a:xfrm>
        </p:grpSpPr>
        <p:sp>
          <p:nvSpPr>
            <p:cNvPr id="4000" name="Google Shape;4000;p58"/>
            <p:cNvSpPr/>
            <p:nvPr/>
          </p:nvSpPr>
          <p:spPr>
            <a:xfrm>
              <a:off x="3802943" y="2529299"/>
              <a:ext cx="1538100" cy="442500"/>
            </a:xfrm>
            <a:prstGeom prst="roundRect">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4001" name="Google Shape;4001;p58"/>
            <p:cNvSpPr/>
            <p:nvPr/>
          </p:nvSpPr>
          <p:spPr>
            <a:xfrm>
              <a:off x="5573240"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002" name="Google Shape;4002;p58"/>
            <p:cNvSpPr/>
            <p:nvPr/>
          </p:nvSpPr>
          <p:spPr>
            <a:xfrm>
              <a:off x="2032647"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003" name="Google Shape;4003;p58"/>
            <p:cNvSpPr/>
            <p:nvPr/>
          </p:nvSpPr>
          <p:spPr>
            <a:xfrm>
              <a:off x="11874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004" name="Google Shape;4004;p58"/>
            <p:cNvSpPr/>
            <p:nvPr/>
          </p:nvSpPr>
          <p:spPr>
            <a:xfrm>
              <a:off x="28778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005" name="Google Shape;4005;p58"/>
            <p:cNvSpPr/>
            <p:nvPr/>
          </p:nvSpPr>
          <p:spPr>
            <a:xfrm>
              <a:off x="47280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006" name="Google Shape;4006;p58"/>
            <p:cNvSpPr/>
            <p:nvPr/>
          </p:nvSpPr>
          <p:spPr>
            <a:xfrm>
              <a:off x="64184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cxnSp>
          <p:nvCxnSpPr>
            <p:cNvPr id="4007" name="Google Shape;4007;p58"/>
            <p:cNvCxnSpPr>
              <a:stCxn id="4000" idx="2"/>
              <a:endCxn id="4001"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008" name="Google Shape;4008;p58"/>
            <p:cNvCxnSpPr>
              <a:stCxn id="4002" idx="0"/>
              <a:endCxn id="4000"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009" name="Google Shape;4009;p58"/>
            <p:cNvCxnSpPr>
              <a:stCxn id="4002" idx="2"/>
              <a:endCxn id="4004" idx="0"/>
            </p:cNvCxnSpPr>
            <p:nvPr/>
          </p:nvCxnSpPr>
          <p:spPr>
            <a:xfrm rot="-5400000" flipH="1">
              <a:off x="2995647" y="3677550"/>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010" name="Google Shape;4010;p58"/>
            <p:cNvCxnSpPr>
              <a:stCxn id="4003" idx="0"/>
              <a:endCxn id="4002" idx="2"/>
            </p:cNvCxnSpPr>
            <p:nvPr/>
          </p:nvCxnSpPr>
          <p:spPr>
            <a:xfrm rot="-5400000">
              <a:off x="21504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011" name="Google Shape;4011;p58"/>
            <p:cNvCxnSpPr>
              <a:stCxn id="4001" idx="2"/>
              <a:endCxn id="4006" idx="0"/>
            </p:cNvCxnSpPr>
            <p:nvPr/>
          </p:nvCxnSpPr>
          <p:spPr>
            <a:xfrm rot="-5400000" flipH="1">
              <a:off x="6536390" y="3677400"/>
              <a:ext cx="457200" cy="8454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012" name="Google Shape;4012;p58"/>
            <p:cNvCxnSpPr>
              <a:stCxn id="4005" idx="0"/>
              <a:endCxn id="4001" idx="2"/>
            </p:cNvCxnSpPr>
            <p:nvPr/>
          </p:nvCxnSpPr>
          <p:spPr>
            <a:xfrm rot="-5400000">
              <a:off x="56910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4013" name="Google Shape;4013;p58"/>
          <p:cNvGrpSpPr/>
          <p:nvPr/>
        </p:nvGrpSpPr>
        <p:grpSpPr>
          <a:xfrm>
            <a:off x="6840198" y="2894250"/>
            <a:ext cx="1579035" cy="540873"/>
            <a:chOff x="6895650" y="3126697"/>
            <a:chExt cx="1436662" cy="492105"/>
          </a:xfrm>
        </p:grpSpPr>
        <p:sp>
          <p:nvSpPr>
            <p:cNvPr id="4014" name="Google Shape;4014;p58"/>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58"/>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58"/>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58"/>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58"/>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9" name="Google Shape;4019;p58"/>
            <p:cNvGrpSpPr/>
            <p:nvPr/>
          </p:nvGrpSpPr>
          <p:grpSpPr>
            <a:xfrm>
              <a:off x="6995957" y="3335810"/>
              <a:ext cx="1230393" cy="71754"/>
              <a:chOff x="6995957" y="3287964"/>
              <a:chExt cx="1230393" cy="71754"/>
            </a:xfrm>
          </p:grpSpPr>
          <p:sp>
            <p:nvSpPr>
              <p:cNvPr id="4020" name="Google Shape;4020;p58"/>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58"/>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58"/>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58"/>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58"/>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25" name="Google Shape;4025;p58"/>
          <p:cNvGrpSpPr/>
          <p:nvPr/>
        </p:nvGrpSpPr>
        <p:grpSpPr>
          <a:xfrm>
            <a:off x="6838780" y="3531013"/>
            <a:ext cx="1581862" cy="650625"/>
            <a:chOff x="6777990" y="3710194"/>
            <a:chExt cx="1646915" cy="677382"/>
          </a:xfrm>
        </p:grpSpPr>
        <p:grpSp>
          <p:nvGrpSpPr>
            <p:cNvPr id="4026" name="Google Shape;4026;p58"/>
            <p:cNvGrpSpPr/>
            <p:nvPr/>
          </p:nvGrpSpPr>
          <p:grpSpPr>
            <a:xfrm>
              <a:off x="6777990" y="3874492"/>
              <a:ext cx="411129" cy="513083"/>
              <a:chOff x="6777990" y="3874492"/>
              <a:chExt cx="411129" cy="513083"/>
            </a:xfrm>
          </p:grpSpPr>
          <p:cxnSp>
            <p:nvCxnSpPr>
              <p:cNvPr id="4027" name="Google Shape;4027;p58"/>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4028" name="Google Shape;4028;p58"/>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9" name="Google Shape;4029;p58"/>
            <p:cNvGrpSpPr/>
            <p:nvPr/>
          </p:nvGrpSpPr>
          <p:grpSpPr>
            <a:xfrm>
              <a:off x="7188425" y="3710194"/>
              <a:ext cx="411123" cy="520535"/>
              <a:chOff x="7188425" y="3710194"/>
              <a:chExt cx="411123" cy="520535"/>
            </a:xfrm>
          </p:grpSpPr>
          <p:cxnSp>
            <p:nvCxnSpPr>
              <p:cNvPr id="4030" name="Google Shape;4030;p58"/>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4031" name="Google Shape;4031;p58"/>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2" name="Google Shape;4032;p58"/>
            <p:cNvGrpSpPr/>
            <p:nvPr/>
          </p:nvGrpSpPr>
          <p:grpSpPr>
            <a:xfrm>
              <a:off x="7603341" y="3874492"/>
              <a:ext cx="411474" cy="513083"/>
              <a:chOff x="7603341" y="3874492"/>
              <a:chExt cx="411474" cy="513083"/>
            </a:xfrm>
          </p:grpSpPr>
          <p:cxnSp>
            <p:nvCxnSpPr>
              <p:cNvPr id="4033" name="Google Shape;4033;p58"/>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4034" name="Google Shape;4034;p58"/>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5" name="Google Shape;4035;p58"/>
            <p:cNvGrpSpPr/>
            <p:nvPr/>
          </p:nvGrpSpPr>
          <p:grpSpPr>
            <a:xfrm>
              <a:off x="8013776" y="3722847"/>
              <a:ext cx="411129" cy="507881"/>
              <a:chOff x="8013776" y="3722847"/>
              <a:chExt cx="411129" cy="507881"/>
            </a:xfrm>
          </p:grpSpPr>
          <p:cxnSp>
            <p:nvCxnSpPr>
              <p:cNvPr id="4036" name="Google Shape;4036;p58"/>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4037" name="Google Shape;4037;p58"/>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38" name="Google Shape;4038;p58"/>
          <p:cNvGrpSpPr/>
          <p:nvPr/>
        </p:nvGrpSpPr>
        <p:grpSpPr>
          <a:xfrm>
            <a:off x="5258295" y="2703853"/>
            <a:ext cx="1421889" cy="1020603"/>
            <a:chOff x="5190863" y="2824811"/>
            <a:chExt cx="1544860" cy="1108869"/>
          </a:xfrm>
        </p:grpSpPr>
        <p:grpSp>
          <p:nvGrpSpPr>
            <p:cNvPr id="4039" name="Google Shape;4039;p58"/>
            <p:cNvGrpSpPr/>
            <p:nvPr/>
          </p:nvGrpSpPr>
          <p:grpSpPr>
            <a:xfrm>
              <a:off x="5938695" y="3176919"/>
              <a:ext cx="685761" cy="404739"/>
              <a:chOff x="5938695" y="3176919"/>
              <a:chExt cx="685761" cy="404739"/>
            </a:xfrm>
          </p:grpSpPr>
          <p:grpSp>
            <p:nvGrpSpPr>
              <p:cNvPr id="4040" name="Google Shape;4040;p58"/>
              <p:cNvGrpSpPr/>
              <p:nvPr/>
            </p:nvGrpSpPr>
            <p:grpSpPr>
              <a:xfrm>
                <a:off x="5938695" y="3176919"/>
                <a:ext cx="685761" cy="404739"/>
                <a:chOff x="5938695" y="3176919"/>
                <a:chExt cx="685761" cy="404739"/>
              </a:xfrm>
            </p:grpSpPr>
            <p:sp>
              <p:nvSpPr>
                <p:cNvPr id="4041" name="Google Shape;4041;p58"/>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58"/>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43" name="Google Shape;4043;p58"/>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4" name="Google Shape;4044;p58"/>
            <p:cNvGrpSpPr/>
            <p:nvPr/>
          </p:nvGrpSpPr>
          <p:grpSpPr>
            <a:xfrm>
              <a:off x="5305233" y="3176835"/>
              <a:ext cx="685971" cy="404655"/>
              <a:chOff x="5305233" y="3176835"/>
              <a:chExt cx="685971" cy="404655"/>
            </a:xfrm>
          </p:grpSpPr>
          <p:grpSp>
            <p:nvGrpSpPr>
              <p:cNvPr id="4045" name="Google Shape;4045;p58"/>
              <p:cNvGrpSpPr/>
              <p:nvPr/>
            </p:nvGrpSpPr>
            <p:grpSpPr>
              <a:xfrm>
                <a:off x="5305233" y="3176835"/>
                <a:ext cx="685971" cy="404655"/>
                <a:chOff x="5305233" y="3176835"/>
                <a:chExt cx="685971" cy="404655"/>
              </a:xfrm>
            </p:grpSpPr>
            <p:sp>
              <p:nvSpPr>
                <p:cNvPr id="4046" name="Google Shape;4046;p58"/>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58"/>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48" name="Google Shape;4048;p58"/>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49" name="Google Shape;4049;p58"/>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50" name="Google Shape;4050;p58"/>
            <p:cNvGrpSpPr/>
            <p:nvPr/>
          </p:nvGrpSpPr>
          <p:grpSpPr>
            <a:xfrm>
              <a:off x="5657361" y="2824811"/>
              <a:ext cx="1078361" cy="404655"/>
              <a:chOff x="5657361" y="2824811"/>
              <a:chExt cx="1078361" cy="404655"/>
            </a:xfrm>
          </p:grpSpPr>
          <p:grpSp>
            <p:nvGrpSpPr>
              <p:cNvPr id="4051" name="Google Shape;4051;p58"/>
              <p:cNvGrpSpPr/>
              <p:nvPr/>
            </p:nvGrpSpPr>
            <p:grpSpPr>
              <a:xfrm>
                <a:off x="5657361" y="2824811"/>
                <a:ext cx="1078361" cy="404655"/>
                <a:chOff x="5657361" y="2824811"/>
                <a:chExt cx="1078361" cy="404655"/>
              </a:xfrm>
            </p:grpSpPr>
            <p:grpSp>
              <p:nvGrpSpPr>
                <p:cNvPr id="4052" name="Google Shape;4052;p58"/>
                <p:cNvGrpSpPr/>
                <p:nvPr/>
              </p:nvGrpSpPr>
              <p:grpSpPr>
                <a:xfrm>
                  <a:off x="5938485" y="2824811"/>
                  <a:ext cx="797237" cy="404655"/>
                  <a:chOff x="5938485" y="2824811"/>
                  <a:chExt cx="797237" cy="404655"/>
                </a:xfrm>
              </p:grpSpPr>
              <p:sp>
                <p:nvSpPr>
                  <p:cNvPr id="4053" name="Google Shape;4053;p58"/>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58"/>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5" name="Google Shape;4055;p58"/>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6" name="Google Shape;4056;p58"/>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7" name="Google Shape;4057;p58"/>
            <p:cNvGrpSpPr/>
            <p:nvPr/>
          </p:nvGrpSpPr>
          <p:grpSpPr>
            <a:xfrm>
              <a:off x="5190863" y="3528942"/>
              <a:ext cx="1078026" cy="404739"/>
              <a:chOff x="5190863" y="3528942"/>
              <a:chExt cx="1078026" cy="404739"/>
            </a:xfrm>
          </p:grpSpPr>
          <p:sp>
            <p:nvSpPr>
              <p:cNvPr id="4058" name="Google Shape;4058;p58"/>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59" name="Google Shape;4059;p58"/>
              <p:cNvGrpSpPr/>
              <p:nvPr/>
            </p:nvGrpSpPr>
            <p:grpSpPr>
              <a:xfrm>
                <a:off x="5190863" y="3528942"/>
                <a:ext cx="1078026" cy="404739"/>
                <a:chOff x="5190863" y="3528942"/>
                <a:chExt cx="1078026" cy="404739"/>
              </a:xfrm>
            </p:grpSpPr>
            <p:sp>
              <p:nvSpPr>
                <p:cNvPr id="4060" name="Google Shape;4060;p58"/>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58"/>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062" name="Google Shape;4062;p58"/>
          <p:cNvGrpSpPr/>
          <p:nvPr/>
        </p:nvGrpSpPr>
        <p:grpSpPr>
          <a:xfrm>
            <a:off x="724302" y="1268321"/>
            <a:ext cx="1086719" cy="879487"/>
            <a:chOff x="803162" y="1474292"/>
            <a:chExt cx="1086719" cy="879487"/>
          </a:xfrm>
        </p:grpSpPr>
        <p:grpSp>
          <p:nvGrpSpPr>
            <p:cNvPr id="4063" name="Google Shape;4063;p58"/>
            <p:cNvGrpSpPr/>
            <p:nvPr/>
          </p:nvGrpSpPr>
          <p:grpSpPr>
            <a:xfrm>
              <a:off x="803162" y="1625948"/>
              <a:ext cx="445856" cy="576579"/>
              <a:chOff x="803162" y="1625948"/>
              <a:chExt cx="445856" cy="576579"/>
            </a:xfrm>
          </p:grpSpPr>
          <p:sp>
            <p:nvSpPr>
              <p:cNvPr id="4064" name="Google Shape;4064;p58"/>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65" name="Google Shape;4065;p58"/>
              <p:cNvGrpSpPr/>
              <p:nvPr/>
            </p:nvGrpSpPr>
            <p:grpSpPr>
              <a:xfrm>
                <a:off x="1056023" y="1625948"/>
                <a:ext cx="192995" cy="576579"/>
                <a:chOff x="1056023" y="1625948"/>
                <a:chExt cx="192995" cy="576579"/>
              </a:xfrm>
            </p:grpSpPr>
            <p:sp>
              <p:nvSpPr>
                <p:cNvPr id="4066" name="Google Shape;4066;p58"/>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58"/>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58"/>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58"/>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58"/>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1" name="Google Shape;4071;p58"/>
            <p:cNvGrpSpPr/>
            <p:nvPr/>
          </p:nvGrpSpPr>
          <p:grpSpPr>
            <a:xfrm>
              <a:off x="1371406" y="1474292"/>
              <a:ext cx="518475" cy="879487"/>
              <a:chOff x="1398231" y="1474292"/>
              <a:chExt cx="518475" cy="879487"/>
            </a:xfrm>
          </p:grpSpPr>
          <p:grpSp>
            <p:nvGrpSpPr>
              <p:cNvPr id="4072" name="Google Shape;4072;p58"/>
              <p:cNvGrpSpPr/>
              <p:nvPr/>
            </p:nvGrpSpPr>
            <p:grpSpPr>
              <a:xfrm>
                <a:off x="1398231" y="1474292"/>
                <a:ext cx="518475" cy="341643"/>
                <a:chOff x="1398231" y="1474292"/>
                <a:chExt cx="518475" cy="341643"/>
              </a:xfrm>
            </p:grpSpPr>
            <p:sp>
              <p:nvSpPr>
                <p:cNvPr id="4073" name="Google Shape;4073;p58"/>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4" name="Google Shape;4074;p58"/>
                <p:cNvGrpSpPr/>
                <p:nvPr/>
              </p:nvGrpSpPr>
              <p:grpSpPr>
                <a:xfrm>
                  <a:off x="1616453" y="1474292"/>
                  <a:ext cx="300253" cy="341643"/>
                  <a:chOff x="1616453" y="1475379"/>
                  <a:chExt cx="300253" cy="341643"/>
                </a:xfrm>
              </p:grpSpPr>
              <p:sp>
                <p:nvSpPr>
                  <p:cNvPr id="4075" name="Google Shape;4075;p58"/>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58"/>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58"/>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58"/>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58"/>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58"/>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58"/>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82" name="Google Shape;4082;p58"/>
                  <p:cNvGrpSpPr/>
                  <p:nvPr/>
                </p:nvGrpSpPr>
                <p:grpSpPr>
                  <a:xfrm>
                    <a:off x="1839639" y="1475379"/>
                    <a:ext cx="77067" cy="341643"/>
                    <a:chOff x="1839639" y="1475379"/>
                    <a:chExt cx="77067" cy="341643"/>
                  </a:xfrm>
                </p:grpSpPr>
                <p:sp>
                  <p:nvSpPr>
                    <p:cNvPr id="4083" name="Google Shape;4083;p58"/>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58"/>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085" name="Google Shape;4085;p58"/>
              <p:cNvGrpSpPr/>
              <p:nvPr/>
            </p:nvGrpSpPr>
            <p:grpSpPr>
              <a:xfrm>
                <a:off x="1398451" y="2012951"/>
                <a:ext cx="518255" cy="340828"/>
                <a:chOff x="1398451" y="2012951"/>
                <a:chExt cx="518255" cy="340828"/>
              </a:xfrm>
            </p:grpSpPr>
            <p:sp>
              <p:nvSpPr>
                <p:cNvPr id="4086" name="Google Shape;4086;p58"/>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87" name="Google Shape;4087;p58"/>
                <p:cNvGrpSpPr/>
                <p:nvPr/>
              </p:nvGrpSpPr>
              <p:grpSpPr>
                <a:xfrm>
                  <a:off x="1616453" y="2012951"/>
                  <a:ext cx="300253" cy="340828"/>
                  <a:chOff x="1616453" y="2013538"/>
                  <a:chExt cx="300253" cy="340828"/>
                </a:xfrm>
              </p:grpSpPr>
              <p:sp>
                <p:nvSpPr>
                  <p:cNvPr id="4088" name="Google Shape;4088;p58"/>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58"/>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58"/>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58"/>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58"/>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58"/>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58"/>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5" name="Google Shape;4095;p58"/>
                  <p:cNvGrpSpPr/>
                  <p:nvPr/>
                </p:nvGrpSpPr>
                <p:grpSpPr>
                  <a:xfrm>
                    <a:off x="1839639" y="2013538"/>
                    <a:ext cx="77067" cy="340828"/>
                    <a:chOff x="1839639" y="2013538"/>
                    <a:chExt cx="77067" cy="340828"/>
                  </a:xfrm>
                </p:grpSpPr>
                <p:sp>
                  <p:nvSpPr>
                    <p:cNvPr id="4096" name="Google Shape;4096;p58"/>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58"/>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4098" name="Google Shape;4098;p58"/>
          <p:cNvGrpSpPr/>
          <p:nvPr/>
        </p:nvGrpSpPr>
        <p:grpSpPr>
          <a:xfrm>
            <a:off x="721126" y="3399508"/>
            <a:ext cx="1368681" cy="682918"/>
            <a:chOff x="724986" y="3605478"/>
            <a:chExt cx="1368681" cy="682918"/>
          </a:xfrm>
        </p:grpSpPr>
        <p:grpSp>
          <p:nvGrpSpPr>
            <p:cNvPr id="4099" name="Google Shape;4099;p58"/>
            <p:cNvGrpSpPr/>
            <p:nvPr/>
          </p:nvGrpSpPr>
          <p:grpSpPr>
            <a:xfrm>
              <a:off x="1289102" y="3823629"/>
              <a:ext cx="240442" cy="250435"/>
              <a:chOff x="-165066" y="3843615"/>
              <a:chExt cx="221259" cy="230455"/>
            </a:xfrm>
          </p:grpSpPr>
          <p:sp>
            <p:nvSpPr>
              <p:cNvPr id="4100" name="Google Shape;4100;p58"/>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58"/>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58"/>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58"/>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58"/>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58"/>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58"/>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58"/>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58"/>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58"/>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58"/>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58"/>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58"/>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58"/>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58"/>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58"/>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58"/>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58"/>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58"/>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58"/>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0" name="Google Shape;4120;p58"/>
            <p:cNvGrpSpPr/>
            <p:nvPr/>
          </p:nvGrpSpPr>
          <p:grpSpPr>
            <a:xfrm>
              <a:off x="724986" y="3605478"/>
              <a:ext cx="1368681" cy="682918"/>
              <a:chOff x="724986" y="3605478"/>
              <a:chExt cx="1368681" cy="682918"/>
            </a:xfrm>
          </p:grpSpPr>
          <p:grpSp>
            <p:nvGrpSpPr>
              <p:cNvPr id="4121" name="Google Shape;4121;p58"/>
              <p:cNvGrpSpPr/>
              <p:nvPr/>
            </p:nvGrpSpPr>
            <p:grpSpPr>
              <a:xfrm>
                <a:off x="1498221" y="4047614"/>
                <a:ext cx="529172" cy="240783"/>
                <a:chOff x="1498221" y="4047614"/>
                <a:chExt cx="529172" cy="240783"/>
              </a:xfrm>
            </p:grpSpPr>
            <p:grpSp>
              <p:nvGrpSpPr>
                <p:cNvPr id="4122" name="Google Shape;4122;p58"/>
                <p:cNvGrpSpPr/>
                <p:nvPr/>
              </p:nvGrpSpPr>
              <p:grpSpPr>
                <a:xfrm>
                  <a:off x="1826655" y="4224370"/>
                  <a:ext cx="200738" cy="25631"/>
                  <a:chOff x="1826655" y="4224370"/>
                  <a:chExt cx="200738" cy="25631"/>
                </a:xfrm>
              </p:grpSpPr>
              <p:sp>
                <p:nvSpPr>
                  <p:cNvPr id="4123" name="Google Shape;4123;p58"/>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58"/>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5" name="Google Shape;4125;p58"/>
                <p:cNvGrpSpPr/>
                <p:nvPr/>
              </p:nvGrpSpPr>
              <p:grpSpPr>
                <a:xfrm>
                  <a:off x="1498221" y="4047614"/>
                  <a:ext cx="328444" cy="240783"/>
                  <a:chOff x="1498221" y="4047614"/>
                  <a:chExt cx="328444" cy="240783"/>
                </a:xfrm>
              </p:grpSpPr>
              <p:sp>
                <p:nvSpPr>
                  <p:cNvPr id="4126" name="Google Shape;4126;p58"/>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27" name="Google Shape;4127;p58"/>
                  <p:cNvGrpSpPr/>
                  <p:nvPr/>
                </p:nvGrpSpPr>
                <p:grpSpPr>
                  <a:xfrm>
                    <a:off x="1498221" y="4047614"/>
                    <a:ext cx="150566" cy="190416"/>
                    <a:chOff x="1498221" y="4047614"/>
                    <a:chExt cx="150566" cy="190416"/>
                  </a:xfrm>
                </p:grpSpPr>
                <p:sp>
                  <p:nvSpPr>
                    <p:cNvPr id="4128" name="Google Shape;4128;p58"/>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58"/>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130" name="Google Shape;4130;p58"/>
              <p:cNvGrpSpPr/>
              <p:nvPr/>
            </p:nvGrpSpPr>
            <p:grpSpPr>
              <a:xfrm>
                <a:off x="1560718" y="3800594"/>
                <a:ext cx="532948" cy="302090"/>
                <a:chOff x="1560718" y="3800594"/>
                <a:chExt cx="532948" cy="302090"/>
              </a:xfrm>
            </p:grpSpPr>
            <p:grpSp>
              <p:nvGrpSpPr>
                <p:cNvPr id="4131" name="Google Shape;4131;p58"/>
                <p:cNvGrpSpPr/>
                <p:nvPr/>
              </p:nvGrpSpPr>
              <p:grpSpPr>
                <a:xfrm>
                  <a:off x="1912179" y="3827344"/>
                  <a:ext cx="181487" cy="25631"/>
                  <a:chOff x="1912179" y="3827344"/>
                  <a:chExt cx="181487" cy="25631"/>
                </a:xfrm>
              </p:grpSpPr>
              <p:sp>
                <p:nvSpPr>
                  <p:cNvPr id="4132" name="Google Shape;4132;p58"/>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58"/>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4" name="Google Shape;4134;p58"/>
                <p:cNvGrpSpPr/>
                <p:nvPr/>
              </p:nvGrpSpPr>
              <p:grpSpPr>
                <a:xfrm>
                  <a:off x="1912179" y="4044505"/>
                  <a:ext cx="181487" cy="25622"/>
                  <a:chOff x="1912179" y="4044506"/>
                  <a:chExt cx="181487" cy="25622"/>
                </a:xfrm>
              </p:grpSpPr>
              <p:sp>
                <p:nvSpPr>
                  <p:cNvPr id="4135" name="Google Shape;4135;p58"/>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58"/>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7" name="Google Shape;4137;p58"/>
                <p:cNvGrpSpPr/>
                <p:nvPr/>
              </p:nvGrpSpPr>
              <p:grpSpPr>
                <a:xfrm>
                  <a:off x="1560718" y="3800594"/>
                  <a:ext cx="351472" cy="302090"/>
                  <a:chOff x="1560718" y="3800594"/>
                  <a:chExt cx="351472" cy="302090"/>
                </a:xfrm>
              </p:grpSpPr>
              <p:grpSp>
                <p:nvGrpSpPr>
                  <p:cNvPr id="4138" name="Google Shape;4138;p58"/>
                  <p:cNvGrpSpPr/>
                  <p:nvPr/>
                </p:nvGrpSpPr>
                <p:grpSpPr>
                  <a:xfrm>
                    <a:off x="1560718" y="3842857"/>
                    <a:ext cx="173586" cy="217131"/>
                    <a:chOff x="1560718" y="3842857"/>
                    <a:chExt cx="173586" cy="217131"/>
                  </a:xfrm>
                </p:grpSpPr>
                <p:sp>
                  <p:nvSpPr>
                    <p:cNvPr id="4139" name="Google Shape;4139;p58"/>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58"/>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58"/>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42" name="Google Shape;4142;p58"/>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58"/>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144" name="Google Shape;4144;p58"/>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45" name="Google Shape;4145;p58"/>
              <p:cNvGrpSpPr/>
              <p:nvPr/>
            </p:nvGrpSpPr>
            <p:grpSpPr>
              <a:xfrm>
                <a:off x="785350" y="3605478"/>
                <a:ext cx="535311" cy="249245"/>
                <a:chOff x="785350" y="3605478"/>
                <a:chExt cx="535311" cy="249245"/>
              </a:xfrm>
            </p:grpSpPr>
            <p:grpSp>
              <p:nvGrpSpPr>
                <p:cNvPr id="4146" name="Google Shape;4146;p58"/>
                <p:cNvGrpSpPr/>
                <p:nvPr/>
              </p:nvGrpSpPr>
              <p:grpSpPr>
                <a:xfrm>
                  <a:off x="785350" y="3605478"/>
                  <a:ext cx="376191" cy="102736"/>
                  <a:chOff x="785350" y="3605478"/>
                  <a:chExt cx="376191" cy="102736"/>
                </a:xfrm>
              </p:grpSpPr>
              <p:sp>
                <p:nvSpPr>
                  <p:cNvPr id="4147" name="Google Shape;4147;p58"/>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58"/>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58"/>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0" name="Google Shape;4150;p58"/>
                <p:cNvGrpSpPr/>
                <p:nvPr/>
              </p:nvGrpSpPr>
              <p:grpSpPr>
                <a:xfrm>
                  <a:off x="1161530" y="3655851"/>
                  <a:ext cx="159131" cy="198872"/>
                  <a:chOff x="1161530" y="3655851"/>
                  <a:chExt cx="159131" cy="198872"/>
                </a:xfrm>
              </p:grpSpPr>
              <p:sp>
                <p:nvSpPr>
                  <p:cNvPr id="4151" name="Google Shape;4151;p58"/>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58"/>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53" name="Google Shape;4153;p58"/>
              <p:cNvGrpSpPr/>
              <p:nvPr/>
            </p:nvGrpSpPr>
            <p:grpSpPr>
              <a:xfrm>
                <a:off x="785350" y="4047614"/>
                <a:ext cx="535311" cy="240783"/>
                <a:chOff x="785350" y="4047614"/>
                <a:chExt cx="535311" cy="240783"/>
              </a:xfrm>
            </p:grpSpPr>
            <p:grpSp>
              <p:nvGrpSpPr>
                <p:cNvPr id="4154" name="Google Shape;4154;p58"/>
                <p:cNvGrpSpPr/>
                <p:nvPr/>
              </p:nvGrpSpPr>
              <p:grpSpPr>
                <a:xfrm>
                  <a:off x="1161636" y="4047614"/>
                  <a:ext cx="159025" cy="190415"/>
                  <a:chOff x="1161636" y="4047614"/>
                  <a:chExt cx="159025" cy="190415"/>
                </a:xfrm>
              </p:grpSpPr>
              <p:sp>
                <p:nvSpPr>
                  <p:cNvPr id="4155" name="Google Shape;4155;p58"/>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58"/>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7" name="Google Shape;4157;p58"/>
                <p:cNvGrpSpPr/>
                <p:nvPr/>
              </p:nvGrpSpPr>
              <p:grpSpPr>
                <a:xfrm>
                  <a:off x="785350" y="4185661"/>
                  <a:ext cx="376191" cy="102736"/>
                  <a:chOff x="785350" y="4185661"/>
                  <a:chExt cx="376191" cy="102736"/>
                </a:xfrm>
              </p:grpSpPr>
              <p:sp>
                <p:nvSpPr>
                  <p:cNvPr id="4158" name="Google Shape;4158;p58"/>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58"/>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58"/>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61" name="Google Shape;4161;p58"/>
              <p:cNvGrpSpPr/>
              <p:nvPr/>
            </p:nvGrpSpPr>
            <p:grpSpPr>
              <a:xfrm>
                <a:off x="1501054" y="3605478"/>
                <a:ext cx="526340" cy="249240"/>
                <a:chOff x="1501054" y="3605478"/>
                <a:chExt cx="526340" cy="249240"/>
              </a:xfrm>
            </p:grpSpPr>
            <p:grpSp>
              <p:nvGrpSpPr>
                <p:cNvPr id="4162" name="Google Shape;4162;p58"/>
                <p:cNvGrpSpPr/>
                <p:nvPr/>
              </p:nvGrpSpPr>
              <p:grpSpPr>
                <a:xfrm>
                  <a:off x="1834208" y="3643867"/>
                  <a:ext cx="193185" cy="25622"/>
                  <a:chOff x="1834208" y="3643867"/>
                  <a:chExt cx="193185" cy="25622"/>
                </a:xfrm>
              </p:grpSpPr>
              <p:sp>
                <p:nvSpPr>
                  <p:cNvPr id="4163" name="Google Shape;4163;p58"/>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58"/>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5" name="Google Shape;4165;p58"/>
                <p:cNvGrpSpPr/>
                <p:nvPr/>
              </p:nvGrpSpPr>
              <p:grpSpPr>
                <a:xfrm>
                  <a:off x="1501054" y="3605478"/>
                  <a:ext cx="333165" cy="249240"/>
                  <a:chOff x="1501054" y="3605478"/>
                  <a:chExt cx="333165" cy="249240"/>
                </a:xfrm>
              </p:grpSpPr>
              <p:sp>
                <p:nvSpPr>
                  <p:cNvPr id="4166" name="Google Shape;4166;p58"/>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7" name="Google Shape;4167;p58"/>
                  <p:cNvGrpSpPr/>
                  <p:nvPr/>
                </p:nvGrpSpPr>
                <p:grpSpPr>
                  <a:xfrm>
                    <a:off x="1501054" y="3655851"/>
                    <a:ext cx="155286" cy="198867"/>
                    <a:chOff x="1501054" y="3655851"/>
                    <a:chExt cx="155286" cy="198867"/>
                  </a:xfrm>
                </p:grpSpPr>
                <p:sp>
                  <p:nvSpPr>
                    <p:cNvPr id="4168" name="Google Shape;4168;p58"/>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58"/>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170" name="Google Shape;4170;p58"/>
              <p:cNvGrpSpPr/>
              <p:nvPr/>
            </p:nvGrpSpPr>
            <p:grpSpPr>
              <a:xfrm>
                <a:off x="724986" y="3800594"/>
                <a:ext cx="532950" cy="302090"/>
                <a:chOff x="724986" y="3800594"/>
                <a:chExt cx="532950" cy="302090"/>
              </a:xfrm>
            </p:grpSpPr>
            <p:grpSp>
              <p:nvGrpSpPr>
                <p:cNvPr id="4171" name="Google Shape;4171;p58"/>
                <p:cNvGrpSpPr/>
                <p:nvPr/>
              </p:nvGrpSpPr>
              <p:grpSpPr>
                <a:xfrm>
                  <a:off x="724986" y="4044367"/>
                  <a:ext cx="181314" cy="25626"/>
                  <a:chOff x="724986" y="4044367"/>
                  <a:chExt cx="181314" cy="25626"/>
                </a:xfrm>
              </p:grpSpPr>
              <p:sp>
                <p:nvSpPr>
                  <p:cNvPr id="4172" name="Google Shape;4172;p58"/>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58"/>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4" name="Google Shape;4174;p58"/>
                <p:cNvGrpSpPr/>
                <p:nvPr/>
              </p:nvGrpSpPr>
              <p:grpSpPr>
                <a:xfrm>
                  <a:off x="906290" y="3800594"/>
                  <a:ext cx="351646" cy="302090"/>
                  <a:chOff x="906290" y="3800594"/>
                  <a:chExt cx="351646" cy="302090"/>
                </a:xfrm>
              </p:grpSpPr>
              <p:grpSp>
                <p:nvGrpSpPr>
                  <p:cNvPr id="4175" name="Google Shape;4175;p58"/>
                  <p:cNvGrpSpPr/>
                  <p:nvPr/>
                </p:nvGrpSpPr>
                <p:grpSpPr>
                  <a:xfrm>
                    <a:off x="1084172" y="3842857"/>
                    <a:ext cx="173764" cy="217131"/>
                    <a:chOff x="1084172" y="3842857"/>
                    <a:chExt cx="173764" cy="217131"/>
                  </a:xfrm>
                </p:grpSpPr>
                <p:grpSp>
                  <p:nvGrpSpPr>
                    <p:cNvPr id="4176" name="Google Shape;4176;p58"/>
                    <p:cNvGrpSpPr/>
                    <p:nvPr/>
                  </p:nvGrpSpPr>
                  <p:grpSpPr>
                    <a:xfrm>
                      <a:off x="1156862" y="3936509"/>
                      <a:ext cx="101073" cy="25622"/>
                      <a:chOff x="1156862" y="3936509"/>
                      <a:chExt cx="101073" cy="25622"/>
                    </a:xfrm>
                  </p:grpSpPr>
                  <p:sp>
                    <p:nvSpPr>
                      <p:cNvPr id="4177" name="Google Shape;4177;p58"/>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58"/>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79" name="Google Shape;4179;p58"/>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0" name="Google Shape;4180;p58"/>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58"/>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2" name="Google Shape;4182;p58"/>
                <p:cNvGrpSpPr/>
                <p:nvPr/>
              </p:nvGrpSpPr>
              <p:grpSpPr>
                <a:xfrm>
                  <a:off x="724986" y="3830189"/>
                  <a:ext cx="189533" cy="25626"/>
                  <a:chOff x="724986" y="3830189"/>
                  <a:chExt cx="189533" cy="25626"/>
                </a:xfrm>
              </p:grpSpPr>
              <p:sp>
                <p:nvSpPr>
                  <p:cNvPr id="4183" name="Google Shape;4183;p58"/>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58"/>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4185" name="Google Shape;4185;p58"/>
          <p:cNvGrpSpPr/>
          <p:nvPr/>
        </p:nvGrpSpPr>
        <p:grpSpPr>
          <a:xfrm>
            <a:off x="2249438" y="2249669"/>
            <a:ext cx="948701" cy="935378"/>
            <a:chOff x="2253298" y="2428317"/>
            <a:chExt cx="948701" cy="935378"/>
          </a:xfrm>
        </p:grpSpPr>
        <p:sp>
          <p:nvSpPr>
            <p:cNvPr id="4186" name="Google Shape;4186;p58"/>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58"/>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58"/>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58"/>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58"/>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58"/>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58"/>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58"/>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58"/>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58"/>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58"/>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58"/>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58"/>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58"/>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58"/>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58"/>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58"/>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58"/>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58"/>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58"/>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58"/>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58"/>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58"/>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58"/>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58"/>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58"/>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58"/>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58"/>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58"/>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58"/>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58"/>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58"/>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58"/>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5177"/>
        <p:cNvGrpSpPr/>
        <p:nvPr/>
      </p:nvGrpSpPr>
      <p:grpSpPr>
        <a:xfrm>
          <a:off x="0" y="0"/>
          <a:ext cx="0" cy="0"/>
          <a:chOff x="0" y="0"/>
          <a:chExt cx="0" cy="0"/>
        </a:xfrm>
      </p:grpSpPr>
      <p:grpSp>
        <p:nvGrpSpPr>
          <p:cNvPr id="5178" name="Google Shape;5178;p62"/>
          <p:cNvGrpSpPr/>
          <p:nvPr/>
        </p:nvGrpSpPr>
        <p:grpSpPr>
          <a:xfrm>
            <a:off x="821785" y="2307635"/>
            <a:ext cx="339235" cy="298186"/>
            <a:chOff x="898875" y="244725"/>
            <a:chExt cx="481800" cy="423500"/>
          </a:xfrm>
        </p:grpSpPr>
        <p:sp>
          <p:nvSpPr>
            <p:cNvPr id="5179" name="Google Shape;5179;p62"/>
            <p:cNvSpPr/>
            <p:nvPr/>
          </p:nvSpPr>
          <p:spPr>
            <a:xfrm>
              <a:off x="1125675" y="470575"/>
              <a:ext cx="28275" cy="28250"/>
            </a:xfrm>
            <a:custGeom>
              <a:avLst/>
              <a:gdLst/>
              <a:ahLst/>
              <a:cxnLst/>
              <a:rect l="l" t="t" r="r" b="b"/>
              <a:pathLst>
                <a:path w="1131" h="1130" extrusionOk="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80" name="Google Shape;5180;p62"/>
            <p:cNvSpPr/>
            <p:nvPr/>
          </p:nvSpPr>
          <p:spPr>
            <a:xfrm>
              <a:off x="898875" y="244725"/>
              <a:ext cx="481800" cy="225875"/>
            </a:xfrm>
            <a:custGeom>
              <a:avLst/>
              <a:gdLst/>
              <a:ahLst/>
              <a:cxnLst/>
              <a:rect l="l" t="t" r="r" b="b"/>
              <a:pathLst>
                <a:path w="19272" h="9035" extrusionOk="0">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81" name="Google Shape;5181;p62"/>
            <p:cNvSpPr/>
            <p:nvPr/>
          </p:nvSpPr>
          <p:spPr>
            <a:xfrm>
              <a:off x="1324200" y="385900"/>
              <a:ext cx="56475" cy="197625"/>
            </a:xfrm>
            <a:custGeom>
              <a:avLst/>
              <a:gdLst/>
              <a:ahLst/>
              <a:cxnLst/>
              <a:rect l="l" t="t" r="r" b="b"/>
              <a:pathLst>
                <a:path w="2259" h="7905" extrusionOk="0">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82" name="Google Shape;5182;p62"/>
            <p:cNvSpPr/>
            <p:nvPr/>
          </p:nvSpPr>
          <p:spPr>
            <a:xfrm>
              <a:off x="898875" y="385900"/>
              <a:ext cx="56475" cy="197625"/>
            </a:xfrm>
            <a:custGeom>
              <a:avLst/>
              <a:gdLst/>
              <a:ahLst/>
              <a:cxnLst/>
              <a:rect l="l" t="t" r="r" b="b"/>
              <a:pathLst>
                <a:path w="2259" h="7905" extrusionOk="0">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83" name="Google Shape;5183;p62"/>
            <p:cNvSpPr/>
            <p:nvPr/>
          </p:nvSpPr>
          <p:spPr>
            <a:xfrm>
              <a:off x="1063650" y="414125"/>
              <a:ext cx="146750" cy="141125"/>
            </a:xfrm>
            <a:custGeom>
              <a:avLst/>
              <a:gdLst/>
              <a:ahLst/>
              <a:cxnLst/>
              <a:rect l="l" t="t" r="r" b="b"/>
              <a:pathLst>
                <a:path w="5870" h="5645" extrusionOk="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84" name="Google Shape;5184;p62"/>
            <p:cNvSpPr/>
            <p:nvPr/>
          </p:nvSpPr>
          <p:spPr>
            <a:xfrm>
              <a:off x="898875" y="498800"/>
              <a:ext cx="481800" cy="169425"/>
            </a:xfrm>
            <a:custGeom>
              <a:avLst/>
              <a:gdLst/>
              <a:ahLst/>
              <a:cxnLst/>
              <a:rect l="l" t="t" r="r" b="b"/>
              <a:pathLst>
                <a:path w="19272" h="6777" extrusionOk="0">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185" name="Google Shape;5185;p62"/>
          <p:cNvGrpSpPr/>
          <p:nvPr/>
        </p:nvGrpSpPr>
        <p:grpSpPr>
          <a:xfrm>
            <a:off x="1260167" y="2287103"/>
            <a:ext cx="298169" cy="339253"/>
            <a:chOff x="1529350" y="258825"/>
            <a:chExt cx="423475" cy="481825"/>
          </a:xfrm>
        </p:grpSpPr>
        <p:sp>
          <p:nvSpPr>
            <p:cNvPr id="5186" name="Google Shape;5186;p62"/>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87" name="Google Shape;5187;p62"/>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188" name="Google Shape;5188;p62"/>
          <p:cNvGrpSpPr/>
          <p:nvPr/>
        </p:nvGrpSpPr>
        <p:grpSpPr>
          <a:xfrm>
            <a:off x="2102437" y="2287102"/>
            <a:ext cx="298169" cy="339253"/>
            <a:chOff x="2707500" y="249400"/>
            <a:chExt cx="423475" cy="481825"/>
          </a:xfrm>
        </p:grpSpPr>
        <p:sp>
          <p:nvSpPr>
            <p:cNvPr id="5189" name="Google Shape;5189;p62"/>
            <p:cNvSpPr/>
            <p:nvPr/>
          </p:nvSpPr>
          <p:spPr>
            <a:xfrm>
              <a:off x="2739175" y="420675"/>
              <a:ext cx="360100" cy="310550"/>
            </a:xfrm>
            <a:custGeom>
              <a:avLst/>
              <a:gdLst/>
              <a:ahLst/>
              <a:cxnLst/>
              <a:rect l="l" t="t" r="r" b="b"/>
              <a:pathLst>
                <a:path w="14404" h="12422" extrusionOk="0">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90" name="Google Shape;5190;p62"/>
            <p:cNvSpPr/>
            <p:nvPr/>
          </p:nvSpPr>
          <p:spPr>
            <a:xfrm>
              <a:off x="2707500" y="249400"/>
              <a:ext cx="423475" cy="141175"/>
            </a:xfrm>
            <a:custGeom>
              <a:avLst/>
              <a:gdLst/>
              <a:ahLst/>
              <a:cxnLst/>
              <a:rect l="l" t="t" r="r" b="b"/>
              <a:pathLst>
                <a:path w="16939" h="5647" extrusionOk="0">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191" name="Google Shape;5191;p62"/>
          <p:cNvGrpSpPr/>
          <p:nvPr/>
        </p:nvGrpSpPr>
        <p:grpSpPr>
          <a:xfrm>
            <a:off x="2516052" y="2287428"/>
            <a:ext cx="305386" cy="338602"/>
            <a:chOff x="3300325" y="249875"/>
            <a:chExt cx="433725" cy="480900"/>
          </a:xfrm>
        </p:grpSpPr>
        <p:sp>
          <p:nvSpPr>
            <p:cNvPr id="5192" name="Google Shape;5192;p62"/>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93" name="Google Shape;5193;p62"/>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94" name="Google Shape;5194;p62"/>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95" name="Google Shape;5195;p62"/>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96" name="Google Shape;5196;p62"/>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97" name="Google Shape;5197;p62"/>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198" name="Google Shape;5198;p62"/>
          <p:cNvGrpSpPr/>
          <p:nvPr/>
        </p:nvGrpSpPr>
        <p:grpSpPr>
          <a:xfrm>
            <a:off x="1653142" y="2367273"/>
            <a:ext cx="340890" cy="178912"/>
            <a:chOff x="2084325" y="363300"/>
            <a:chExt cx="484150" cy="254100"/>
          </a:xfrm>
        </p:grpSpPr>
        <p:sp>
          <p:nvSpPr>
            <p:cNvPr id="5199" name="Google Shape;5199;p62"/>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0" name="Google Shape;5200;p62"/>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01" name="Google Shape;5201;p62"/>
          <p:cNvGrpSpPr/>
          <p:nvPr/>
        </p:nvGrpSpPr>
        <p:grpSpPr>
          <a:xfrm>
            <a:off x="2905137" y="2287349"/>
            <a:ext cx="352349" cy="338760"/>
            <a:chOff x="3854700" y="249750"/>
            <a:chExt cx="500425" cy="481125"/>
          </a:xfrm>
        </p:grpSpPr>
        <p:sp>
          <p:nvSpPr>
            <p:cNvPr id="5202" name="Google Shape;5202;p62"/>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3" name="Google Shape;5203;p62"/>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4" name="Google Shape;5204;p62"/>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5" name="Google Shape;5205;p62"/>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6" name="Google Shape;5206;p62"/>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7" name="Google Shape;5207;p62"/>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8" name="Google Shape;5208;p62"/>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9" name="Google Shape;5209;p62"/>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10" name="Google Shape;5210;p62"/>
          <p:cNvGrpSpPr/>
          <p:nvPr/>
        </p:nvGrpSpPr>
        <p:grpSpPr>
          <a:xfrm>
            <a:off x="3323126" y="2287349"/>
            <a:ext cx="352349" cy="338760"/>
            <a:chOff x="4447550" y="249750"/>
            <a:chExt cx="500425" cy="481125"/>
          </a:xfrm>
        </p:grpSpPr>
        <p:sp>
          <p:nvSpPr>
            <p:cNvPr id="5211" name="Google Shape;5211;p62"/>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12" name="Google Shape;5212;p62"/>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13" name="Google Shape;5213;p62"/>
          <p:cNvGrpSpPr/>
          <p:nvPr/>
        </p:nvGrpSpPr>
        <p:grpSpPr>
          <a:xfrm>
            <a:off x="3752328" y="2287102"/>
            <a:ext cx="339253" cy="339253"/>
            <a:chOff x="5049725" y="249400"/>
            <a:chExt cx="481825" cy="481825"/>
          </a:xfrm>
        </p:grpSpPr>
        <p:sp>
          <p:nvSpPr>
            <p:cNvPr id="5214" name="Google Shape;5214;p62"/>
            <p:cNvSpPr/>
            <p:nvPr/>
          </p:nvSpPr>
          <p:spPr>
            <a:xfrm>
              <a:off x="5191775" y="560925"/>
              <a:ext cx="197625" cy="170300"/>
            </a:xfrm>
            <a:custGeom>
              <a:avLst/>
              <a:gdLst/>
              <a:ahLst/>
              <a:cxnLst/>
              <a:rect l="l" t="t" r="r" b="b"/>
              <a:pathLst>
                <a:path w="7905" h="6812" extrusionOk="0">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15" name="Google Shape;5215;p62"/>
            <p:cNvSpPr/>
            <p:nvPr/>
          </p:nvSpPr>
          <p:spPr>
            <a:xfrm>
              <a:off x="5049725" y="249400"/>
              <a:ext cx="481825" cy="396225"/>
            </a:xfrm>
            <a:custGeom>
              <a:avLst/>
              <a:gdLst/>
              <a:ahLst/>
              <a:cxnLst/>
              <a:rect l="l" t="t" r="r" b="b"/>
              <a:pathLst>
                <a:path w="19273" h="15849" extrusionOk="0">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16" name="Google Shape;5216;p62"/>
          <p:cNvGrpSpPr/>
          <p:nvPr/>
        </p:nvGrpSpPr>
        <p:grpSpPr>
          <a:xfrm>
            <a:off x="4166269" y="2287102"/>
            <a:ext cx="339253" cy="339253"/>
            <a:chOff x="5660400" y="238125"/>
            <a:chExt cx="481825" cy="481825"/>
          </a:xfrm>
        </p:grpSpPr>
        <p:sp>
          <p:nvSpPr>
            <p:cNvPr id="5217" name="Google Shape;5217;p62"/>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18" name="Google Shape;5218;p62"/>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19" name="Google Shape;5219;p62"/>
          <p:cNvGrpSpPr/>
          <p:nvPr/>
        </p:nvGrpSpPr>
        <p:grpSpPr>
          <a:xfrm>
            <a:off x="4582955" y="2287102"/>
            <a:ext cx="339253" cy="339253"/>
            <a:chOff x="6235400" y="249400"/>
            <a:chExt cx="481825" cy="481825"/>
          </a:xfrm>
        </p:grpSpPr>
        <p:sp>
          <p:nvSpPr>
            <p:cNvPr id="5220" name="Google Shape;5220;p62"/>
            <p:cNvSpPr/>
            <p:nvPr/>
          </p:nvSpPr>
          <p:spPr>
            <a:xfrm>
              <a:off x="6425625" y="482025"/>
              <a:ext cx="177700" cy="135375"/>
            </a:xfrm>
            <a:custGeom>
              <a:avLst/>
              <a:gdLst/>
              <a:ahLst/>
              <a:cxnLst/>
              <a:rect l="l" t="t" r="r" b="b"/>
              <a:pathLst>
                <a:path w="7108" h="5415" extrusionOk="0">
                  <a:moveTo>
                    <a:pt x="5415" y="0"/>
                  </a:moveTo>
                  <a:lnTo>
                    <a:pt x="1" y="5415"/>
                  </a:lnTo>
                  <a:lnTo>
                    <a:pt x="7107" y="5415"/>
                  </a:lnTo>
                  <a:lnTo>
                    <a:pt x="7107" y="1696"/>
                  </a:lnTo>
                  <a:lnTo>
                    <a:pt x="54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1" name="Google Shape;5221;p62"/>
            <p:cNvSpPr/>
            <p:nvPr/>
          </p:nvSpPr>
          <p:spPr>
            <a:xfrm>
              <a:off x="6462150" y="419775"/>
              <a:ext cx="28250" cy="28250"/>
            </a:xfrm>
            <a:custGeom>
              <a:avLst/>
              <a:gdLst/>
              <a:ahLst/>
              <a:cxnLst/>
              <a:rect l="l" t="t" r="r" b="b"/>
              <a:pathLst>
                <a:path w="1130" h="1130" extrusionOk="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2" name="Google Shape;5222;p62"/>
            <p:cNvSpPr/>
            <p:nvPr/>
          </p:nvSpPr>
          <p:spPr>
            <a:xfrm>
              <a:off x="6349225" y="508600"/>
              <a:ext cx="113625" cy="108800"/>
            </a:xfrm>
            <a:custGeom>
              <a:avLst/>
              <a:gdLst/>
              <a:ahLst/>
              <a:cxnLst/>
              <a:rect l="l" t="t" r="r" b="b"/>
              <a:pathLst>
                <a:path w="4545" h="4352" extrusionOk="0">
                  <a:moveTo>
                    <a:pt x="2858" y="0"/>
                  </a:moveTo>
                  <a:lnTo>
                    <a:pt x="0" y="2623"/>
                  </a:lnTo>
                  <a:lnTo>
                    <a:pt x="0" y="4352"/>
                  </a:lnTo>
                  <a:lnTo>
                    <a:pt x="1461" y="4352"/>
                  </a:lnTo>
                  <a:lnTo>
                    <a:pt x="4544" y="1265"/>
                  </a:lnTo>
                  <a:lnTo>
                    <a:pt x="28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3" name="Google Shape;5223;p62"/>
            <p:cNvSpPr/>
            <p:nvPr/>
          </p:nvSpPr>
          <p:spPr>
            <a:xfrm>
              <a:off x="6349225" y="363300"/>
              <a:ext cx="254100" cy="172575"/>
            </a:xfrm>
            <a:custGeom>
              <a:avLst/>
              <a:gdLst/>
              <a:ahLst/>
              <a:cxnLst/>
              <a:rect l="l" t="t" r="r" b="b"/>
              <a:pathLst>
                <a:path w="10164" h="6903" extrusionOk="0">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4" name="Google Shape;5224;p62"/>
            <p:cNvSpPr/>
            <p:nvPr/>
          </p:nvSpPr>
          <p:spPr>
            <a:xfrm>
              <a:off x="6235400" y="249400"/>
              <a:ext cx="481825" cy="481825"/>
            </a:xfrm>
            <a:custGeom>
              <a:avLst/>
              <a:gdLst/>
              <a:ahLst/>
              <a:cxnLst/>
              <a:rect l="l" t="t" r="r" b="b"/>
              <a:pathLst>
                <a:path w="19273" h="19273" extrusionOk="0">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25" name="Google Shape;5225;p62"/>
          <p:cNvGrpSpPr/>
          <p:nvPr/>
        </p:nvGrpSpPr>
        <p:grpSpPr>
          <a:xfrm>
            <a:off x="821301" y="2731810"/>
            <a:ext cx="340204" cy="298116"/>
            <a:chOff x="899850" y="871450"/>
            <a:chExt cx="483175" cy="423400"/>
          </a:xfrm>
        </p:grpSpPr>
        <p:sp>
          <p:nvSpPr>
            <p:cNvPr id="5226" name="Google Shape;5226;p62"/>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7" name="Google Shape;5227;p62"/>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8" name="Google Shape;5228;p62"/>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9" name="Google Shape;5229;p62"/>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230" name="Google Shape;5230;p62"/>
          <p:cNvSpPr/>
          <p:nvPr/>
        </p:nvSpPr>
        <p:spPr>
          <a:xfrm>
            <a:off x="1258100" y="2711214"/>
            <a:ext cx="302200" cy="339253"/>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231" name="Google Shape;5231;p62"/>
          <p:cNvGrpSpPr/>
          <p:nvPr/>
        </p:nvGrpSpPr>
        <p:grpSpPr>
          <a:xfrm>
            <a:off x="1653301" y="2711232"/>
            <a:ext cx="340573" cy="339271"/>
            <a:chOff x="2085450" y="842250"/>
            <a:chExt cx="483700" cy="481850"/>
          </a:xfrm>
        </p:grpSpPr>
        <p:sp>
          <p:nvSpPr>
            <p:cNvPr id="5232" name="Google Shape;5232;p62"/>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33" name="Google Shape;5233;p62"/>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34" name="Google Shape;5234;p62"/>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35" name="Google Shape;5235;p62"/>
          <p:cNvGrpSpPr/>
          <p:nvPr/>
        </p:nvGrpSpPr>
        <p:grpSpPr>
          <a:xfrm>
            <a:off x="2081868" y="2711241"/>
            <a:ext cx="339306" cy="339253"/>
            <a:chOff x="2685825" y="840375"/>
            <a:chExt cx="481900" cy="481825"/>
          </a:xfrm>
        </p:grpSpPr>
        <p:sp>
          <p:nvSpPr>
            <p:cNvPr id="5236" name="Google Shape;5236;p62"/>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37" name="Google Shape;5237;p62"/>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38" name="Google Shape;5238;p62"/>
          <p:cNvGrpSpPr/>
          <p:nvPr/>
        </p:nvGrpSpPr>
        <p:grpSpPr>
          <a:xfrm>
            <a:off x="2493529" y="2710924"/>
            <a:ext cx="350431" cy="339887"/>
            <a:chOff x="3270675" y="841800"/>
            <a:chExt cx="497700" cy="482725"/>
          </a:xfrm>
        </p:grpSpPr>
        <p:sp>
          <p:nvSpPr>
            <p:cNvPr id="5239" name="Google Shape;5239;p62"/>
            <p:cNvSpPr/>
            <p:nvPr/>
          </p:nvSpPr>
          <p:spPr>
            <a:xfrm>
              <a:off x="3270675" y="902000"/>
              <a:ext cx="447125" cy="422525"/>
            </a:xfrm>
            <a:custGeom>
              <a:avLst/>
              <a:gdLst/>
              <a:ahLst/>
              <a:cxnLst/>
              <a:rect l="l" t="t" r="r" b="b"/>
              <a:pathLst>
                <a:path w="17885" h="16901" extrusionOk="0">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40" name="Google Shape;5240;p62"/>
            <p:cNvSpPr/>
            <p:nvPr/>
          </p:nvSpPr>
          <p:spPr>
            <a:xfrm>
              <a:off x="3385250" y="841800"/>
              <a:ext cx="279700" cy="220925"/>
            </a:xfrm>
            <a:custGeom>
              <a:avLst/>
              <a:gdLst/>
              <a:ahLst/>
              <a:cxnLst/>
              <a:rect l="l" t="t" r="r" b="b"/>
              <a:pathLst>
                <a:path w="11188" h="8837" extrusionOk="0">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41" name="Google Shape;5241;p62"/>
            <p:cNvSpPr/>
            <p:nvPr/>
          </p:nvSpPr>
          <p:spPr>
            <a:xfrm>
              <a:off x="3530100" y="924750"/>
              <a:ext cx="238275" cy="250200"/>
            </a:xfrm>
            <a:custGeom>
              <a:avLst/>
              <a:gdLst/>
              <a:ahLst/>
              <a:cxnLst/>
              <a:rect l="l" t="t" r="r" b="b"/>
              <a:pathLst>
                <a:path w="9531" h="10008" extrusionOk="0">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242" name="Google Shape;5242;p62"/>
          <p:cNvSpPr/>
          <p:nvPr/>
        </p:nvSpPr>
        <p:spPr>
          <a:xfrm>
            <a:off x="2911555" y="2721811"/>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243" name="Google Shape;5243;p62"/>
          <p:cNvGrpSpPr/>
          <p:nvPr/>
        </p:nvGrpSpPr>
        <p:grpSpPr>
          <a:xfrm>
            <a:off x="3329675" y="2731783"/>
            <a:ext cx="339253" cy="298169"/>
            <a:chOff x="4467200" y="877100"/>
            <a:chExt cx="481825" cy="423475"/>
          </a:xfrm>
        </p:grpSpPr>
        <p:sp>
          <p:nvSpPr>
            <p:cNvPr id="5244" name="Google Shape;5244;p62"/>
            <p:cNvSpPr/>
            <p:nvPr/>
          </p:nvSpPr>
          <p:spPr>
            <a:xfrm>
              <a:off x="4467200" y="1018225"/>
              <a:ext cx="481825" cy="282350"/>
            </a:xfrm>
            <a:custGeom>
              <a:avLst/>
              <a:gdLst/>
              <a:ahLst/>
              <a:cxnLst/>
              <a:rect l="l" t="t" r="r" b="b"/>
              <a:pathLst>
                <a:path w="19273" h="11294" extrusionOk="0">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45" name="Google Shape;5245;p62"/>
            <p:cNvSpPr/>
            <p:nvPr/>
          </p:nvSpPr>
          <p:spPr>
            <a:xfrm>
              <a:off x="4608425" y="1129300"/>
              <a:ext cx="45125" cy="60175"/>
            </a:xfrm>
            <a:custGeom>
              <a:avLst/>
              <a:gdLst/>
              <a:ahLst/>
              <a:cxnLst/>
              <a:rect l="l" t="t" r="r" b="b"/>
              <a:pathLst>
                <a:path w="1805" h="2407" extrusionOk="0">
                  <a:moveTo>
                    <a:pt x="0" y="0"/>
                  </a:moveTo>
                  <a:lnTo>
                    <a:pt x="0" y="2406"/>
                  </a:lnTo>
                  <a:lnTo>
                    <a:pt x="1804" y="1205"/>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46" name="Google Shape;5246;p62"/>
            <p:cNvSpPr/>
            <p:nvPr/>
          </p:nvSpPr>
          <p:spPr>
            <a:xfrm>
              <a:off x="4495500" y="877100"/>
              <a:ext cx="141175" cy="141175"/>
            </a:xfrm>
            <a:custGeom>
              <a:avLst/>
              <a:gdLst/>
              <a:ahLst/>
              <a:cxnLst/>
              <a:rect l="l" t="t" r="r" b="b"/>
              <a:pathLst>
                <a:path w="5647" h="5647" extrusionOk="0">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47" name="Google Shape;5247;p62"/>
            <p:cNvSpPr/>
            <p:nvPr/>
          </p:nvSpPr>
          <p:spPr>
            <a:xfrm>
              <a:off x="4636650" y="877100"/>
              <a:ext cx="141175" cy="141175"/>
            </a:xfrm>
            <a:custGeom>
              <a:avLst/>
              <a:gdLst/>
              <a:ahLst/>
              <a:cxnLst/>
              <a:rect l="l" t="t" r="r" b="b"/>
              <a:pathLst>
                <a:path w="5647" h="5647" extrusionOk="0">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48" name="Google Shape;5248;p62"/>
          <p:cNvGrpSpPr/>
          <p:nvPr/>
        </p:nvGrpSpPr>
        <p:grpSpPr>
          <a:xfrm>
            <a:off x="3744565" y="2711232"/>
            <a:ext cx="354778" cy="339271"/>
            <a:chOff x="5045500" y="842250"/>
            <a:chExt cx="503875" cy="481850"/>
          </a:xfrm>
        </p:grpSpPr>
        <p:sp>
          <p:nvSpPr>
            <p:cNvPr id="5249" name="Google Shape;5249;p62"/>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50" name="Google Shape;5250;p62"/>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51" name="Google Shape;5251;p62"/>
          <p:cNvGrpSpPr/>
          <p:nvPr/>
        </p:nvGrpSpPr>
        <p:grpSpPr>
          <a:xfrm>
            <a:off x="4167413" y="2737451"/>
            <a:ext cx="336965" cy="286833"/>
            <a:chOff x="5645200" y="879425"/>
            <a:chExt cx="478575" cy="407375"/>
          </a:xfrm>
        </p:grpSpPr>
        <p:sp>
          <p:nvSpPr>
            <p:cNvPr id="5252" name="Google Shape;5252;p62"/>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53" name="Google Shape;5253;p62"/>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54" name="Google Shape;5254;p62"/>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55" name="Google Shape;5255;p62"/>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56" name="Google Shape;5256;p62"/>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57" name="Google Shape;5257;p62"/>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58" name="Google Shape;5258;p62"/>
          <p:cNvGrpSpPr/>
          <p:nvPr/>
        </p:nvGrpSpPr>
        <p:grpSpPr>
          <a:xfrm>
            <a:off x="4603488" y="2711241"/>
            <a:ext cx="298186" cy="339253"/>
            <a:chOff x="6264525" y="842250"/>
            <a:chExt cx="423500" cy="481825"/>
          </a:xfrm>
        </p:grpSpPr>
        <p:sp>
          <p:nvSpPr>
            <p:cNvPr id="5259" name="Google Shape;5259;p62"/>
            <p:cNvSpPr/>
            <p:nvPr/>
          </p:nvSpPr>
          <p:spPr>
            <a:xfrm>
              <a:off x="6264525" y="1033450"/>
              <a:ext cx="135300" cy="266450"/>
            </a:xfrm>
            <a:custGeom>
              <a:avLst/>
              <a:gdLst/>
              <a:ahLst/>
              <a:cxnLst/>
              <a:rect l="l" t="t" r="r" b="b"/>
              <a:pathLst>
                <a:path w="5412" h="10658" extrusionOk="0">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0" name="Google Shape;5260;p62"/>
            <p:cNvSpPr/>
            <p:nvPr/>
          </p:nvSpPr>
          <p:spPr>
            <a:xfrm>
              <a:off x="6552700" y="1033450"/>
              <a:ext cx="135325" cy="266450"/>
            </a:xfrm>
            <a:custGeom>
              <a:avLst/>
              <a:gdLst/>
              <a:ahLst/>
              <a:cxnLst/>
              <a:rect l="l" t="t" r="r" b="b"/>
              <a:pathLst>
                <a:path w="5413" h="10658" extrusionOk="0">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1" name="Google Shape;5261;p62"/>
            <p:cNvSpPr/>
            <p:nvPr/>
          </p:nvSpPr>
          <p:spPr>
            <a:xfrm>
              <a:off x="6462150" y="985275"/>
              <a:ext cx="28025" cy="28250"/>
            </a:xfrm>
            <a:custGeom>
              <a:avLst/>
              <a:gdLst/>
              <a:ahLst/>
              <a:cxnLst/>
              <a:rect l="l" t="t" r="r" b="b"/>
              <a:pathLst>
                <a:path w="1121" h="1130" extrusionOk="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2" name="Google Shape;5262;p62"/>
            <p:cNvSpPr/>
            <p:nvPr/>
          </p:nvSpPr>
          <p:spPr>
            <a:xfrm>
              <a:off x="6288775" y="1182900"/>
              <a:ext cx="375075" cy="141175"/>
            </a:xfrm>
            <a:custGeom>
              <a:avLst/>
              <a:gdLst/>
              <a:ahLst/>
              <a:cxnLst/>
              <a:rect l="l" t="t" r="r" b="b"/>
              <a:pathLst>
                <a:path w="15003" h="5647" extrusionOk="0">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3" name="Google Shape;5263;p62"/>
            <p:cNvSpPr/>
            <p:nvPr/>
          </p:nvSpPr>
          <p:spPr>
            <a:xfrm>
              <a:off x="6278675" y="965325"/>
              <a:ext cx="42350" cy="84725"/>
            </a:xfrm>
            <a:custGeom>
              <a:avLst/>
              <a:gdLst/>
              <a:ahLst/>
              <a:cxnLst/>
              <a:rect l="l" t="t" r="r" b="b"/>
              <a:pathLst>
                <a:path w="1694" h="3389" extrusionOk="0">
                  <a:moveTo>
                    <a:pt x="1693" y="1"/>
                  </a:moveTo>
                  <a:lnTo>
                    <a:pt x="1" y="1693"/>
                  </a:lnTo>
                  <a:lnTo>
                    <a:pt x="1693" y="3388"/>
                  </a:lnTo>
                  <a:lnTo>
                    <a:pt x="16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4" name="Google Shape;5264;p62"/>
            <p:cNvSpPr/>
            <p:nvPr/>
          </p:nvSpPr>
          <p:spPr>
            <a:xfrm>
              <a:off x="6631525" y="965325"/>
              <a:ext cx="42400" cy="84725"/>
            </a:xfrm>
            <a:custGeom>
              <a:avLst/>
              <a:gdLst/>
              <a:ahLst/>
              <a:cxnLst/>
              <a:rect l="l" t="t" r="r" b="b"/>
              <a:pathLst>
                <a:path w="1696" h="3389" extrusionOk="0">
                  <a:moveTo>
                    <a:pt x="1" y="1"/>
                  </a:moveTo>
                  <a:lnTo>
                    <a:pt x="1" y="3388"/>
                  </a:lnTo>
                  <a:lnTo>
                    <a:pt x="1696" y="169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5" name="Google Shape;5265;p62"/>
            <p:cNvSpPr/>
            <p:nvPr/>
          </p:nvSpPr>
          <p:spPr>
            <a:xfrm>
              <a:off x="6349225" y="842250"/>
              <a:ext cx="254100" cy="312425"/>
            </a:xfrm>
            <a:custGeom>
              <a:avLst/>
              <a:gdLst/>
              <a:ahLst/>
              <a:cxnLst/>
              <a:rect l="l" t="t" r="r" b="b"/>
              <a:pathLst>
                <a:path w="10164" h="12497" extrusionOk="0">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66" name="Google Shape;5266;p62"/>
          <p:cNvGrpSpPr/>
          <p:nvPr/>
        </p:nvGrpSpPr>
        <p:grpSpPr>
          <a:xfrm>
            <a:off x="821776" y="3125895"/>
            <a:ext cx="339253" cy="339253"/>
            <a:chOff x="900750" y="1436075"/>
            <a:chExt cx="481825" cy="481825"/>
          </a:xfrm>
        </p:grpSpPr>
        <p:sp>
          <p:nvSpPr>
            <p:cNvPr id="5267" name="Google Shape;5267;p62"/>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8" name="Google Shape;5268;p62"/>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69" name="Google Shape;5269;p62"/>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70" name="Google Shape;5270;p62"/>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71" name="Google Shape;5271;p62"/>
          <p:cNvGrpSpPr/>
          <p:nvPr/>
        </p:nvGrpSpPr>
        <p:grpSpPr>
          <a:xfrm>
            <a:off x="1239624" y="3186183"/>
            <a:ext cx="339253" cy="218676"/>
            <a:chOff x="1492675" y="1520750"/>
            <a:chExt cx="481825" cy="310575"/>
          </a:xfrm>
        </p:grpSpPr>
        <p:sp>
          <p:nvSpPr>
            <p:cNvPr id="5272" name="Google Shape;5272;p62"/>
            <p:cNvSpPr/>
            <p:nvPr/>
          </p:nvSpPr>
          <p:spPr>
            <a:xfrm>
              <a:off x="1492675" y="1540400"/>
              <a:ext cx="481825" cy="290925"/>
            </a:xfrm>
            <a:custGeom>
              <a:avLst/>
              <a:gdLst/>
              <a:ahLst/>
              <a:cxnLst/>
              <a:rect l="l" t="t" r="r" b="b"/>
              <a:pathLst>
                <a:path w="19273" h="11637" extrusionOk="0">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73" name="Google Shape;5273;p62"/>
            <p:cNvSpPr/>
            <p:nvPr/>
          </p:nvSpPr>
          <p:spPr>
            <a:xfrm>
              <a:off x="1522575" y="1520750"/>
              <a:ext cx="421975" cy="165800"/>
            </a:xfrm>
            <a:custGeom>
              <a:avLst/>
              <a:gdLst/>
              <a:ahLst/>
              <a:cxnLst/>
              <a:rect l="l" t="t" r="r" b="b"/>
              <a:pathLst>
                <a:path w="16879" h="6632" extrusionOk="0">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74" name="Google Shape;5274;p62"/>
          <p:cNvGrpSpPr/>
          <p:nvPr/>
        </p:nvGrpSpPr>
        <p:grpSpPr>
          <a:xfrm>
            <a:off x="1647421" y="3125877"/>
            <a:ext cx="352332" cy="339288"/>
            <a:chOff x="2071000" y="1435025"/>
            <a:chExt cx="500400" cy="481875"/>
          </a:xfrm>
        </p:grpSpPr>
        <p:sp>
          <p:nvSpPr>
            <p:cNvPr id="5275" name="Google Shape;5275;p62"/>
            <p:cNvSpPr/>
            <p:nvPr/>
          </p:nvSpPr>
          <p:spPr>
            <a:xfrm>
              <a:off x="2425125" y="1718700"/>
              <a:ext cx="146275" cy="141750"/>
            </a:xfrm>
            <a:custGeom>
              <a:avLst/>
              <a:gdLst/>
              <a:ahLst/>
              <a:cxnLst/>
              <a:rect l="l" t="t" r="r" b="b"/>
              <a:pathLst>
                <a:path w="5851" h="5670" extrusionOk="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76" name="Google Shape;5276;p62"/>
            <p:cNvSpPr/>
            <p:nvPr/>
          </p:nvSpPr>
          <p:spPr>
            <a:xfrm>
              <a:off x="2071000" y="1477850"/>
              <a:ext cx="453125" cy="439050"/>
            </a:xfrm>
            <a:custGeom>
              <a:avLst/>
              <a:gdLst/>
              <a:ahLst/>
              <a:cxnLst/>
              <a:rect l="l" t="t" r="r" b="b"/>
              <a:pathLst>
                <a:path w="18125" h="17562" extrusionOk="0">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77" name="Google Shape;5277;p62"/>
            <p:cNvSpPr/>
            <p:nvPr/>
          </p:nvSpPr>
          <p:spPr>
            <a:xfrm>
              <a:off x="2141600" y="1435025"/>
              <a:ext cx="146300" cy="141850"/>
            </a:xfrm>
            <a:custGeom>
              <a:avLst/>
              <a:gdLst/>
              <a:ahLst/>
              <a:cxnLst/>
              <a:rect l="l" t="t" r="r" b="b"/>
              <a:pathLst>
                <a:path w="5852" h="5674" extrusionOk="0">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78" name="Google Shape;5278;p62"/>
          <p:cNvGrpSpPr/>
          <p:nvPr/>
        </p:nvGrpSpPr>
        <p:grpSpPr>
          <a:xfrm>
            <a:off x="2075584" y="3146709"/>
            <a:ext cx="351874" cy="297623"/>
            <a:chOff x="2678350" y="1464650"/>
            <a:chExt cx="499750" cy="422700"/>
          </a:xfrm>
        </p:grpSpPr>
        <p:sp>
          <p:nvSpPr>
            <p:cNvPr id="5279" name="Google Shape;5279;p62"/>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80" name="Google Shape;5280;p62"/>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81" name="Google Shape;5281;p62"/>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82" name="Google Shape;5282;p62"/>
          <p:cNvGrpSpPr/>
          <p:nvPr/>
        </p:nvGrpSpPr>
        <p:grpSpPr>
          <a:xfrm>
            <a:off x="2499118" y="3125895"/>
            <a:ext cx="339253" cy="339253"/>
            <a:chOff x="3271200" y="1435075"/>
            <a:chExt cx="481825" cy="481825"/>
          </a:xfrm>
        </p:grpSpPr>
        <p:sp>
          <p:nvSpPr>
            <p:cNvPr id="5283" name="Google Shape;5283;p62"/>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84" name="Google Shape;5284;p62"/>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85" name="Google Shape;5285;p62"/>
          <p:cNvGrpSpPr/>
          <p:nvPr/>
        </p:nvGrpSpPr>
        <p:grpSpPr>
          <a:xfrm>
            <a:off x="2909591" y="3125877"/>
            <a:ext cx="343442" cy="339288"/>
            <a:chOff x="3858100" y="1435075"/>
            <a:chExt cx="487775" cy="481875"/>
          </a:xfrm>
        </p:grpSpPr>
        <p:sp>
          <p:nvSpPr>
            <p:cNvPr id="5286" name="Google Shape;5286;p62"/>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87" name="Google Shape;5287;p62"/>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88" name="Google Shape;5288;p62"/>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89" name="Google Shape;5289;p62"/>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0" name="Google Shape;5290;p62"/>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291" name="Google Shape;5291;p62"/>
          <p:cNvGrpSpPr/>
          <p:nvPr/>
        </p:nvGrpSpPr>
        <p:grpSpPr>
          <a:xfrm>
            <a:off x="3329674" y="3125895"/>
            <a:ext cx="339253" cy="339253"/>
            <a:chOff x="4456875" y="1435075"/>
            <a:chExt cx="481825" cy="481825"/>
          </a:xfrm>
        </p:grpSpPr>
        <p:sp>
          <p:nvSpPr>
            <p:cNvPr id="5292" name="Google Shape;5292;p62"/>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3" name="Google Shape;5293;p62"/>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4" name="Google Shape;5294;p62"/>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5" name="Google Shape;5295;p62"/>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6" name="Google Shape;5296;p62"/>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7" name="Google Shape;5297;p62"/>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8" name="Google Shape;5298;p62"/>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99" name="Google Shape;5299;p62"/>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0" name="Google Shape;5300;p62"/>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1" name="Google Shape;5301;p62"/>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2" name="Google Shape;5302;p62"/>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3" name="Google Shape;5303;p62"/>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4" name="Google Shape;5304;p62"/>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5" name="Google Shape;5305;p62"/>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6" name="Google Shape;5306;p62"/>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7" name="Google Shape;5307;p62"/>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8" name="Google Shape;5308;p62"/>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09" name="Google Shape;5309;p62"/>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10" name="Google Shape;5310;p62"/>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11" name="Google Shape;5311;p62"/>
          <p:cNvGrpSpPr/>
          <p:nvPr/>
        </p:nvGrpSpPr>
        <p:grpSpPr>
          <a:xfrm>
            <a:off x="3750665" y="3125886"/>
            <a:ext cx="342580" cy="339271"/>
            <a:chOff x="5049725" y="1435050"/>
            <a:chExt cx="486550" cy="481850"/>
          </a:xfrm>
        </p:grpSpPr>
        <p:sp>
          <p:nvSpPr>
            <p:cNvPr id="5312" name="Google Shape;5312;p62"/>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13" name="Google Shape;5313;p62"/>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14" name="Google Shape;5314;p62"/>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15" name="Google Shape;5315;p62"/>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16" name="Google Shape;5316;p62"/>
          <p:cNvGrpSpPr/>
          <p:nvPr/>
        </p:nvGrpSpPr>
        <p:grpSpPr>
          <a:xfrm>
            <a:off x="4166216" y="3125895"/>
            <a:ext cx="339359" cy="339253"/>
            <a:chOff x="5642475" y="1435075"/>
            <a:chExt cx="481975" cy="481825"/>
          </a:xfrm>
        </p:grpSpPr>
        <p:sp>
          <p:nvSpPr>
            <p:cNvPr id="5317" name="Google Shape;5317;p62"/>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18" name="Google Shape;5318;p62"/>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19" name="Google Shape;5319;p62"/>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20" name="Google Shape;5320;p62"/>
          <p:cNvGrpSpPr/>
          <p:nvPr/>
        </p:nvGrpSpPr>
        <p:grpSpPr>
          <a:xfrm>
            <a:off x="4580702" y="3125886"/>
            <a:ext cx="343759" cy="339271"/>
            <a:chOff x="6232000" y="1435050"/>
            <a:chExt cx="488225" cy="481850"/>
          </a:xfrm>
        </p:grpSpPr>
        <p:sp>
          <p:nvSpPr>
            <p:cNvPr id="5321" name="Google Shape;5321;p62"/>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22" name="Google Shape;5322;p62"/>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23" name="Google Shape;5323;p62"/>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24" name="Google Shape;5324;p62"/>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25" name="Google Shape;5325;p62"/>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26" name="Google Shape;5326;p62"/>
          <p:cNvGrpSpPr/>
          <p:nvPr/>
        </p:nvGrpSpPr>
        <p:grpSpPr>
          <a:xfrm>
            <a:off x="841438" y="3539545"/>
            <a:ext cx="299929" cy="337792"/>
            <a:chOff x="924450" y="2028975"/>
            <a:chExt cx="425975" cy="479750"/>
          </a:xfrm>
        </p:grpSpPr>
        <p:sp>
          <p:nvSpPr>
            <p:cNvPr id="5327" name="Google Shape;5327;p62"/>
            <p:cNvSpPr/>
            <p:nvPr/>
          </p:nvSpPr>
          <p:spPr>
            <a:xfrm>
              <a:off x="1035500" y="2028975"/>
              <a:ext cx="314925" cy="153075"/>
            </a:xfrm>
            <a:custGeom>
              <a:avLst/>
              <a:gdLst/>
              <a:ahLst/>
              <a:cxnLst/>
              <a:rect l="l" t="t" r="r" b="b"/>
              <a:pathLst>
                <a:path w="12597" h="6123" extrusionOk="0">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28" name="Google Shape;5328;p62"/>
            <p:cNvSpPr/>
            <p:nvPr/>
          </p:nvSpPr>
          <p:spPr>
            <a:xfrm>
              <a:off x="1212475" y="2137450"/>
              <a:ext cx="137950" cy="304275"/>
            </a:xfrm>
            <a:custGeom>
              <a:avLst/>
              <a:gdLst/>
              <a:ahLst/>
              <a:cxnLst/>
              <a:rect l="l" t="t" r="r" b="b"/>
              <a:pathLst>
                <a:path w="5518" h="12171" extrusionOk="0">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29" name="Google Shape;5329;p62"/>
            <p:cNvSpPr/>
            <p:nvPr/>
          </p:nvSpPr>
          <p:spPr>
            <a:xfrm>
              <a:off x="924450" y="2204450"/>
              <a:ext cx="139300" cy="304275"/>
            </a:xfrm>
            <a:custGeom>
              <a:avLst/>
              <a:gdLst/>
              <a:ahLst/>
              <a:cxnLst/>
              <a:rect l="l" t="t" r="r" b="b"/>
              <a:pathLst>
                <a:path w="5572" h="12171" extrusionOk="0">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30" name="Google Shape;5330;p62"/>
          <p:cNvGrpSpPr/>
          <p:nvPr/>
        </p:nvGrpSpPr>
        <p:grpSpPr>
          <a:xfrm>
            <a:off x="1653934" y="3559347"/>
            <a:ext cx="339306" cy="298186"/>
            <a:chOff x="2085450" y="2057100"/>
            <a:chExt cx="481900" cy="423500"/>
          </a:xfrm>
        </p:grpSpPr>
        <p:sp>
          <p:nvSpPr>
            <p:cNvPr id="5331" name="Google Shape;5331;p62"/>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32" name="Google Shape;5332;p62"/>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33" name="Google Shape;5333;p62"/>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34" name="Google Shape;5334;p62"/>
          <p:cNvGrpSpPr/>
          <p:nvPr/>
        </p:nvGrpSpPr>
        <p:grpSpPr>
          <a:xfrm>
            <a:off x="2081868" y="3582592"/>
            <a:ext cx="339306" cy="251698"/>
            <a:chOff x="2678275" y="2090100"/>
            <a:chExt cx="481900" cy="357475"/>
          </a:xfrm>
        </p:grpSpPr>
        <p:sp>
          <p:nvSpPr>
            <p:cNvPr id="5335" name="Google Shape;5335;p62"/>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36" name="Google Shape;5336;p62"/>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37" name="Google Shape;5337;p62"/>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38" name="Google Shape;5338;p62"/>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39" name="Google Shape;5339;p62"/>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40" name="Google Shape;5340;p62"/>
          <p:cNvGrpSpPr/>
          <p:nvPr/>
        </p:nvGrpSpPr>
        <p:grpSpPr>
          <a:xfrm>
            <a:off x="2559072" y="3594790"/>
            <a:ext cx="219345" cy="227301"/>
            <a:chOff x="3357325" y="2093500"/>
            <a:chExt cx="311525" cy="322825"/>
          </a:xfrm>
        </p:grpSpPr>
        <p:sp>
          <p:nvSpPr>
            <p:cNvPr id="5341" name="Google Shape;5341;p62"/>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42" name="Google Shape;5342;p62"/>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43" name="Google Shape;5343;p62"/>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344" name="Google Shape;5344;p62"/>
          <p:cNvSpPr/>
          <p:nvPr/>
        </p:nvSpPr>
        <p:spPr>
          <a:xfrm>
            <a:off x="2914345" y="3550464"/>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345" name="Google Shape;5345;p62"/>
          <p:cNvGrpSpPr/>
          <p:nvPr/>
        </p:nvGrpSpPr>
        <p:grpSpPr>
          <a:xfrm>
            <a:off x="3353262" y="3538814"/>
            <a:ext cx="292078" cy="339253"/>
            <a:chOff x="4492800" y="2027925"/>
            <a:chExt cx="414825" cy="481825"/>
          </a:xfrm>
        </p:grpSpPr>
        <p:sp>
          <p:nvSpPr>
            <p:cNvPr id="5346" name="Google Shape;5346;p62"/>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47" name="Google Shape;5347;p62"/>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48" name="Google Shape;5348;p62"/>
          <p:cNvGrpSpPr/>
          <p:nvPr/>
        </p:nvGrpSpPr>
        <p:grpSpPr>
          <a:xfrm>
            <a:off x="3752354" y="3538805"/>
            <a:ext cx="339200" cy="339271"/>
            <a:chOff x="5049725" y="2027900"/>
            <a:chExt cx="481750" cy="481850"/>
          </a:xfrm>
        </p:grpSpPr>
        <p:sp>
          <p:nvSpPr>
            <p:cNvPr id="5349" name="Google Shape;5349;p62"/>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0" name="Google Shape;5350;p62"/>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1" name="Google Shape;5351;p62"/>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2" name="Google Shape;5352;p62"/>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3" name="Google Shape;5353;p62"/>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4" name="Google Shape;5354;p62"/>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5" name="Google Shape;5355;p62"/>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6" name="Google Shape;5356;p62"/>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57" name="Google Shape;5357;p62"/>
          <p:cNvGrpSpPr/>
          <p:nvPr/>
        </p:nvGrpSpPr>
        <p:grpSpPr>
          <a:xfrm>
            <a:off x="4225950" y="3538893"/>
            <a:ext cx="219890" cy="339095"/>
            <a:chOff x="5726350" y="2028150"/>
            <a:chExt cx="312300" cy="481600"/>
          </a:xfrm>
        </p:grpSpPr>
        <p:sp>
          <p:nvSpPr>
            <p:cNvPr id="5358" name="Google Shape;5358;p62"/>
            <p:cNvSpPr/>
            <p:nvPr/>
          </p:nvSpPr>
          <p:spPr>
            <a:xfrm>
              <a:off x="5756075" y="2028150"/>
              <a:ext cx="252825" cy="83275"/>
            </a:xfrm>
            <a:custGeom>
              <a:avLst/>
              <a:gdLst/>
              <a:ahLst/>
              <a:cxnLst/>
              <a:rect l="l" t="t" r="r" b="b"/>
              <a:pathLst>
                <a:path w="10113" h="3331" extrusionOk="0">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59" name="Google Shape;5359;p62"/>
            <p:cNvSpPr/>
            <p:nvPr/>
          </p:nvSpPr>
          <p:spPr>
            <a:xfrm>
              <a:off x="5726350" y="2139650"/>
              <a:ext cx="312300" cy="224425"/>
            </a:xfrm>
            <a:custGeom>
              <a:avLst/>
              <a:gdLst/>
              <a:ahLst/>
              <a:cxnLst/>
              <a:rect l="l" t="t" r="r" b="b"/>
              <a:pathLst>
                <a:path w="12492" h="8977" extrusionOk="0">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60" name="Google Shape;5360;p62"/>
            <p:cNvSpPr/>
            <p:nvPr/>
          </p:nvSpPr>
          <p:spPr>
            <a:xfrm>
              <a:off x="5842500" y="2392350"/>
              <a:ext cx="79975" cy="117400"/>
            </a:xfrm>
            <a:custGeom>
              <a:avLst/>
              <a:gdLst/>
              <a:ahLst/>
              <a:cxnLst/>
              <a:rect l="l" t="t" r="r" b="b"/>
              <a:pathLst>
                <a:path w="3199" h="4696" extrusionOk="0">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61" name="Google Shape;5361;p62"/>
          <p:cNvGrpSpPr/>
          <p:nvPr/>
        </p:nvGrpSpPr>
        <p:grpSpPr>
          <a:xfrm>
            <a:off x="4586141" y="3542000"/>
            <a:ext cx="332881" cy="332881"/>
            <a:chOff x="6239925" y="2032450"/>
            <a:chExt cx="472775" cy="472775"/>
          </a:xfrm>
        </p:grpSpPr>
        <p:sp>
          <p:nvSpPr>
            <p:cNvPr id="5362" name="Google Shape;5362;p62"/>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63" name="Google Shape;5363;p62"/>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64" name="Google Shape;5364;p62"/>
          <p:cNvGrpSpPr/>
          <p:nvPr/>
        </p:nvGrpSpPr>
        <p:grpSpPr>
          <a:xfrm>
            <a:off x="5035233" y="2364092"/>
            <a:ext cx="334641" cy="185425"/>
            <a:chOff x="903075" y="2730000"/>
            <a:chExt cx="475275" cy="263350"/>
          </a:xfrm>
        </p:grpSpPr>
        <p:sp>
          <p:nvSpPr>
            <p:cNvPr id="5365" name="Google Shape;5365;p62"/>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66" name="Google Shape;5366;p62"/>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67" name="Google Shape;5367;p62"/>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68" name="Google Shape;5368;p62"/>
          <p:cNvGrpSpPr/>
          <p:nvPr/>
        </p:nvGrpSpPr>
        <p:grpSpPr>
          <a:xfrm>
            <a:off x="1239624" y="3538814"/>
            <a:ext cx="339253" cy="339253"/>
            <a:chOff x="1492675" y="2027925"/>
            <a:chExt cx="481825" cy="481825"/>
          </a:xfrm>
        </p:grpSpPr>
        <p:sp>
          <p:nvSpPr>
            <p:cNvPr id="5369" name="Google Shape;5369;p62"/>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70" name="Google Shape;5370;p62"/>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71" name="Google Shape;5371;p62"/>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72" name="Google Shape;5372;p62"/>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73" name="Google Shape;5373;p62"/>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74" name="Google Shape;5374;p62"/>
          <p:cNvGrpSpPr/>
          <p:nvPr/>
        </p:nvGrpSpPr>
        <p:grpSpPr>
          <a:xfrm>
            <a:off x="5466000" y="2287178"/>
            <a:ext cx="339253" cy="339253"/>
            <a:chOff x="1492675" y="2620775"/>
            <a:chExt cx="481825" cy="481825"/>
          </a:xfrm>
        </p:grpSpPr>
        <p:sp>
          <p:nvSpPr>
            <p:cNvPr id="5375" name="Google Shape;5375;p62"/>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76" name="Google Shape;5376;p62"/>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377" name="Google Shape;5377;p62"/>
          <p:cNvSpPr/>
          <p:nvPr/>
        </p:nvSpPr>
        <p:spPr>
          <a:xfrm>
            <a:off x="5865948" y="2287094"/>
            <a:ext cx="352508" cy="339253"/>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378" name="Google Shape;5378;p62"/>
          <p:cNvGrpSpPr/>
          <p:nvPr/>
        </p:nvGrpSpPr>
        <p:grpSpPr>
          <a:xfrm>
            <a:off x="6289754" y="2303161"/>
            <a:ext cx="333585" cy="307287"/>
            <a:chOff x="2682350" y="2643425"/>
            <a:chExt cx="473775" cy="436425"/>
          </a:xfrm>
        </p:grpSpPr>
        <p:sp>
          <p:nvSpPr>
            <p:cNvPr id="5379" name="Google Shape;5379;p62"/>
            <p:cNvSpPr/>
            <p:nvPr/>
          </p:nvSpPr>
          <p:spPr>
            <a:xfrm>
              <a:off x="2682350" y="2725775"/>
              <a:ext cx="70175" cy="73425"/>
            </a:xfrm>
            <a:custGeom>
              <a:avLst/>
              <a:gdLst/>
              <a:ahLst/>
              <a:cxnLst/>
              <a:rect l="l" t="t" r="r" b="b"/>
              <a:pathLst>
                <a:path w="2807" h="2937" extrusionOk="0">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0" name="Google Shape;5380;p62"/>
            <p:cNvSpPr/>
            <p:nvPr/>
          </p:nvSpPr>
          <p:spPr>
            <a:xfrm>
              <a:off x="2682350" y="3006350"/>
              <a:ext cx="70175" cy="73500"/>
            </a:xfrm>
            <a:custGeom>
              <a:avLst/>
              <a:gdLst/>
              <a:ahLst/>
              <a:cxnLst/>
              <a:rect l="l" t="t" r="r" b="b"/>
              <a:pathLst>
                <a:path w="2807" h="2940" extrusionOk="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1" name="Google Shape;5381;p62"/>
            <p:cNvSpPr/>
            <p:nvPr/>
          </p:nvSpPr>
          <p:spPr>
            <a:xfrm>
              <a:off x="3085925" y="2725700"/>
              <a:ext cx="70200" cy="73500"/>
            </a:xfrm>
            <a:custGeom>
              <a:avLst/>
              <a:gdLst/>
              <a:ahLst/>
              <a:cxnLst/>
              <a:rect l="l" t="t" r="r" b="b"/>
              <a:pathLst>
                <a:path w="2808" h="2940" extrusionOk="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2" name="Google Shape;5382;p62"/>
            <p:cNvSpPr/>
            <p:nvPr/>
          </p:nvSpPr>
          <p:spPr>
            <a:xfrm>
              <a:off x="2825150" y="2843075"/>
              <a:ext cx="180700" cy="107375"/>
            </a:xfrm>
            <a:custGeom>
              <a:avLst/>
              <a:gdLst/>
              <a:ahLst/>
              <a:cxnLst/>
              <a:rect l="l" t="t" r="r" b="b"/>
              <a:pathLst>
                <a:path w="7228" h="4295" extrusionOk="0">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3" name="Google Shape;5383;p62"/>
            <p:cNvSpPr/>
            <p:nvPr/>
          </p:nvSpPr>
          <p:spPr>
            <a:xfrm>
              <a:off x="2682350" y="2725700"/>
              <a:ext cx="473775" cy="354150"/>
            </a:xfrm>
            <a:custGeom>
              <a:avLst/>
              <a:gdLst/>
              <a:ahLst/>
              <a:cxnLst/>
              <a:rect l="l" t="t" r="r" b="b"/>
              <a:pathLst>
                <a:path w="18951" h="14166" extrusionOk="0">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4" name="Google Shape;5384;p62"/>
            <p:cNvSpPr/>
            <p:nvPr/>
          </p:nvSpPr>
          <p:spPr>
            <a:xfrm>
              <a:off x="3085925" y="3006350"/>
              <a:ext cx="70200" cy="73500"/>
            </a:xfrm>
            <a:custGeom>
              <a:avLst/>
              <a:gdLst/>
              <a:ahLst/>
              <a:cxnLst/>
              <a:rect l="l" t="t" r="r" b="b"/>
              <a:pathLst>
                <a:path w="2808" h="2940" extrusionOk="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5" name="Google Shape;5385;p62"/>
            <p:cNvSpPr/>
            <p:nvPr/>
          </p:nvSpPr>
          <p:spPr>
            <a:xfrm>
              <a:off x="2825450" y="2643425"/>
              <a:ext cx="187550" cy="54075"/>
            </a:xfrm>
            <a:custGeom>
              <a:avLst/>
              <a:gdLst/>
              <a:ahLst/>
              <a:cxnLst/>
              <a:rect l="l" t="t" r="r" b="b"/>
              <a:pathLst>
                <a:path w="7502" h="2163" extrusionOk="0">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86" name="Google Shape;5386;p62"/>
          <p:cNvGrpSpPr/>
          <p:nvPr/>
        </p:nvGrpSpPr>
        <p:grpSpPr>
          <a:xfrm>
            <a:off x="6755243" y="2287178"/>
            <a:ext cx="238531" cy="339253"/>
            <a:chOff x="3342725" y="2620775"/>
            <a:chExt cx="338775" cy="481825"/>
          </a:xfrm>
        </p:grpSpPr>
        <p:sp>
          <p:nvSpPr>
            <p:cNvPr id="5387" name="Google Shape;5387;p62"/>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8" name="Google Shape;5388;p62"/>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89" name="Google Shape;5389;p62"/>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90" name="Google Shape;5390;p62"/>
          <p:cNvGrpSpPr/>
          <p:nvPr/>
        </p:nvGrpSpPr>
        <p:grpSpPr>
          <a:xfrm>
            <a:off x="7148994" y="2287178"/>
            <a:ext cx="278296" cy="339253"/>
            <a:chOff x="3907325" y="2620775"/>
            <a:chExt cx="395250" cy="481825"/>
          </a:xfrm>
        </p:grpSpPr>
        <p:sp>
          <p:nvSpPr>
            <p:cNvPr id="5391" name="Google Shape;5391;p62"/>
            <p:cNvSpPr/>
            <p:nvPr/>
          </p:nvSpPr>
          <p:spPr>
            <a:xfrm>
              <a:off x="3907325" y="3016975"/>
              <a:ext cx="74550" cy="56475"/>
            </a:xfrm>
            <a:custGeom>
              <a:avLst/>
              <a:gdLst/>
              <a:ahLst/>
              <a:cxnLst/>
              <a:rect l="l" t="t" r="r" b="b"/>
              <a:pathLst>
                <a:path w="2982" h="2259" extrusionOk="0">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92" name="Google Shape;5392;p62"/>
            <p:cNvSpPr/>
            <p:nvPr/>
          </p:nvSpPr>
          <p:spPr>
            <a:xfrm>
              <a:off x="3907325" y="2705450"/>
              <a:ext cx="282325" cy="283325"/>
            </a:xfrm>
            <a:custGeom>
              <a:avLst/>
              <a:gdLst/>
              <a:ahLst/>
              <a:cxnLst/>
              <a:rect l="l" t="t" r="r" b="b"/>
              <a:pathLst>
                <a:path w="11293" h="11333" extrusionOk="0">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93" name="Google Shape;5393;p62"/>
            <p:cNvSpPr/>
            <p:nvPr/>
          </p:nvSpPr>
          <p:spPr>
            <a:xfrm>
              <a:off x="3907325" y="2620775"/>
              <a:ext cx="282325" cy="56475"/>
            </a:xfrm>
            <a:custGeom>
              <a:avLst/>
              <a:gdLst/>
              <a:ahLst/>
              <a:cxnLst/>
              <a:rect l="l" t="t" r="r" b="b"/>
              <a:pathLst>
                <a:path w="11293" h="2259" extrusionOk="0">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94" name="Google Shape;5394;p62"/>
            <p:cNvSpPr/>
            <p:nvPr/>
          </p:nvSpPr>
          <p:spPr>
            <a:xfrm>
              <a:off x="3992025" y="2762900"/>
              <a:ext cx="310550" cy="339700"/>
            </a:xfrm>
            <a:custGeom>
              <a:avLst/>
              <a:gdLst/>
              <a:ahLst/>
              <a:cxnLst/>
              <a:rect l="l" t="t" r="r" b="b"/>
              <a:pathLst>
                <a:path w="12422" h="13588" extrusionOk="0">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95" name="Google Shape;5395;p62"/>
          <p:cNvGrpSpPr/>
          <p:nvPr/>
        </p:nvGrpSpPr>
        <p:grpSpPr>
          <a:xfrm>
            <a:off x="7542181" y="2297783"/>
            <a:ext cx="339253" cy="318042"/>
            <a:chOff x="4456875" y="2635825"/>
            <a:chExt cx="481825" cy="451700"/>
          </a:xfrm>
        </p:grpSpPr>
        <p:sp>
          <p:nvSpPr>
            <p:cNvPr id="5396" name="Google Shape;5396;p62"/>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97" name="Google Shape;5397;p62"/>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98" name="Google Shape;5398;p62"/>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99" name="Google Shape;5399;p62"/>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00" name="Google Shape;5400;p62"/>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01" name="Google Shape;5401;p62"/>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02" name="Google Shape;5402;p62"/>
          <p:cNvGrpSpPr/>
          <p:nvPr/>
        </p:nvGrpSpPr>
        <p:grpSpPr>
          <a:xfrm>
            <a:off x="7967105" y="2297783"/>
            <a:ext cx="339253" cy="318042"/>
            <a:chOff x="5049725" y="2635825"/>
            <a:chExt cx="481825" cy="451700"/>
          </a:xfrm>
        </p:grpSpPr>
        <p:sp>
          <p:nvSpPr>
            <p:cNvPr id="5403" name="Google Shape;5403;p62"/>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04" name="Google Shape;5404;p62"/>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05" name="Google Shape;5405;p62"/>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06" name="Google Shape;5406;p62"/>
          <p:cNvGrpSpPr/>
          <p:nvPr/>
        </p:nvGrpSpPr>
        <p:grpSpPr>
          <a:xfrm>
            <a:off x="2211475" y="3952243"/>
            <a:ext cx="338566" cy="338373"/>
            <a:chOff x="5643000" y="2621375"/>
            <a:chExt cx="480850" cy="480575"/>
          </a:xfrm>
        </p:grpSpPr>
        <p:sp>
          <p:nvSpPr>
            <p:cNvPr id="5407" name="Google Shape;5407;p62"/>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08" name="Google Shape;5408;p62"/>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09" name="Google Shape;5409;p62"/>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0" name="Google Shape;5410;p62"/>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1" name="Google Shape;5411;p62"/>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2" name="Google Shape;5412;p62"/>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3" name="Google Shape;5413;p62"/>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14" name="Google Shape;5414;p62"/>
          <p:cNvGrpSpPr/>
          <p:nvPr/>
        </p:nvGrpSpPr>
        <p:grpSpPr>
          <a:xfrm>
            <a:off x="4032695" y="3951803"/>
            <a:ext cx="339359" cy="339253"/>
            <a:chOff x="6235250" y="2620775"/>
            <a:chExt cx="481975" cy="481825"/>
          </a:xfrm>
        </p:grpSpPr>
        <p:sp>
          <p:nvSpPr>
            <p:cNvPr id="5415" name="Google Shape;5415;p62"/>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6" name="Google Shape;5416;p62"/>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7" name="Google Shape;5417;p62"/>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8" name="Google Shape;5418;p62"/>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19" name="Google Shape;5419;p62"/>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420" name="Google Shape;5420;p62"/>
          <p:cNvSpPr/>
          <p:nvPr/>
        </p:nvSpPr>
        <p:spPr>
          <a:xfrm>
            <a:off x="5030010" y="2720693"/>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421" name="Google Shape;5421;p62"/>
          <p:cNvGrpSpPr/>
          <p:nvPr/>
        </p:nvGrpSpPr>
        <p:grpSpPr>
          <a:xfrm>
            <a:off x="5465078" y="2711317"/>
            <a:ext cx="341101" cy="339253"/>
            <a:chOff x="1535000" y="3223325"/>
            <a:chExt cx="484450" cy="481825"/>
          </a:xfrm>
        </p:grpSpPr>
        <p:sp>
          <p:nvSpPr>
            <p:cNvPr id="5422" name="Google Shape;5422;p62"/>
            <p:cNvSpPr/>
            <p:nvPr/>
          </p:nvSpPr>
          <p:spPr>
            <a:xfrm>
              <a:off x="1760150" y="3308225"/>
              <a:ext cx="143825" cy="140600"/>
            </a:xfrm>
            <a:custGeom>
              <a:avLst/>
              <a:gdLst/>
              <a:ahLst/>
              <a:cxnLst/>
              <a:rect l="l" t="t" r="r" b="b"/>
              <a:pathLst>
                <a:path w="5753"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23" name="Google Shape;5423;p62"/>
            <p:cNvSpPr/>
            <p:nvPr/>
          </p:nvSpPr>
          <p:spPr>
            <a:xfrm>
              <a:off x="1873075" y="3421150"/>
              <a:ext cx="146375" cy="140600"/>
            </a:xfrm>
            <a:custGeom>
              <a:avLst/>
              <a:gdLst/>
              <a:ahLst/>
              <a:cxnLst/>
              <a:rect l="l" t="t" r="r" b="b"/>
              <a:pathLst>
                <a:path w="5855"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24" name="Google Shape;5424;p62"/>
            <p:cNvSpPr/>
            <p:nvPr/>
          </p:nvSpPr>
          <p:spPr>
            <a:xfrm>
              <a:off x="1535000" y="3223325"/>
              <a:ext cx="406450" cy="481825"/>
            </a:xfrm>
            <a:custGeom>
              <a:avLst/>
              <a:gdLst/>
              <a:ahLst/>
              <a:cxnLst/>
              <a:rect l="l" t="t" r="r" b="b"/>
              <a:pathLst>
                <a:path w="16258" h="19273" extrusionOk="0">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25" name="Google Shape;5425;p62"/>
          <p:cNvGrpSpPr/>
          <p:nvPr/>
        </p:nvGrpSpPr>
        <p:grpSpPr>
          <a:xfrm>
            <a:off x="5872645" y="2746618"/>
            <a:ext cx="339253" cy="268649"/>
            <a:chOff x="2085525" y="3263750"/>
            <a:chExt cx="481825" cy="381550"/>
          </a:xfrm>
        </p:grpSpPr>
        <p:sp>
          <p:nvSpPr>
            <p:cNvPr id="5426" name="Google Shape;5426;p62"/>
            <p:cNvSpPr/>
            <p:nvPr/>
          </p:nvSpPr>
          <p:spPr>
            <a:xfrm>
              <a:off x="2320325" y="3263750"/>
              <a:ext cx="227825" cy="141025"/>
            </a:xfrm>
            <a:custGeom>
              <a:avLst/>
              <a:gdLst/>
              <a:ahLst/>
              <a:cxnLst/>
              <a:rect l="l" t="t" r="r" b="b"/>
              <a:pathLst>
                <a:path w="9113" h="5641" extrusionOk="0">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27" name="Google Shape;5427;p62"/>
            <p:cNvSpPr/>
            <p:nvPr/>
          </p:nvSpPr>
          <p:spPr>
            <a:xfrm>
              <a:off x="2085525" y="3355200"/>
              <a:ext cx="481825" cy="290100"/>
            </a:xfrm>
            <a:custGeom>
              <a:avLst/>
              <a:gdLst/>
              <a:ahLst/>
              <a:cxnLst/>
              <a:rect l="l" t="t" r="r" b="b"/>
              <a:pathLst>
                <a:path w="19273" h="11604" extrusionOk="0">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428" name="Google Shape;5428;p62"/>
          <p:cNvSpPr/>
          <p:nvPr/>
        </p:nvSpPr>
        <p:spPr>
          <a:xfrm>
            <a:off x="6286830" y="2778690"/>
            <a:ext cx="339253" cy="204295"/>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429" name="Google Shape;5429;p62"/>
          <p:cNvGrpSpPr/>
          <p:nvPr/>
        </p:nvGrpSpPr>
        <p:grpSpPr>
          <a:xfrm>
            <a:off x="6704407" y="2711308"/>
            <a:ext cx="340204" cy="339271"/>
            <a:chOff x="3270450" y="3213625"/>
            <a:chExt cx="483175" cy="481850"/>
          </a:xfrm>
        </p:grpSpPr>
        <p:sp>
          <p:nvSpPr>
            <p:cNvPr id="5430" name="Google Shape;5430;p62"/>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31" name="Google Shape;5431;p62"/>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32" name="Google Shape;5432;p62"/>
          <p:cNvGrpSpPr/>
          <p:nvPr/>
        </p:nvGrpSpPr>
        <p:grpSpPr>
          <a:xfrm>
            <a:off x="7203676" y="2711317"/>
            <a:ext cx="168931" cy="339253"/>
            <a:chOff x="3984950" y="3213600"/>
            <a:chExt cx="239925" cy="481825"/>
          </a:xfrm>
        </p:grpSpPr>
        <p:sp>
          <p:nvSpPr>
            <p:cNvPr id="5433" name="Google Shape;5433;p62"/>
            <p:cNvSpPr/>
            <p:nvPr/>
          </p:nvSpPr>
          <p:spPr>
            <a:xfrm>
              <a:off x="3984950" y="3213600"/>
              <a:ext cx="239925" cy="481825"/>
            </a:xfrm>
            <a:custGeom>
              <a:avLst/>
              <a:gdLst/>
              <a:ahLst/>
              <a:cxnLst/>
              <a:rect l="l" t="t" r="r" b="b"/>
              <a:pathLst>
                <a:path w="9597" h="19273" extrusionOk="0">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34" name="Google Shape;5434;p62"/>
            <p:cNvSpPr/>
            <p:nvPr/>
          </p:nvSpPr>
          <p:spPr>
            <a:xfrm>
              <a:off x="4072650" y="3543175"/>
              <a:ext cx="64525" cy="64625"/>
            </a:xfrm>
            <a:custGeom>
              <a:avLst/>
              <a:gdLst/>
              <a:ahLst/>
              <a:cxnLst/>
              <a:rect l="l" t="t" r="r" b="b"/>
              <a:pathLst>
                <a:path w="2581" h="2585" extrusionOk="0">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435" name="Google Shape;5435;p62"/>
          <p:cNvSpPr/>
          <p:nvPr/>
        </p:nvSpPr>
        <p:spPr>
          <a:xfrm>
            <a:off x="7542004" y="2711214"/>
            <a:ext cx="339306" cy="339253"/>
          </a:xfrm>
          <a:custGeom>
            <a:avLst/>
            <a:gdLst/>
            <a:ahLst/>
            <a:cxnLst/>
            <a:rect l="l" t="t" r="r" b="b"/>
            <a:pathLst>
              <a:path w="19276" h="19273" extrusionOk="0">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36" name="Google Shape;5436;p62"/>
          <p:cNvSpPr/>
          <p:nvPr/>
        </p:nvSpPr>
        <p:spPr>
          <a:xfrm>
            <a:off x="7966934" y="2731069"/>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437" name="Google Shape;5437;p62"/>
          <p:cNvGrpSpPr/>
          <p:nvPr/>
        </p:nvGrpSpPr>
        <p:grpSpPr>
          <a:xfrm>
            <a:off x="1736111" y="3981487"/>
            <a:ext cx="355218" cy="279880"/>
            <a:chOff x="5629975" y="3255775"/>
            <a:chExt cx="504500" cy="397500"/>
          </a:xfrm>
        </p:grpSpPr>
        <p:sp>
          <p:nvSpPr>
            <p:cNvPr id="5438" name="Google Shape;5438;p62"/>
            <p:cNvSpPr/>
            <p:nvPr/>
          </p:nvSpPr>
          <p:spPr>
            <a:xfrm>
              <a:off x="5756375" y="3255775"/>
              <a:ext cx="112950" cy="143425"/>
            </a:xfrm>
            <a:custGeom>
              <a:avLst/>
              <a:gdLst/>
              <a:ahLst/>
              <a:cxnLst/>
              <a:rect l="l" t="t" r="r" b="b"/>
              <a:pathLst>
                <a:path w="4518" h="5737" extrusionOk="0">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39" name="Google Shape;5439;p62"/>
            <p:cNvSpPr/>
            <p:nvPr/>
          </p:nvSpPr>
          <p:spPr>
            <a:xfrm>
              <a:off x="5629975" y="3374400"/>
              <a:ext cx="140575" cy="136175"/>
            </a:xfrm>
            <a:custGeom>
              <a:avLst/>
              <a:gdLst/>
              <a:ahLst/>
              <a:cxnLst/>
              <a:rect l="l" t="t" r="r" b="b"/>
              <a:pathLst>
                <a:path w="5623" h="5447" extrusionOk="0">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0" name="Google Shape;5440;p62"/>
            <p:cNvSpPr/>
            <p:nvPr/>
          </p:nvSpPr>
          <p:spPr>
            <a:xfrm>
              <a:off x="5897525" y="3255775"/>
              <a:ext cx="112950" cy="143425"/>
            </a:xfrm>
            <a:custGeom>
              <a:avLst/>
              <a:gdLst/>
              <a:ahLst/>
              <a:cxnLst/>
              <a:rect l="l" t="t" r="r" b="b"/>
              <a:pathLst>
                <a:path w="4518" h="5737" extrusionOk="0">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1" name="Google Shape;5441;p62"/>
            <p:cNvSpPr/>
            <p:nvPr/>
          </p:nvSpPr>
          <p:spPr>
            <a:xfrm>
              <a:off x="5996075" y="3373900"/>
              <a:ext cx="138400" cy="136200"/>
            </a:xfrm>
            <a:custGeom>
              <a:avLst/>
              <a:gdLst/>
              <a:ahLst/>
              <a:cxnLst/>
              <a:rect l="l" t="t" r="r" b="b"/>
              <a:pathLst>
                <a:path w="5536" h="5448" extrusionOk="0">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2" name="Google Shape;5442;p62"/>
            <p:cNvSpPr/>
            <p:nvPr/>
          </p:nvSpPr>
          <p:spPr>
            <a:xfrm>
              <a:off x="5728150" y="3427400"/>
              <a:ext cx="310575" cy="225875"/>
            </a:xfrm>
            <a:custGeom>
              <a:avLst/>
              <a:gdLst/>
              <a:ahLst/>
              <a:cxnLst/>
              <a:rect l="l" t="t" r="r" b="b"/>
              <a:pathLst>
                <a:path w="12423" h="9035" extrusionOk="0">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43" name="Google Shape;5443;p62"/>
          <p:cNvGrpSpPr/>
          <p:nvPr/>
        </p:nvGrpSpPr>
        <p:grpSpPr>
          <a:xfrm>
            <a:off x="3572294" y="3981593"/>
            <a:ext cx="340256" cy="279669"/>
            <a:chOff x="6234950" y="3255925"/>
            <a:chExt cx="483250" cy="397200"/>
          </a:xfrm>
        </p:grpSpPr>
        <p:sp>
          <p:nvSpPr>
            <p:cNvPr id="5444" name="Google Shape;5444;p62"/>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5" name="Google Shape;5445;p62"/>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6" name="Google Shape;5446;p62"/>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7" name="Google Shape;5447;p62"/>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8" name="Google Shape;5448;p62"/>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49" name="Google Shape;5449;p62"/>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50" name="Google Shape;5450;p62"/>
          <p:cNvGrpSpPr/>
          <p:nvPr/>
        </p:nvGrpSpPr>
        <p:grpSpPr>
          <a:xfrm>
            <a:off x="5043532" y="3125970"/>
            <a:ext cx="318042" cy="339253"/>
            <a:chOff x="914900" y="3806450"/>
            <a:chExt cx="451700" cy="481825"/>
          </a:xfrm>
        </p:grpSpPr>
        <p:sp>
          <p:nvSpPr>
            <p:cNvPr id="5451" name="Google Shape;5451;p62"/>
            <p:cNvSpPr/>
            <p:nvPr/>
          </p:nvSpPr>
          <p:spPr>
            <a:xfrm>
              <a:off x="914900" y="4174425"/>
              <a:ext cx="423400" cy="113850"/>
            </a:xfrm>
            <a:custGeom>
              <a:avLst/>
              <a:gdLst/>
              <a:ahLst/>
              <a:cxnLst/>
              <a:rect l="l" t="t" r="r" b="b"/>
              <a:pathLst>
                <a:path w="16936" h="4554" extrusionOk="0">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52" name="Google Shape;5452;p62"/>
            <p:cNvSpPr/>
            <p:nvPr/>
          </p:nvSpPr>
          <p:spPr>
            <a:xfrm>
              <a:off x="971350" y="3806450"/>
              <a:ext cx="254100" cy="339775"/>
            </a:xfrm>
            <a:custGeom>
              <a:avLst/>
              <a:gdLst/>
              <a:ahLst/>
              <a:cxnLst/>
              <a:rect l="l" t="t" r="r" b="b"/>
              <a:pathLst>
                <a:path w="10164" h="13591" extrusionOk="0">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53" name="Google Shape;5453;p62"/>
            <p:cNvSpPr/>
            <p:nvPr/>
          </p:nvSpPr>
          <p:spPr>
            <a:xfrm>
              <a:off x="971350" y="3947600"/>
              <a:ext cx="141175" cy="198625"/>
            </a:xfrm>
            <a:custGeom>
              <a:avLst/>
              <a:gdLst/>
              <a:ahLst/>
              <a:cxnLst/>
              <a:rect l="l" t="t" r="r" b="b"/>
              <a:pathLst>
                <a:path w="5647" h="7945" extrusionOk="0">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54" name="Google Shape;5454;p62"/>
            <p:cNvSpPr/>
            <p:nvPr/>
          </p:nvSpPr>
          <p:spPr>
            <a:xfrm>
              <a:off x="1253675" y="3806450"/>
              <a:ext cx="112925" cy="90350"/>
            </a:xfrm>
            <a:custGeom>
              <a:avLst/>
              <a:gdLst/>
              <a:ahLst/>
              <a:cxnLst/>
              <a:rect l="l" t="t" r="r" b="b"/>
              <a:pathLst>
                <a:path w="4517" h="3614" extrusionOk="0">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55" name="Google Shape;5455;p62"/>
            <p:cNvSpPr/>
            <p:nvPr/>
          </p:nvSpPr>
          <p:spPr>
            <a:xfrm>
              <a:off x="1253600" y="3876425"/>
              <a:ext cx="95025" cy="42975"/>
            </a:xfrm>
            <a:custGeom>
              <a:avLst/>
              <a:gdLst/>
              <a:ahLst/>
              <a:cxnLst/>
              <a:rect l="l" t="t" r="r" b="b"/>
              <a:pathLst>
                <a:path w="3801" h="1719" extrusionOk="0">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56" name="Google Shape;5456;p62"/>
          <p:cNvGrpSpPr/>
          <p:nvPr/>
        </p:nvGrpSpPr>
        <p:grpSpPr>
          <a:xfrm>
            <a:off x="5462454" y="3125785"/>
            <a:ext cx="346347" cy="339623"/>
            <a:chOff x="1490050" y="3805975"/>
            <a:chExt cx="491900" cy="482350"/>
          </a:xfrm>
        </p:grpSpPr>
        <p:sp>
          <p:nvSpPr>
            <p:cNvPr id="5457" name="Google Shape;5457;p62"/>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58" name="Google Shape;5458;p62"/>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59" name="Google Shape;5459;p62"/>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60" name="Google Shape;5460;p62"/>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61" name="Google Shape;5461;p62"/>
          <p:cNvGrpSpPr/>
          <p:nvPr/>
        </p:nvGrpSpPr>
        <p:grpSpPr>
          <a:xfrm>
            <a:off x="5886322" y="3125970"/>
            <a:ext cx="311899" cy="339253"/>
            <a:chOff x="2104275" y="3806450"/>
            <a:chExt cx="442975" cy="481825"/>
          </a:xfrm>
        </p:grpSpPr>
        <p:sp>
          <p:nvSpPr>
            <p:cNvPr id="5462" name="Google Shape;5462;p62"/>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63" name="Google Shape;5463;p62"/>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64" name="Google Shape;5464;p62"/>
          <p:cNvGrpSpPr/>
          <p:nvPr/>
        </p:nvGrpSpPr>
        <p:grpSpPr>
          <a:xfrm>
            <a:off x="6309839" y="3125970"/>
            <a:ext cx="293416" cy="339253"/>
            <a:chOff x="2710875" y="3806450"/>
            <a:chExt cx="416725" cy="481825"/>
          </a:xfrm>
        </p:grpSpPr>
        <p:sp>
          <p:nvSpPr>
            <p:cNvPr id="5465" name="Google Shape;5465;p62"/>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66" name="Google Shape;5466;p62"/>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67" name="Google Shape;5467;p62"/>
          <p:cNvGrpSpPr/>
          <p:nvPr/>
        </p:nvGrpSpPr>
        <p:grpSpPr>
          <a:xfrm>
            <a:off x="6704883" y="3166412"/>
            <a:ext cx="339253" cy="258369"/>
            <a:chOff x="3271200" y="3863875"/>
            <a:chExt cx="481825" cy="366950"/>
          </a:xfrm>
        </p:grpSpPr>
        <p:sp>
          <p:nvSpPr>
            <p:cNvPr id="5468" name="Google Shape;5468;p62"/>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69" name="Google Shape;5469;p62"/>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70" name="Google Shape;5470;p62"/>
          <p:cNvGrpSpPr/>
          <p:nvPr/>
        </p:nvGrpSpPr>
        <p:grpSpPr>
          <a:xfrm>
            <a:off x="7140377" y="3126199"/>
            <a:ext cx="295528" cy="338795"/>
            <a:chOff x="3895050" y="3806775"/>
            <a:chExt cx="419725" cy="481175"/>
          </a:xfrm>
        </p:grpSpPr>
        <p:sp>
          <p:nvSpPr>
            <p:cNvPr id="5471" name="Google Shape;5471;p62"/>
            <p:cNvSpPr/>
            <p:nvPr/>
          </p:nvSpPr>
          <p:spPr>
            <a:xfrm>
              <a:off x="3895050" y="3942650"/>
              <a:ext cx="419725" cy="345300"/>
            </a:xfrm>
            <a:custGeom>
              <a:avLst/>
              <a:gdLst/>
              <a:ahLst/>
              <a:cxnLst/>
              <a:rect l="l" t="t" r="r" b="b"/>
              <a:pathLst>
                <a:path w="16789" h="13812" extrusionOk="0">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72" name="Google Shape;5472;p62"/>
            <p:cNvSpPr/>
            <p:nvPr/>
          </p:nvSpPr>
          <p:spPr>
            <a:xfrm>
              <a:off x="4016325" y="3806775"/>
              <a:ext cx="199225" cy="142475"/>
            </a:xfrm>
            <a:custGeom>
              <a:avLst/>
              <a:gdLst/>
              <a:ahLst/>
              <a:cxnLst/>
              <a:rect l="l" t="t" r="r" b="b"/>
              <a:pathLst>
                <a:path w="7969" h="5699" extrusionOk="0">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73" name="Google Shape;5473;p62"/>
          <p:cNvGrpSpPr/>
          <p:nvPr/>
        </p:nvGrpSpPr>
        <p:grpSpPr>
          <a:xfrm>
            <a:off x="7543659" y="3125979"/>
            <a:ext cx="336296" cy="339235"/>
            <a:chOff x="4464775" y="3806475"/>
            <a:chExt cx="477625" cy="481800"/>
          </a:xfrm>
        </p:grpSpPr>
        <p:sp>
          <p:nvSpPr>
            <p:cNvPr id="5474" name="Google Shape;5474;p62"/>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75" name="Google Shape;5475;p62"/>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76" name="Google Shape;5476;p62"/>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77" name="Google Shape;5477;p62"/>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78" name="Google Shape;5478;p62"/>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79" name="Google Shape;5479;p62"/>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80" name="Google Shape;5480;p62"/>
          <p:cNvGrpSpPr/>
          <p:nvPr/>
        </p:nvGrpSpPr>
        <p:grpSpPr>
          <a:xfrm>
            <a:off x="7967105" y="3125970"/>
            <a:ext cx="339253" cy="339253"/>
            <a:chOff x="5049725" y="3806450"/>
            <a:chExt cx="481825" cy="481825"/>
          </a:xfrm>
        </p:grpSpPr>
        <p:sp>
          <p:nvSpPr>
            <p:cNvPr id="5481" name="Google Shape;5481;p62"/>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82" name="Google Shape;5482;p62"/>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83" name="Google Shape;5483;p62"/>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84" name="Google Shape;5484;p62"/>
          <p:cNvGrpSpPr/>
          <p:nvPr/>
        </p:nvGrpSpPr>
        <p:grpSpPr>
          <a:xfrm>
            <a:off x="1276714" y="3951798"/>
            <a:ext cx="339253" cy="339253"/>
            <a:chOff x="5651375" y="3806450"/>
            <a:chExt cx="481825" cy="481825"/>
          </a:xfrm>
        </p:grpSpPr>
        <p:sp>
          <p:nvSpPr>
            <p:cNvPr id="5485" name="Google Shape;5485;p62"/>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86" name="Google Shape;5486;p62"/>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87" name="Google Shape;5487;p62"/>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88" name="Google Shape;5488;p62"/>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89" name="Google Shape;5489;p62"/>
          <p:cNvGrpSpPr/>
          <p:nvPr/>
        </p:nvGrpSpPr>
        <p:grpSpPr>
          <a:xfrm>
            <a:off x="3153646" y="3953787"/>
            <a:ext cx="298503" cy="335275"/>
            <a:chOff x="6264300" y="3809300"/>
            <a:chExt cx="423950" cy="476175"/>
          </a:xfrm>
        </p:grpSpPr>
        <p:sp>
          <p:nvSpPr>
            <p:cNvPr id="5490" name="Google Shape;5490;p62"/>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91" name="Google Shape;5491;p62"/>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92" name="Google Shape;5492;p62"/>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93" name="Google Shape;5493;p62"/>
          <p:cNvGrpSpPr/>
          <p:nvPr/>
        </p:nvGrpSpPr>
        <p:grpSpPr>
          <a:xfrm>
            <a:off x="5032267" y="3538881"/>
            <a:ext cx="340573" cy="339271"/>
            <a:chOff x="898875" y="4399275"/>
            <a:chExt cx="483700" cy="481850"/>
          </a:xfrm>
        </p:grpSpPr>
        <p:sp>
          <p:nvSpPr>
            <p:cNvPr id="5494" name="Google Shape;5494;p62"/>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95" name="Google Shape;5495;p62"/>
            <p:cNvSpPr/>
            <p:nvPr/>
          </p:nvSpPr>
          <p:spPr>
            <a:xfrm>
              <a:off x="1138025" y="4763350"/>
              <a:ext cx="25" cy="25"/>
            </a:xfrm>
            <a:custGeom>
              <a:avLst/>
              <a:gdLst/>
              <a:ahLst/>
              <a:cxnLst/>
              <a:rect l="l" t="t" r="r" b="b"/>
              <a:pathLst>
                <a:path w="1" h="1" extrusionOk="0">
                  <a:moveTo>
                    <a:pt x="1" y="0"/>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96" name="Google Shape;5496;p62"/>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97" name="Google Shape;5497;p62"/>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98" name="Google Shape;5498;p62"/>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99" name="Google Shape;5499;p62"/>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00" name="Google Shape;5500;p62"/>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01" name="Google Shape;5501;p62"/>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02" name="Google Shape;5502;p62"/>
          <p:cNvGrpSpPr/>
          <p:nvPr/>
        </p:nvGrpSpPr>
        <p:grpSpPr>
          <a:xfrm>
            <a:off x="5466000" y="3554133"/>
            <a:ext cx="339253" cy="308765"/>
            <a:chOff x="1492675" y="4420975"/>
            <a:chExt cx="481825" cy="438525"/>
          </a:xfrm>
        </p:grpSpPr>
        <p:sp>
          <p:nvSpPr>
            <p:cNvPr id="5503" name="Google Shape;5503;p62"/>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04" name="Google Shape;5504;p62"/>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05" name="Google Shape;5505;p62"/>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06" name="Google Shape;5506;p62"/>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07" name="Google Shape;5507;p62"/>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08" name="Google Shape;5508;p62"/>
          <p:cNvGrpSpPr/>
          <p:nvPr/>
        </p:nvGrpSpPr>
        <p:grpSpPr>
          <a:xfrm>
            <a:off x="5870982" y="3539558"/>
            <a:ext cx="342580" cy="337915"/>
            <a:chOff x="2084100" y="4400250"/>
            <a:chExt cx="486550" cy="479925"/>
          </a:xfrm>
        </p:grpSpPr>
        <p:sp>
          <p:nvSpPr>
            <p:cNvPr id="5509" name="Google Shape;5509;p62"/>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0" name="Google Shape;5510;p62"/>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1" name="Google Shape;5511;p62"/>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2" name="Google Shape;5512;p62"/>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3" name="Google Shape;5513;p62"/>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4" name="Google Shape;5514;p62"/>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15" name="Google Shape;5515;p62"/>
          <p:cNvGrpSpPr/>
          <p:nvPr/>
        </p:nvGrpSpPr>
        <p:grpSpPr>
          <a:xfrm>
            <a:off x="6307462" y="3538907"/>
            <a:ext cx="298169" cy="339218"/>
            <a:chOff x="2707950" y="4399325"/>
            <a:chExt cx="423475" cy="481775"/>
          </a:xfrm>
        </p:grpSpPr>
        <p:sp>
          <p:nvSpPr>
            <p:cNvPr id="5516" name="Google Shape;5516;p62"/>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7" name="Google Shape;5517;p62"/>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8" name="Google Shape;5518;p62"/>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19" name="Google Shape;5519;p62"/>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0" name="Google Shape;5520;p62"/>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1" name="Google Shape;5521;p62"/>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2" name="Google Shape;5522;p62"/>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3" name="Google Shape;5523;p62"/>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4" name="Google Shape;5524;p62"/>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5" name="Google Shape;5525;p62"/>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6" name="Google Shape;5526;p62"/>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27" name="Google Shape;5527;p62"/>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28" name="Google Shape;5528;p62"/>
          <p:cNvGrpSpPr/>
          <p:nvPr/>
        </p:nvGrpSpPr>
        <p:grpSpPr>
          <a:xfrm>
            <a:off x="6736981" y="3538881"/>
            <a:ext cx="275057" cy="339271"/>
            <a:chOff x="3330525" y="4399275"/>
            <a:chExt cx="390650" cy="481850"/>
          </a:xfrm>
        </p:grpSpPr>
        <p:sp>
          <p:nvSpPr>
            <p:cNvPr id="5529" name="Google Shape;5529;p62"/>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0" name="Google Shape;5530;p62"/>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1" name="Google Shape;5531;p62"/>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2" name="Google Shape;5532;p62"/>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3" name="Google Shape;5533;p62"/>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4" name="Google Shape;5534;p62"/>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5" name="Google Shape;5535;p62"/>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36" name="Google Shape;5536;p62"/>
          <p:cNvGrpSpPr/>
          <p:nvPr/>
        </p:nvGrpSpPr>
        <p:grpSpPr>
          <a:xfrm>
            <a:off x="7161510" y="3538890"/>
            <a:ext cx="253265" cy="339253"/>
            <a:chOff x="3938800" y="4399275"/>
            <a:chExt cx="359700" cy="481825"/>
          </a:xfrm>
        </p:grpSpPr>
        <p:sp>
          <p:nvSpPr>
            <p:cNvPr id="5537" name="Google Shape;5537;p62"/>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8" name="Google Shape;5538;p62"/>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39" name="Google Shape;5539;p62"/>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40" name="Google Shape;5540;p62"/>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41" name="Google Shape;5541;p62"/>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42" name="Google Shape;5542;p62"/>
          <p:cNvGrpSpPr/>
          <p:nvPr/>
        </p:nvGrpSpPr>
        <p:grpSpPr>
          <a:xfrm>
            <a:off x="7632288" y="3538890"/>
            <a:ext cx="159039" cy="339253"/>
            <a:chOff x="4584850" y="4399275"/>
            <a:chExt cx="225875" cy="481825"/>
          </a:xfrm>
        </p:grpSpPr>
        <p:sp>
          <p:nvSpPr>
            <p:cNvPr id="5543" name="Google Shape;5543;p62"/>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44" name="Google Shape;5544;p62"/>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545" name="Google Shape;5545;p62"/>
          <p:cNvSpPr/>
          <p:nvPr/>
        </p:nvSpPr>
        <p:spPr>
          <a:xfrm>
            <a:off x="7950424" y="3538820"/>
            <a:ext cx="372275" cy="339112"/>
          </a:xfrm>
          <a:custGeom>
            <a:avLst/>
            <a:gdLst/>
            <a:ahLst/>
            <a:cxnLst/>
            <a:rect l="l" t="t" r="r" b="b"/>
            <a:pathLst>
              <a:path w="21149" h="19265" extrusionOk="0">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546" name="Google Shape;5546;p62"/>
          <p:cNvGrpSpPr/>
          <p:nvPr/>
        </p:nvGrpSpPr>
        <p:grpSpPr>
          <a:xfrm>
            <a:off x="817316" y="3951795"/>
            <a:ext cx="339253" cy="339253"/>
            <a:chOff x="5642550" y="4399275"/>
            <a:chExt cx="481825" cy="481825"/>
          </a:xfrm>
        </p:grpSpPr>
        <p:sp>
          <p:nvSpPr>
            <p:cNvPr id="5547" name="Google Shape;5547;p62"/>
            <p:cNvSpPr/>
            <p:nvPr/>
          </p:nvSpPr>
          <p:spPr>
            <a:xfrm>
              <a:off x="5642550" y="4399275"/>
              <a:ext cx="481825" cy="481825"/>
            </a:xfrm>
            <a:custGeom>
              <a:avLst/>
              <a:gdLst/>
              <a:ahLst/>
              <a:cxnLst/>
              <a:rect l="l" t="t" r="r" b="b"/>
              <a:pathLst>
                <a:path w="19273" h="19273" extrusionOk="0">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48" name="Google Shape;5548;p62"/>
            <p:cNvSpPr/>
            <p:nvPr/>
          </p:nvSpPr>
          <p:spPr>
            <a:xfrm>
              <a:off x="5756375" y="4626100"/>
              <a:ext cx="254100" cy="28275"/>
            </a:xfrm>
            <a:custGeom>
              <a:avLst/>
              <a:gdLst/>
              <a:ahLst/>
              <a:cxnLst/>
              <a:rect l="l" t="t" r="r" b="b"/>
              <a:pathLst>
                <a:path w="10164" h="1131" extrusionOk="0">
                  <a:moveTo>
                    <a:pt x="1" y="1"/>
                  </a:moveTo>
                  <a:lnTo>
                    <a:pt x="1" y="1130"/>
                  </a:lnTo>
                  <a:lnTo>
                    <a:pt x="10164" y="1130"/>
                  </a:lnTo>
                  <a:lnTo>
                    <a:pt x="101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49" name="Google Shape;5549;p62"/>
          <p:cNvGrpSpPr/>
          <p:nvPr/>
        </p:nvGrpSpPr>
        <p:grpSpPr>
          <a:xfrm>
            <a:off x="2670186" y="3963703"/>
            <a:ext cx="363316" cy="315437"/>
            <a:chOff x="6218300" y="4416175"/>
            <a:chExt cx="516000" cy="448000"/>
          </a:xfrm>
        </p:grpSpPr>
        <p:sp>
          <p:nvSpPr>
            <p:cNvPr id="5550" name="Google Shape;5550;p62"/>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51" name="Google Shape;5551;p62"/>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52" name="Google Shape;5552;p62"/>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53" name="Google Shape;5553;p62"/>
          <p:cNvGrpSpPr/>
          <p:nvPr/>
        </p:nvGrpSpPr>
        <p:grpSpPr>
          <a:xfrm>
            <a:off x="5870391" y="3951792"/>
            <a:ext cx="339253" cy="339253"/>
            <a:chOff x="899850" y="4992125"/>
            <a:chExt cx="481825" cy="481825"/>
          </a:xfrm>
        </p:grpSpPr>
        <p:sp>
          <p:nvSpPr>
            <p:cNvPr id="5554" name="Google Shape;5554;p62"/>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55" name="Google Shape;5555;p62"/>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56" name="Google Shape;5556;p62"/>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57" name="Google Shape;5557;p62"/>
          <p:cNvGrpSpPr/>
          <p:nvPr/>
        </p:nvGrpSpPr>
        <p:grpSpPr>
          <a:xfrm>
            <a:off x="5410993" y="3951792"/>
            <a:ext cx="339253" cy="339253"/>
            <a:chOff x="1492675" y="4992125"/>
            <a:chExt cx="481825" cy="481825"/>
          </a:xfrm>
        </p:grpSpPr>
        <p:sp>
          <p:nvSpPr>
            <p:cNvPr id="5558" name="Google Shape;5558;p62"/>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59" name="Google Shape;5559;p62"/>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60" name="Google Shape;5560;p62"/>
          <p:cNvGrpSpPr/>
          <p:nvPr/>
        </p:nvGrpSpPr>
        <p:grpSpPr>
          <a:xfrm>
            <a:off x="4951595" y="3951792"/>
            <a:ext cx="339253" cy="339253"/>
            <a:chOff x="2085525" y="4992125"/>
            <a:chExt cx="481825" cy="481825"/>
          </a:xfrm>
        </p:grpSpPr>
        <p:sp>
          <p:nvSpPr>
            <p:cNvPr id="5561" name="Google Shape;5561;p62"/>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62" name="Google Shape;5562;p62"/>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63" name="Google Shape;5563;p62"/>
          <p:cNvGrpSpPr/>
          <p:nvPr/>
        </p:nvGrpSpPr>
        <p:grpSpPr>
          <a:xfrm>
            <a:off x="6789344" y="3951792"/>
            <a:ext cx="339253" cy="339253"/>
            <a:chOff x="2678350" y="4992125"/>
            <a:chExt cx="481825" cy="481825"/>
          </a:xfrm>
        </p:grpSpPr>
        <p:sp>
          <p:nvSpPr>
            <p:cNvPr id="5564" name="Google Shape;5564;p62"/>
            <p:cNvSpPr/>
            <p:nvPr/>
          </p:nvSpPr>
          <p:spPr>
            <a:xfrm>
              <a:off x="2975725" y="5079150"/>
              <a:ext cx="56475" cy="309125"/>
            </a:xfrm>
            <a:custGeom>
              <a:avLst/>
              <a:gdLst/>
              <a:ahLst/>
              <a:cxnLst/>
              <a:rect l="l" t="t" r="r" b="b"/>
              <a:pathLst>
                <a:path w="2259" h="12365" extrusionOk="0">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65" name="Google Shape;5565;p62"/>
            <p:cNvSpPr/>
            <p:nvPr/>
          </p:nvSpPr>
          <p:spPr>
            <a:xfrm>
              <a:off x="2806350" y="5162500"/>
              <a:ext cx="84700" cy="225775"/>
            </a:xfrm>
            <a:custGeom>
              <a:avLst/>
              <a:gdLst/>
              <a:ahLst/>
              <a:cxnLst/>
              <a:rect l="l" t="t" r="r" b="b"/>
              <a:pathLst>
                <a:path w="3388" h="9031" extrusionOk="0">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66" name="Google Shape;5566;p62"/>
            <p:cNvSpPr/>
            <p:nvPr/>
          </p:nvSpPr>
          <p:spPr>
            <a:xfrm>
              <a:off x="2678350" y="4992125"/>
              <a:ext cx="481825" cy="481825"/>
            </a:xfrm>
            <a:custGeom>
              <a:avLst/>
              <a:gdLst/>
              <a:ahLst/>
              <a:cxnLst/>
              <a:rect l="l" t="t" r="r" b="b"/>
              <a:pathLst>
                <a:path w="19273" h="19273" extrusionOk="0">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67" name="Google Shape;5567;p62"/>
          <p:cNvGrpSpPr/>
          <p:nvPr/>
        </p:nvGrpSpPr>
        <p:grpSpPr>
          <a:xfrm>
            <a:off x="4492198" y="3951792"/>
            <a:ext cx="339253" cy="339253"/>
            <a:chOff x="3271200" y="4992125"/>
            <a:chExt cx="481825" cy="481825"/>
          </a:xfrm>
        </p:grpSpPr>
        <p:sp>
          <p:nvSpPr>
            <p:cNvPr id="5568" name="Google Shape;5568;p62"/>
            <p:cNvSpPr/>
            <p:nvPr/>
          </p:nvSpPr>
          <p:spPr>
            <a:xfrm>
              <a:off x="3497950" y="5106025"/>
              <a:ext cx="28250" cy="28250"/>
            </a:xfrm>
            <a:custGeom>
              <a:avLst/>
              <a:gdLst/>
              <a:ahLst/>
              <a:cxnLst/>
              <a:rect l="l" t="t" r="r" b="b"/>
              <a:pathLst>
                <a:path w="1130" h="1130" extrusionOk="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69" name="Google Shape;5569;p62"/>
            <p:cNvSpPr/>
            <p:nvPr/>
          </p:nvSpPr>
          <p:spPr>
            <a:xfrm>
              <a:off x="3497950" y="5218950"/>
              <a:ext cx="28250" cy="141175"/>
            </a:xfrm>
            <a:custGeom>
              <a:avLst/>
              <a:gdLst/>
              <a:ahLst/>
              <a:cxnLst/>
              <a:rect l="l" t="t" r="r" b="b"/>
              <a:pathLst>
                <a:path w="1130" h="5647" extrusionOk="0">
                  <a:moveTo>
                    <a:pt x="0" y="0"/>
                  </a:moveTo>
                  <a:lnTo>
                    <a:pt x="0" y="5647"/>
                  </a:lnTo>
                  <a:lnTo>
                    <a:pt x="1130" y="5647"/>
                  </a:lnTo>
                  <a:lnTo>
                    <a:pt x="11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70" name="Google Shape;5570;p62"/>
            <p:cNvSpPr/>
            <p:nvPr/>
          </p:nvSpPr>
          <p:spPr>
            <a:xfrm>
              <a:off x="3271200" y="4992125"/>
              <a:ext cx="481825" cy="481825"/>
            </a:xfrm>
            <a:custGeom>
              <a:avLst/>
              <a:gdLst/>
              <a:ahLst/>
              <a:cxnLst/>
              <a:rect l="l" t="t" r="r" b="b"/>
              <a:pathLst>
                <a:path w="19273" h="19273" extrusionOk="0">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71" name="Google Shape;5571;p62"/>
          <p:cNvGrpSpPr/>
          <p:nvPr/>
        </p:nvGrpSpPr>
        <p:grpSpPr>
          <a:xfrm>
            <a:off x="6329788" y="3952813"/>
            <a:ext cx="339411" cy="337211"/>
            <a:chOff x="5049575" y="4993600"/>
            <a:chExt cx="482050" cy="478925"/>
          </a:xfrm>
        </p:grpSpPr>
        <p:sp>
          <p:nvSpPr>
            <p:cNvPr id="5572" name="Google Shape;5572;p62"/>
            <p:cNvSpPr/>
            <p:nvPr/>
          </p:nvSpPr>
          <p:spPr>
            <a:xfrm>
              <a:off x="5063200"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73" name="Google Shape;5573;p62"/>
            <p:cNvSpPr/>
            <p:nvPr/>
          </p:nvSpPr>
          <p:spPr>
            <a:xfrm>
              <a:off x="5299425" y="5133350"/>
              <a:ext cx="232200" cy="339175"/>
            </a:xfrm>
            <a:custGeom>
              <a:avLst/>
              <a:gdLst/>
              <a:ahLst/>
              <a:cxnLst/>
              <a:rect l="l" t="t" r="r" b="b"/>
              <a:pathLst>
                <a:path w="9288" h="13567" extrusionOk="0">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74" name="Google Shape;5574;p62"/>
            <p:cNvSpPr/>
            <p:nvPr/>
          </p:nvSpPr>
          <p:spPr>
            <a:xfrm>
              <a:off x="5184475" y="4993600"/>
              <a:ext cx="334125" cy="168525"/>
            </a:xfrm>
            <a:custGeom>
              <a:avLst/>
              <a:gdLst/>
              <a:ahLst/>
              <a:cxnLst/>
              <a:rect l="l" t="t" r="r" b="b"/>
              <a:pathLst>
                <a:path w="13365" h="6741" extrusionOk="0">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75" name="Google Shape;5575;p62"/>
            <p:cNvSpPr/>
            <p:nvPr/>
          </p:nvSpPr>
          <p:spPr>
            <a:xfrm>
              <a:off x="5049575" y="5132450"/>
              <a:ext cx="221650" cy="339925"/>
            </a:xfrm>
            <a:custGeom>
              <a:avLst/>
              <a:gdLst/>
              <a:ahLst/>
              <a:cxnLst/>
              <a:rect l="l" t="t" r="r" b="b"/>
              <a:pathLst>
                <a:path w="8866" h="13597" extrusionOk="0">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576" name="Google Shape;5576;p62"/>
          <p:cNvSpPr txBox="1"/>
          <p:nvPr/>
        </p:nvSpPr>
        <p:spPr>
          <a:xfrm>
            <a:off x="723400" y="1187975"/>
            <a:ext cx="7697100" cy="76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00">
                <a:solidFill>
                  <a:schemeClr val="lt1"/>
                </a:solidFill>
              </a:rPr>
              <a:t>You can </a:t>
            </a:r>
            <a:r>
              <a:rPr lang="en" sz="1100" b="1">
                <a:solidFill>
                  <a:schemeClr val="dk2"/>
                </a:solidFill>
              </a:rPr>
              <a:t>resize </a:t>
            </a:r>
            <a:r>
              <a:rPr lang="en" sz="1100">
                <a:solidFill>
                  <a:schemeClr val="lt1"/>
                </a:solidFill>
              </a:rPr>
              <a:t>these icons without losing quality.</a:t>
            </a:r>
            <a:endParaRPr sz="1100">
              <a:solidFill>
                <a:schemeClr val="lt1"/>
              </a:solidFill>
            </a:endParaRPr>
          </a:p>
          <a:p>
            <a:pPr marL="0" lvl="0" indent="0" algn="ctr" rtl="0">
              <a:lnSpc>
                <a:spcPct val="100000"/>
              </a:lnSpc>
              <a:spcBef>
                <a:spcPts val="0"/>
              </a:spcBef>
              <a:spcAft>
                <a:spcPts val="0"/>
              </a:spcAft>
              <a:buNone/>
            </a:pPr>
            <a:r>
              <a:rPr lang="en" sz="1100">
                <a:solidFill>
                  <a:schemeClr val="lt1"/>
                </a:solidFill>
              </a:rPr>
              <a:t>You can </a:t>
            </a:r>
            <a:r>
              <a:rPr lang="en" sz="1100" b="1">
                <a:solidFill>
                  <a:schemeClr val="dk2"/>
                </a:solidFill>
              </a:rPr>
              <a:t>change the stroke and fill color</a:t>
            </a:r>
            <a:r>
              <a:rPr lang="en" sz="1100">
                <a:solidFill>
                  <a:schemeClr val="lt1"/>
                </a:solidFill>
              </a:rPr>
              <a:t>; just select the icon and click on the </a:t>
            </a:r>
            <a:r>
              <a:rPr lang="en" sz="1100" b="1">
                <a:solidFill>
                  <a:schemeClr val="dk2"/>
                </a:solidFill>
              </a:rPr>
              <a:t>paint bucket/pen</a:t>
            </a:r>
            <a:r>
              <a:rPr lang="en" sz="1100">
                <a:solidFill>
                  <a:schemeClr val="lt1"/>
                </a:solidFill>
              </a:rPr>
              <a:t>.</a:t>
            </a:r>
            <a:endParaRPr sz="1100">
              <a:solidFill>
                <a:schemeClr val="lt1"/>
              </a:solidFill>
            </a:endParaRPr>
          </a:p>
          <a:p>
            <a:pPr marL="0" lvl="0" indent="0" algn="ctr" rtl="0">
              <a:lnSpc>
                <a:spcPct val="100000"/>
              </a:lnSpc>
              <a:spcBef>
                <a:spcPts val="0"/>
              </a:spcBef>
              <a:spcAft>
                <a:spcPts val="0"/>
              </a:spcAft>
              <a:buNone/>
            </a:pPr>
            <a:r>
              <a:rPr lang="en" sz="1100">
                <a:solidFill>
                  <a:schemeClr val="lt1"/>
                </a:solidFill>
              </a:rPr>
              <a:t>In Google Slides, you can also use </a:t>
            </a:r>
            <a:r>
              <a:rPr lang="en" sz="1100" b="1">
                <a:solidFill>
                  <a:schemeClr val="dk2"/>
                </a:solidFill>
                <a:uFill>
                  <a:noFill/>
                </a:uFill>
                <a:hlinkClick r:id="rId3">
                  <a:extLst>
                    <a:ext uri="{A12FA001-AC4F-418D-AE19-62706E023703}">
                      <ahyp:hlinkClr xmlns:ahyp="http://schemas.microsoft.com/office/drawing/2018/hyperlinkcolor"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5577" name="Google Shape;5577;p62"/>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...and our sets of editable icons</a:t>
            </a:r>
            <a:endParaRPr/>
          </a:p>
        </p:txBody>
      </p:sp>
      <p:grpSp>
        <p:nvGrpSpPr>
          <p:cNvPr id="5578" name="Google Shape;5578;p62"/>
          <p:cNvGrpSpPr/>
          <p:nvPr/>
        </p:nvGrpSpPr>
        <p:grpSpPr>
          <a:xfrm>
            <a:off x="7248742" y="3975375"/>
            <a:ext cx="195300" cy="343772"/>
            <a:chOff x="3999225" y="4364775"/>
            <a:chExt cx="195300" cy="343772"/>
          </a:xfrm>
        </p:grpSpPr>
        <p:grpSp>
          <p:nvGrpSpPr>
            <p:cNvPr id="5579" name="Google Shape;5579;p62"/>
            <p:cNvGrpSpPr/>
            <p:nvPr/>
          </p:nvGrpSpPr>
          <p:grpSpPr>
            <a:xfrm>
              <a:off x="4048568" y="4562577"/>
              <a:ext cx="97317" cy="145970"/>
              <a:chOff x="1529575" y="2222650"/>
              <a:chExt cx="203125" cy="304675"/>
            </a:xfrm>
          </p:grpSpPr>
          <p:sp>
            <p:nvSpPr>
              <p:cNvPr id="5580" name="Google Shape;5580;p62"/>
              <p:cNvSpPr/>
              <p:nvPr/>
            </p:nvSpPr>
            <p:spPr>
              <a:xfrm>
                <a:off x="1631125" y="2222650"/>
                <a:ext cx="25" cy="304675"/>
              </a:xfrm>
              <a:custGeom>
                <a:avLst/>
                <a:gdLst/>
                <a:ahLst/>
                <a:cxnLst/>
                <a:rect l="l" t="t" r="r" b="b"/>
                <a:pathLst>
                  <a:path w="1" h="12187" fill="none" extrusionOk="0">
                    <a:moveTo>
                      <a:pt x="1" y="1"/>
                    </a:moveTo>
                    <a:lnTo>
                      <a:pt x="1" y="12187"/>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62"/>
              <p:cNvSpPr/>
              <p:nvPr/>
            </p:nvSpPr>
            <p:spPr>
              <a:xfrm>
                <a:off x="1529575" y="2425750"/>
                <a:ext cx="203125" cy="25"/>
              </a:xfrm>
              <a:custGeom>
                <a:avLst/>
                <a:gdLst/>
                <a:ahLst/>
                <a:cxnLst/>
                <a:rect l="l" t="t" r="r" b="b"/>
                <a:pathLst>
                  <a:path w="8125" h="1" fill="none" extrusionOk="0">
                    <a:moveTo>
                      <a:pt x="1" y="1"/>
                    </a:moveTo>
                    <a:lnTo>
                      <a:pt x="8125" y="1"/>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2" name="Google Shape;5582;p62"/>
            <p:cNvGrpSpPr/>
            <p:nvPr/>
          </p:nvGrpSpPr>
          <p:grpSpPr>
            <a:xfrm>
              <a:off x="3999225" y="4364775"/>
              <a:ext cx="195300" cy="195300"/>
              <a:chOff x="3999225" y="4364775"/>
              <a:chExt cx="195300" cy="195300"/>
            </a:xfrm>
          </p:grpSpPr>
          <p:sp>
            <p:nvSpPr>
              <p:cNvPr id="5583" name="Google Shape;5583;p62"/>
              <p:cNvSpPr/>
              <p:nvPr/>
            </p:nvSpPr>
            <p:spPr>
              <a:xfrm>
                <a:off x="3999225" y="4364775"/>
                <a:ext cx="195300" cy="1953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62"/>
              <p:cNvSpPr/>
              <p:nvPr/>
            </p:nvSpPr>
            <p:spPr>
              <a:xfrm>
                <a:off x="4029725" y="4395250"/>
                <a:ext cx="134400" cy="134400"/>
              </a:xfrm>
              <a:prstGeom prst="ellipse">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85" name="Google Shape;5585;p62"/>
          <p:cNvGrpSpPr/>
          <p:nvPr/>
        </p:nvGrpSpPr>
        <p:grpSpPr>
          <a:xfrm>
            <a:off x="7564186" y="3991627"/>
            <a:ext cx="277088" cy="259611"/>
            <a:chOff x="4335888" y="4398114"/>
            <a:chExt cx="277088" cy="259611"/>
          </a:xfrm>
        </p:grpSpPr>
        <p:grpSp>
          <p:nvGrpSpPr>
            <p:cNvPr id="5586" name="Google Shape;5586;p62"/>
            <p:cNvGrpSpPr/>
            <p:nvPr/>
          </p:nvGrpSpPr>
          <p:grpSpPr>
            <a:xfrm>
              <a:off x="4335888" y="4462425"/>
              <a:ext cx="195300" cy="195300"/>
              <a:chOff x="4335888" y="4462425"/>
              <a:chExt cx="195300" cy="195300"/>
            </a:xfrm>
          </p:grpSpPr>
          <p:sp>
            <p:nvSpPr>
              <p:cNvPr id="5587" name="Google Shape;5587;p62"/>
              <p:cNvSpPr/>
              <p:nvPr/>
            </p:nvSpPr>
            <p:spPr>
              <a:xfrm>
                <a:off x="4335888" y="4462425"/>
                <a:ext cx="195300" cy="1953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62"/>
              <p:cNvSpPr/>
              <p:nvPr/>
            </p:nvSpPr>
            <p:spPr>
              <a:xfrm>
                <a:off x="4366388" y="4492900"/>
                <a:ext cx="134400" cy="134400"/>
              </a:xfrm>
              <a:prstGeom prst="ellipse">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9" name="Google Shape;5589;p62"/>
            <p:cNvGrpSpPr/>
            <p:nvPr/>
          </p:nvGrpSpPr>
          <p:grpSpPr>
            <a:xfrm>
              <a:off x="4509813" y="4398114"/>
              <a:ext cx="103162" cy="103198"/>
              <a:chOff x="2277975" y="2021700"/>
              <a:chExt cx="215325" cy="215400"/>
            </a:xfrm>
          </p:grpSpPr>
          <p:sp>
            <p:nvSpPr>
              <p:cNvPr id="5590" name="Google Shape;5590;p62"/>
              <p:cNvSpPr/>
              <p:nvPr/>
            </p:nvSpPr>
            <p:spPr>
              <a:xfrm>
                <a:off x="2277975" y="2026475"/>
                <a:ext cx="210650" cy="210625"/>
              </a:xfrm>
              <a:custGeom>
                <a:avLst/>
                <a:gdLst/>
                <a:ahLst/>
                <a:cxnLst/>
                <a:rect l="l" t="t" r="r" b="b"/>
                <a:pathLst>
                  <a:path w="8426" h="8425" fill="none" extrusionOk="0">
                    <a:moveTo>
                      <a:pt x="8425" y="0"/>
                    </a:moveTo>
                    <a:lnTo>
                      <a:pt x="1" y="8425"/>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62"/>
              <p:cNvSpPr/>
              <p:nvPr/>
            </p:nvSpPr>
            <p:spPr>
              <a:xfrm>
                <a:off x="2349675" y="2021700"/>
                <a:ext cx="143625" cy="143500"/>
              </a:xfrm>
              <a:custGeom>
                <a:avLst/>
                <a:gdLst/>
                <a:ahLst/>
                <a:cxnLst/>
                <a:rect l="l" t="t" r="r" b="b"/>
                <a:pathLst>
                  <a:path w="5745" h="5740" fill="none" extrusionOk="0">
                    <a:moveTo>
                      <a:pt x="1" y="0"/>
                    </a:moveTo>
                    <a:lnTo>
                      <a:pt x="5744" y="0"/>
                    </a:lnTo>
                    <a:lnTo>
                      <a:pt x="5744" y="5740"/>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92" name="Google Shape;5592;p62"/>
          <p:cNvGrpSpPr/>
          <p:nvPr/>
        </p:nvGrpSpPr>
        <p:grpSpPr>
          <a:xfrm>
            <a:off x="7961419" y="4049613"/>
            <a:ext cx="392275" cy="195300"/>
            <a:chOff x="4752588" y="4440200"/>
            <a:chExt cx="392275" cy="195300"/>
          </a:xfrm>
        </p:grpSpPr>
        <p:grpSp>
          <p:nvGrpSpPr>
            <p:cNvPr id="5593" name="Google Shape;5593;p62"/>
            <p:cNvGrpSpPr/>
            <p:nvPr/>
          </p:nvGrpSpPr>
          <p:grpSpPr>
            <a:xfrm>
              <a:off x="4950384" y="4469728"/>
              <a:ext cx="194479" cy="136244"/>
              <a:chOff x="3163375" y="2175125"/>
              <a:chExt cx="405925" cy="284375"/>
            </a:xfrm>
          </p:grpSpPr>
          <p:sp>
            <p:nvSpPr>
              <p:cNvPr id="5594" name="Google Shape;5594;p62"/>
              <p:cNvSpPr/>
              <p:nvPr/>
            </p:nvSpPr>
            <p:spPr>
              <a:xfrm>
                <a:off x="3163375" y="2317300"/>
                <a:ext cx="389050" cy="25"/>
              </a:xfrm>
              <a:custGeom>
                <a:avLst/>
                <a:gdLst/>
                <a:ahLst/>
                <a:cxnLst/>
                <a:rect l="l" t="t" r="r" b="b"/>
                <a:pathLst>
                  <a:path w="15562" h="1" fill="none" extrusionOk="0">
                    <a:moveTo>
                      <a:pt x="15562" y="1"/>
                    </a:moveTo>
                    <a:lnTo>
                      <a:pt x="1" y="1"/>
                    </a:lnTo>
                  </a:path>
                </a:pathLst>
              </a:custGeom>
              <a:solidFill>
                <a:srgbClr val="869FB2"/>
              </a:solidFill>
              <a:ln w="19050" cap="sq" cmpd="sng">
                <a:solidFill>
                  <a:srgbClr val="869FB2"/>
                </a:solidFill>
                <a:prstDash val="solid"/>
                <a:miter lim="406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62"/>
              <p:cNvSpPr/>
              <p:nvPr/>
            </p:nvSpPr>
            <p:spPr>
              <a:xfrm>
                <a:off x="3299975" y="2175125"/>
                <a:ext cx="25" cy="284375"/>
              </a:xfrm>
              <a:custGeom>
                <a:avLst/>
                <a:gdLst/>
                <a:ahLst/>
                <a:cxnLst/>
                <a:rect l="l" t="t" r="r" b="b"/>
                <a:pathLst>
                  <a:path w="1" h="11375" fill="none" extrusionOk="0">
                    <a:moveTo>
                      <a:pt x="0" y="1"/>
                    </a:moveTo>
                    <a:lnTo>
                      <a:pt x="0" y="11374"/>
                    </a:lnTo>
                  </a:path>
                </a:pathLst>
              </a:custGeom>
              <a:solidFill>
                <a:srgbClr val="869FB2"/>
              </a:solidFill>
              <a:ln w="19050" cap="rnd" cmpd="sng">
                <a:solidFill>
                  <a:srgbClr val="869FB2"/>
                </a:solidFill>
                <a:prstDash val="solid"/>
                <a:miter lim="406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62"/>
              <p:cNvSpPr/>
              <p:nvPr/>
            </p:nvSpPr>
            <p:spPr>
              <a:xfrm>
                <a:off x="3438275" y="2186300"/>
                <a:ext cx="131025" cy="261925"/>
              </a:xfrm>
              <a:custGeom>
                <a:avLst/>
                <a:gdLst/>
                <a:ahLst/>
                <a:cxnLst/>
                <a:rect l="l" t="t" r="r" b="b"/>
                <a:pathLst>
                  <a:path w="5241" h="10477" fill="none" extrusionOk="0">
                    <a:moveTo>
                      <a:pt x="0" y="10476"/>
                    </a:moveTo>
                    <a:lnTo>
                      <a:pt x="5240" y="5241"/>
                    </a:lnTo>
                    <a:lnTo>
                      <a:pt x="0" y="1"/>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7" name="Google Shape;5597;p62"/>
            <p:cNvGrpSpPr/>
            <p:nvPr/>
          </p:nvGrpSpPr>
          <p:grpSpPr>
            <a:xfrm>
              <a:off x="4752588" y="4440200"/>
              <a:ext cx="195300" cy="195300"/>
              <a:chOff x="4335888" y="4462425"/>
              <a:chExt cx="195300" cy="195300"/>
            </a:xfrm>
          </p:grpSpPr>
          <p:sp>
            <p:nvSpPr>
              <p:cNvPr id="5598" name="Google Shape;5598;p62"/>
              <p:cNvSpPr/>
              <p:nvPr/>
            </p:nvSpPr>
            <p:spPr>
              <a:xfrm>
                <a:off x="4335888" y="4462425"/>
                <a:ext cx="195300" cy="1953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9" name="Google Shape;5599;p62"/>
              <p:cNvSpPr/>
              <p:nvPr/>
            </p:nvSpPr>
            <p:spPr>
              <a:xfrm>
                <a:off x="4366388" y="4492900"/>
                <a:ext cx="134400" cy="134400"/>
              </a:xfrm>
              <a:prstGeom prst="ellipse">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5603"/>
        <p:cNvGrpSpPr/>
        <p:nvPr/>
      </p:nvGrpSpPr>
      <p:grpSpPr>
        <a:xfrm>
          <a:off x="0" y="0"/>
          <a:ext cx="0" cy="0"/>
          <a:chOff x="0" y="0"/>
          <a:chExt cx="0" cy="0"/>
        </a:xfrm>
      </p:grpSpPr>
      <p:grpSp>
        <p:nvGrpSpPr>
          <p:cNvPr id="5604" name="Google Shape;5604;p63"/>
          <p:cNvGrpSpPr/>
          <p:nvPr/>
        </p:nvGrpSpPr>
        <p:grpSpPr>
          <a:xfrm>
            <a:off x="856199" y="1311179"/>
            <a:ext cx="322099" cy="370529"/>
            <a:chOff x="-42971725" y="3217825"/>
            <a:chExt cx="275675" cy="317125"/>
          </a:xfrm>
        </p:grpSpPr>
        <p:sp>
          <p:nvSpPr>
            <p:cNvPr id="5605" name="Google Shape;5605;p63"/>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6" name="Google Shape;5606;p63"/>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63"/>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8" name="Google Shape;5608;p63"/>
          <p:cNvGrpSpPr/>
          <p:nvPr/>
        </p:nvGrpSpPr>
        <p:grpSpPr>
          <a:xfrm>
            <a:off x="828113" y="1779835"/>
            <a:ext cx="378270" cy="337551"/>
            <a:chOff x="-42996150" y="3612600"/>
            <a:chExt cx="323750" cy="288900"/>
          </a:xfrm>
        </p:grpSpPr>
        <p:sp>
          <p:nvSpPr>
            <p:cNvPr id="5609" name="Google Shape;5609;p63"/>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0" name="Google Shape;5610;p63"/>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63"/>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2" name="Google Shape;5612;p63"/>
          <p:cNvGrpSpPr/>
          <p:nvPr/>
        </p:nvGrpSpPr>
        <p:grpSpPr>
          <a:xfrm>
            <a:off x="830874" y="2189205"/>
            <a:ext cx="372749" cy="370909"/>
            <a:chOff x="-42994575" y="3950300"/>
            <a:chExt cx="319025" cy="317450"/>
          </a:xfrm>
        </p:grpSpPr>
        <p:sp>
          <p:nvSpPr>
            <p:cNvPr id="5613" name="Google Shape;5613;p63"/>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63"/>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5" name="Google Shape;5615;p63"/>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6" name="Google Shape;5616;p63"/>
          <p:cNvGrpSpPr/>
          <p:nvPr/>
        </p:nvGrpSpPr>
        <p:grpSpPr>
          <a:xfrm>
            <a:off x="2984269" y="1336037"/>
            <a:ext cx="371785" cy="370879"/>
            <a:chOff x="-41111350" y="3239100"/>
            <a:chExt cx="318200" cy="317425"/>
          </a:xfrm>
        </p:grpSpPr>
        <p:sp>
          <p:nvSpPr>
            <p:cNvPr id="5617" name="Google Shape;5617;p63"/>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63"/>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63"/>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0" name="Google Shape;5620;p63"/>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1" name="Google Shape;5621;p63"/>
          <p:cNvGrpSpPr/>
          <p:nvPr/>
        </p:nvGrpSpPr>
        <p:grpSpPr>
          <a:xfrm>
            <a:off x="2980588" y="1771568"/>
            <a:ext cx="379146" cy="370967"/>
            <a:chOff x="-41117650" y="3605525"/>
            <a:chExt cx="324500" cy="317500"/>
          </a:xfrm>
        </p:grpSpPr>
        <p:sp>
          <p:nvSpPr>
            <p:cNvPr id="5622" name="Google Shape;5622;p63"/>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3" name="Google Shape;5623;p63"/>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4" name="Google Shape;5624;p63"/>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25" name="Google Shape;5625;p63"/>
          <p:cNvSpPr/>
          <p:nvPr/>
        </p:nvSpPr>
        <p:spPr>
          <a:xfrm>
            <a:off x="2986719" y="2221154"/>
            <a:ext cx="372720" cy="361678"/>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26" name="Google Shape;5626;p63"/>
          <p:cNvGrpSpPr/>
          <p:nvPr/>
        </p:nvGrpSpPr>
        <p:grpSpPr>
          <a:xfrm>
            <a:off x="1806843" y="2663092"/>
            <a:ext cx="216271" cy="371814"/>
            <a:chOff x="-39205300" y="3220175"/>
            <a:chExt cx="185100" cy="318225"/>
          </a:xfrm>
        </p:grpSpPr>
        <p:sp>
          <p:nvSpPr>
            <p:cNvPr id="5627" name="Google Shape;5627;p63"/>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63"/>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9" name="Google Shape;5629;p63"/>
          <p:cNvGrpSpPr/>
          <p:nvPr/>
        </p:nvGrpSpPr>
        <p:grpSpPr>
          <a:xfrm>
            <a:off x="1772370" y="3123163"/>
            <a:ext cx="300016" cy="369273"/>
            <a:chOff x="-39248625" y="3588600"/>
            <a:chExt cx="256775" cy="316050"/>
          </a:xfrm>
        </p:grpSpPr>
        <p:sp>
          <p:nvSpPr>
            <p:cNvPr id="5630" name="Google Shape;5630;p63"/>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63"/>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32" name="Google Shape;5632;p63"/>
          <p:cNvSpPr/>
          <p:nvPr/>
        </p:nvSpPr>
        <p:spPr>
          <a:xfrm>
            <a:off x="1743391" y="3578789"/>
            <a:ext cx="363548" cy="370909"/>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3" name="Google Shape;5633;p63"/>
          <p:cNvSpPr/>
          <p:nvPr/>
        </p:nvSpPr>
        <p:spPr>
          <a:xfrm>
            <a:off x="3932939" y="2650227"/>
            <a:ext cx="369974" cy="368601"/>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34" name="Google Shape;5634;p63"/>
          <p:cNvGrpSpPr/>
          <p:nvPr/>
        </p:nvGrpSpPr>
        <p:grpSpPr>
          <a:xfrm>
            <a:off x="1223084" y="1311179"/>
            <a:ext cx="429504" cy="370879"/>
            <a:chOff x="-42651700" y="3217825"/>
            <a:chExt cx="367600" cy="317425"/>
          </a:xfrm>
        </p:grpSpPr>
        <p:sp>
          <p:nvSpPr>
            <p:cNvPr id="5635" name="Google Shape;5635;p63"/>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6" name="Google Shape;5636;p63"/>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63"/>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63"/>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9" name="Google Shape;5639;p63"/>
          <p:cNvGrpSpPr/>
          <p:nvPr/>
        </p:nvGrpSpPr>
        <p:grpSpPr>
          <a:xfrm>
            <a:off x="1258516" y="1750829"/>
            <a:ext cx="358640" cy="363226"/>
            <a:chOff x="-42617300" y="3587775"/>
            <a:chExt cx="306950" cy="310875"/>
          </a:xfrm>
        </p:grpSpPr>
        <p:sp>
          <p:nvSpPr>
            <p:cNvPr id="5640" name="Google Shape;5640;p63"/>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1" name="Google Shape;5641;p63"/>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42" name="Google Shape;5642;p63"/>
          <p:cNvSpPr/>
          <p:nvPr/>
        </p:nvSpPr>
        <p:spPr>
          <a:xfrm>
            <a:off x="1254968" y="2189872"/>
            <a:ext cx="371785" cy="369974"/>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43" name="Google Shape;5643;p63"/>
          <p:cNvGrpSpPr/>
          <p:nvPr/>
        </p:nvGrpSpPr>
        <p:grpSpPr>
          <a:xfrm>
            <a:off x="3430343" y="1335569"/>
            <a:ext cx="376926" cy="370324"/>
            <a:chOff x="-40748275" y="3238700"/>
            <a:chExt cx="322600" cy="316950"/>
          </a:xfrm>
        </p:grpSpPr>
        <p:sp>
          <p:nvSpPr>
            <p:cNvPr id="5644" name="Google Shape;5644;p63"/>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5" name="Google Shape;5645;p63"/>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6" name="Google Shape;5646;p63"/>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63"/>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8" name="Google Shape;5648;p63"/>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9" name="Google Shape;5649;p63"/>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0" name="Google Shape;5650;p63"/>
          <p:cNvGrpSpPr/>
          <p:nvPr/>
        </p:nvGrpSpPr>
        <p:grpSpPr>
          <a:xfrm>
            <a:off x="3432899" y="1803553"/>
            <a:ext cx="371814" cy="338690"/>
            <a:chOff x="-40745125" y="3632900"/>
            <a:chExt cx="318225" cy="289875"/>
          </a:xfrm>
        </p:grpSpPr>
        <p:sp>
          <p:nvSpPr>
            <p:cNvPr id="5651" name="Google Shape;5651;p63"/>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2" name="Google Shape;5652;p63"/>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3" name="Google Shape;5653;p63"/>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4" name="Google Shape;5654;p63"/>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5" name="Google Shape;5655;p63"/>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63"/>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63"/>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8" name="Google Shape;5658;p63"/>
          <p:cNvGrpSpPr/>
          <p:nvPr/>
        </p:nvGrpSpPr>
        <p:grpSpPr>
          <a:xfrm>
            <a:off x="3437047" y="2214764"/>
            <a:ext cx="363518" cy="370178"/>
            <a:chOff x="-40742750" y="3972175"/>
            <a:chExt cx="311125" cy="316825"/>
          </a:xfrm>
        </p:grpSpPr>
        <p:sp>
          <p:nvSpPr>
            <p:cNvPr id="5659" name="Google Shape;5659;p63"/>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0" name="Google Shape;5660;p63"/>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1" name="Google Shape;5661;p63"/>
          <p:cNvGrpSpPr/>
          <p:nvPr/>
        </p:nvGrpSpPr>
        <p:grpSpPr>
          <a:xfrm>
            <a:off x="2219708" y="2664932"/>
            <a:ext cx="266892" cy="369974"/>
            <a:chOff x="-38860325" y="3221750"/>
            <a:chExt cx="228425" cy="316650"/>
          </a:xfrm>
        </p:grpSpPr>
        <p:sp>
          <p:nvSpPr>
            <p:cNvPr id="5662" name="Google Shape;5662;p63"/>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3" name="Google Shape;5663;p63"/>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4" name="Google Shape;5664;p63"/>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63"/>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6" name="Google Shape;5666;p63"/>
          <p:cNvGrpSpPr/>
          <p:nvPr/>
        </p:nvGrpSpPr>
        <p:grpSpPr>
          <a:xfrm>
            <a:off x="2170515" y="3126989"/>
            <a:ext cx="380081" cy="367111"/>
            <a:chOff x="-38905225" y="3591875"/>
            <a:chExt cx="325300" cy="314200"/>
          </a:xfrm>
        </p:grpSpPr>
        <p:sp>
          <p:nvSpPr>
            <p:cNvPr id="5667" name="Google Shape;5667;p63"/>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63"/>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63"/>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70" name="Google Shape;5670;p63"/>
          <p:cNvSpPr/>
          <p:nvPr/>
        </p:nvSpPr>
        <p:spPr>
          <a:xfrm>
            <a:off x="2178329" y="3636767"/>
            <a:ext cx="369974" cy="312927"/>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1" name="Google Shape;5671;p63"/>
          <p:cNvGrpSpPr/>
          <p:nvPr/>
        </p:nvGrpSpPr>
        <p:grpSpPr>
          <a:xfrm>
            <a:off x="3977265" y="3112069"/>
            <a:ext cx="290815" cy="369740"/>
            <a:chOff x="-37370925" y="3579105"/>
            <a:chExt cx="248900" cy="316450"/>
          </a:xfrm>
        </p:grpSpPr>
        <p:sp>
          <p:nvSpPr>
            <p:cNvPr id="5672" name="Google Shape;5672;p63"/>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63"/>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74" name="Google Shape;5674;p63"/>
          <p:cNvSpPr/>
          <p:nvPr/>
        </p:nvSpPr>
        <p:spPr>
          <a:xfrm>
            <a:off x="1677319" y="1311867"/>
            <a:ext cx="364453" cy="369419"/>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63"/>
          <p:cNvSpPr/>
          <p:nvPr/>
        </p:nvSpPr>
        <p:spPr>
          <a:xfrm>
            <a:off x="1702161" y="1747169"/>
            <a:ext cx="314767" cy="371814"/>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6" name="Google Shape;5676;p63"/>
          <p:cNvGrpSpPr/>
          <p:nvPr/>
        </p:nvGrpSpPr>
        <p:grpSpPr>
          <a:xfrm>
            <a:off x="1670640" y="2190140"/>
            <a:ext cx="371814" cy="369974"/>
            <a:chOff x="-42259725" y="3951100"/>
            <a:chExt cx="318225" cy="316650"/>
          </a:xfrm>
        </p:grpSpPr>
        <p:sp>
          <p:nvSpPr>
            <p:cNvPr id="5677" name="Google Shape;5677;p63"/>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8" name="Google Shape;5678;p63"/>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9" name="Google Shape;5679;p63"/>
          <p:cNvGrpSpPr/>
          <p:nvPr/>
        </p:nvGrpSpPr>
        <p:grpSpPr>
          <a:xfrm>
            <a:off x="3869002" y="1369161"/>
            <a:ext cx="370879" cy="337755"/>
            <a:chOff x="-40378075" y="3267450"/>
            <a:chExt cx="317425" cy="289075"/>
          </a:xfrm>
        </p:grpSpPr>
        <p:sp>
          <p:nvSpPr>
            <p:cNvPr id="5680" name="Google Shape;5680;p63"/>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63"/>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63"/>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63"/>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84" name="Google Shape;5684;p63"/>
          <p:cNvGrpSpPr/>
          <p:nvPr/>
        </p:nvGrpSpPr>
        <p:grpSpPr>
          <a:xfrm>
            <a:off x="3872668" y="1770429"/>
            <a:ext cx="363548" cy="369974"/>
            <a:chOff x="-40372575" y="3604550"/>
            <a:chExt cx="311150" cy="316650"/>
          </a:xfrm>
        </p:grpSpPr>
        <p:sp>
          <p:nvSpPr>
            <p:cNvPr id="5685" name="Google Shape;5685;p63"/>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63"/>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63"/>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88" name="Google Shape;5688;p63"/>
          <p:cNvSpPr/>
          <p:nvPr/>
        </p:nvSpPr>
        <p:spPr>
          <a:xfrm>
            <a:off x="3876000" y="2213706"/>
            <a:ext cx="362613" cy="371902"/>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89" name="Google Shape;5689;p63"/>
          <p:cNvGrpSpPr/>
          <p:nvPr/>
        </p:nvGrpSpPr>
        <p:grpSpPr>
          <a:xfrm>
            <a:off x="2596617" y="2663092"/>
            <a:ext cx="399038" cy="372165"/>
            <a:chOff x="-38542250" y="3220175"/>
            <a:chExt cx="341525" cy="318525"/>
          </a:xfrm>
        </p:grpSpPr>
        <p:sp>
          <p:nvSpPr>
            <p:cNvPr id="5690" name="Google Shape;5690;p63"/>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63"/>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63"/>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3" name="Google Shape;5693;p63"/>
          <p:cNvGrpSpPr/>
          <p:nvPr/>
        </p:nvGrpSpPr>
        <p:grpSpPr>
          <a:xfrm>
            <a:off x="2618549" y="3122462"/>
            <a:ext cx="369974" cy="369068"/>
            <a:chOff x="-38537400" y="3588000"/>
            <a:chExt cx="316650" cy="315875"/>
          </a:xfrm>
        </p:grpSpPr>
        <p:sp>
          <p:nvSpPr>
            <p:cNvPr id="5694" name="Google Shape;5694;p63"/>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63"/>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63"/>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7" name="Google Shape;5697;p63"/>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8" name="Google Shape;5698;p63"/>
          <p:cNvGrpSpPr/>
          <p:nvPr/>
        </p:nvGrpSpPr>
        <p:grpSpPr>
          <a:xfrm>
            <a:off x="2617629" y="3579991"/>
            <a:ext cx="371814" cy="369974"/>
            <a:chOff x="-38538975" y="3954250"/>
            <a:chExt cx="318225" cy="316650"/>
          </a:xfrm>
        </p:grpSpPr>
        <p:sp>
          <p:nvSpPr>
            <p:cNvPr id="5699" name="Google Shape;5699;p63"/>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0" name="Google Shape;5700;p63"/>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1" name="Google Shape;5701;p63"/>
          <p:cNvGrpSpPr/>
          <p:nvPr/>
        </p:nvGrpSpPr>
        <p:grpSpPr>
          <a:xfrm>
            <a:off x="3934941" y="3574918"/>
            <a:ext cx="375465" cy="371814"/>
            <a:chOff x="-37385100" y="3949908"/>
            <a:chExt cx="321350" cy="318225"/>
          </a:xfrm>
        </p:grpSpPr>
        <p:sp>
          <p:nvSpPr>
            <p:cNvPr id="5702" name="Google Shape;5702;p63"/>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3" name="Google Shape;5703;p63"/>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4" name="Google Shape;5704;p63"/>
          <p:cNvGrpSpPr/>
          <p:nvPr/>
        </p:nvGrpSpPr>
        <p:grpSpPr>
          <a:xfrm>
            <a:off x="2110600" y="1310478"/>
            <a:ext cx="370909" cy="370675"/>
            <a:chOff x="-41895050" y="3217225"/>
            <a:chExt cx="317450" cy="317250"/>
          </a:xfrm>
        </p:grpSpPr>
        <p:sp>
          <p:nvSpPr>
            <p:cNvPr id="5705" name="Google Shape;5705;p63"/>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6" name="Google Shape;5706;p63"/>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7" name="Google Shape;5707;p63"/>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8" name="Google Shape;5708;p63"/>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9" name="Google Shape;5709;p63"/>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10" name="Google Shape;5710;p63"/>
          <p:cNvGrpSpPr/>
          <p:nvPr/>
        </p:nvGrpSpPr>
        <p:grpSpPr>
          <a:xfrm>
            <a:off x="2110148" y="1747412"/>
            <a:ext cx="371814" cy="369974"/>
            <a:chOff x="-41893475" y="3584850"/>
            <a:chExt cx="318225" cy="316650"/>
          </a:xfrm>
        </p:grpSpPr>
        <p:sp>
          <p:nvSpPr>
            <p:cNvPr id="5711" name="Google Shape;5711;p63"/>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2" name="Google Shape;5712;p63"/>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3" name="Google Shape;5713;p63"/>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4" name="Google Shape;5714;p63"/>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15" name="Google Shape;5715;p63"/>
          <p:cNvSpPr/>
          <p:nvPr/>
        </p:nvSpPr>
        <p:spPr>
          <a:xfrm>
            <a:off x="2113120" y="2191712"/>
            <a:ext cx="371814" cy="369302"/>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6" name="Google Shape;5716;p63"/>
          <p:cNvSpPr/>
          <p:nvPr/>
        </p:nvSpPr>
        <p:spPr>
          <a:xfrm>
            <a:off x="824879" y="2684050"/>
            <a:ext cx="438997" cy="369039"/>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17" name="Google Shape;5717;p63"/>
          <p:cNvGrpSpPr/>
          <p:nvPr/>
        </p:nvGrpSpPr>
        <p:grpSpPr>
          <a:xfrm>
            <a:off x="880176" y="3142704"/>
            <a:ext cx="337522" cy="370909"/>
            <a:chOff x="-39998250" y="3605325"/>
            <a:chExt cx="288875" cy="317450"/>
          </a:xfrm>
        </p:grpSpPr>
        <p:sp>
          <p:nvSpPr>
            <p:cNvPr id="5718" name="Google Shape;5718;p63"/>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63"/>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0" name="Google Shape;5720;p63"/>
          <p:cNvGrpSpPr/>
          <p:nvPr/>
        </p:nvGrpSpPr>
        <p:grpSpPr>
          <a:xfrm>
            <a:off x="863950" y="3601168"/>
            <a:ext cx="369974" cy="369945"/>
            <a:chOff x="-40011050" y="3972375"/>
            <a:chExt cx="316650" cy="316625"/>
          </a:xfrm>
        </p:grpSpPr>
        <p:sp>
          <p:nvSpPr>
            <p:cNvPr id="5721" name="Google Shape;5721;p63"/>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2" name="Google Shape;5722;p63"/>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3" name="Google Shape;5723;p63"/>
          <p:cNvGrpSpPr/>
          <p:nvPr/>
        </p:nvGrpSpPr>
        <p:grpSpPr>
          <a:xfrm>
            <a:off x="3095881" y="2665867"/>
            <a:ext cx="266921" cy="369039"/>
            <a:chOff x="-38129425" y="3222550"/>
            <a:chExt cx="228450" cy="315850"/>
          </a:xfrm>
        </p:grpSpPr>
        <p:sp>
          <p:nvSpPr>
            <p:cNvPr id="5724" name="Google Shape;5724;p63"/>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5" name="Google Shape;5725;p63"/>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6" name="Google Shape;5726;p63"/>
          <p:cNvGrpSpPr/>
          <p:nvPr/>
        </p:nvGrpSpPr>
        <p:grpSpPr>
          <a:xfrm>
            <a:off x="3050850" y="3122462"/>
            <a:ext cx="371785" cy="369974"/>
            <a:chOff x="-38172725" y="3588000"/>
            <a:chExt cx="318200" cy="316650"/>
          </a:xfrm>
        </p:grpSpPr>
        <p:sp>
          <p:nvSpPr>
            <p:cNvPr id="5727" name="Google Shape;5727;p63"/>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8" name="Google Shape;5728;p63"/>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9" name="Google Shape;5729;p63"/>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63"/>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63"/>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2" name="Google Shape;5732;p63"/>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3" name="Google Shape;5733;p63"/>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4" name="Google Shape;5734;p63"/>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5" name="Google Shape;5735;p63"/>
          <p:cNvGrpSpPr/>
          <p:nvPr/>
        </p:nvGrpSpPr>
        <p:grpSpPr>
          <a:xfrm>
            <a:off x="3126752" y="3580897"/>
            <a:ext cx="219981" cy="369974"/>
            <a:chOff x="-38109725" y="3955025"/>
            <a:chExt cx="188275" cy="316650"/>
          </a:xfrm>
        </p:grpSpPr>
        <p:sp>
          <p:nvSpPr>
            <p:cNvPr id="5736" name="Google Shape;5736;p63"/>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7" name="Google Shape;5737;p63"/>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8" name="Google Shape;5738;p63"/>
          <p:cNvSpPr/>
          <p:nvPr/>
        </p:nvSpPr>
        <p:spPr>
          <a:xfrm>
            <a:off x="2228355" y="4040658"/>
            <a:ext cx="383790" cy="370266"/>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39" name="Google Shape;5739;p63"/>
          <p:cNvGrpSpPr/>
          <p:nvPr/>
        </p:nvGrpSpPr>
        <p:grpSpPr>
          <a:xfrm>
            <a:off x="2542151" y="1312318"/>
            <a:ext cx="373654" cy="369068"/>
            <a:chOff x="-41530375" y="3218800"/>
            <a:chExt cx="319800" cy="315875"/>
          </a:xfrm>
        </p:grpSpPr>
        <p:sp>
          <p:nvSpPr>
            <p:cNvPr id="5740" name="Google Shape;5740;p63"/>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63"/>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2" name="Google Shape;5742;p63"/>
          <p:cNvGrpSpPr/>
          <p:nvPr/>
        </p:nvGrpSpPr>
        <p:grpSpPr>
          <a:xfrm>
            <a:off x="2544444" y="1827476"/>
            <a:ext cx="369068" cy="289004"/>
            <a:chOff x="-41526450" y="3653375"/>
            <a:chExt cx="315875" cy="247350"/>
          </a:xfrm>
        </p:grpSpPr>
        <p:sp>
          <p:nvSpPr>
            <p:cNvPr id="5743" name="Google Shape;5743;p63"/>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63"/>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5" name="Google Shape;5745;p63"/>
          <p:cNvGrpSpPr/>
          <p:nvPr/>
        </p:nvGrpSpPr>
        <p:grpSpPr>
          <a:xfrm>
            <a:off x="2545831" y="2190140"/>
            <a:ext cx="366293" cy="369974"/>
            <a:chOff x="-41526450" y="3951100"/>
            <a:chExt cx="313500" cy="316650"/>
          </a:xfrm>
        </p:grpSpPr>
        <p:sp>
          <p:nvSpPr>
            <p:cNvPr id="5746" name="Google Shape;5746;p63"/>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63"/>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8" name="Google Shape;5748;p63"/>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9" name="Google Shape;5749;p63"/>
          <p:cNvGrpSpPr/>
          <p:nvPr/>
        </p:nvGrpSpPr>
        <p:grpSpPr>
          <a:xfrm>
            <a:off x="1311086" y="2684269"/>
            <a:ext cx="339595" cy="371814"/>
            <a:chOff x="-39625900" y="3238300"/>
            <a:chExt cx="290650" cy="318225"/>
          </a:xfrm>
        </p:grpSpPr>
        <p:sp>
          <p:nvSpPr>
            <p:cNvPr id="5750" name="Google Shape;5750;p63"/>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63"/>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52" name="Google Shape;5752;p63"/>
          <p:cNvSpPr/>
          <p:nvPr/>
        </p:nvSpPr>
        <p:spPr>
          <a:xfrm>
            <a:off x="1333259" y="3143395"/>
            <a:ext cx="315672" cy="369974"/>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53" name="Google Shape;5753;p63"/>
          <p:cNvGrpSpPr/>
          <p:nvPr/>
        </p:nvGrpSpPr>
        <p:grpSpPr>
          <a:xfrm>
            <a:off x="1305137" y="3600730"/>
            <a:ext cx="366293" cy="370441"/>
            <a:chOff x="-39647175" y="3972000"/>
            <a:chExt cx="313500" cy="317050"/>
          </a:xfrm>
        </p:grpSpPr>
        <p:sp>
          <p:nvSpPr>
            <p:cNvPr id="5754" name="Google Shape;5754;p63"/>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5" name="Google Shape;5755;p63"/>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6" name="Google Shape;5756;p63"/>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7" name="Google Shape;5757;p63"/>
          <p:cNvGrpSpPr/>
          <p:nvPr/>
        </p:nvGrpSpPr>
        <p:grpSpPr>
          <a:xfrm>
            <a:off x="3474265" y="2664728"/>
            <a:ext cx="375495" cy="370879"/>
            <a:chOff x="-37808850" y="3221575"/>
            <a:chExt cx="321375" cy="317425"/>
          </a:xfrm>
        </p:grpSpPr>
        <p:sp>
          <p:nvSpPr>
            <p:cNvPr id="5758" name="Google Shape;5758;p63"/>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9" name="Google Shape;5759;p63"/>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0" name="Google Shape;5760;p63"/>
          <p:cNvGrpSpPr/>
          <p:nvPr/>
        </p:nvGrpSpPr>
        <p:grpSpPr>
          <a:xfrm>
            <a:off x="3483038" y="3186759"/>
            <a:ext cx="372749" cy="241158"/>
            <a:chOff x="-37806500" y="3643030"/>
            <a:chExt cx="319025" cy="206400"/>
          </a:xfrm>
        </p:grpSpPr>
        <p:sp>
          <p:nvSpPr>
            <p:cNvPr id="5761" name="Google Shape;5761;p63"/>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2" name="Google Shape;5762;p63"/>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3" name="Google Shape;5763;p63"/>
          <p:cNvGrpSpPr/>
          <p:nvPr/>
        </p:nvGrpSpPr>
        <p:grpSpPr>
          <a:xfrm>
            <a:off x="3485346" y="3579056"/>
            <a:ext cx="368134" cy="371814"/>
            <a:chOff x="-37804925" y="3953450"/>
            <a:chExt cx="315075" cy="318225"/>
          </a:xfrm>
        </p:grpSpPr>
        <p:sp>
          <p:nvSpPr>
            <p:cNvPr id="5764" name="Google Shape;5764;p63"/>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5" name="Google Shape;5765;p63"/>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6" name="Google Shape;5766;p63"/>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67" name="Google Shape;5767;p63"/>
          <p:cNvSpPr/>
          <p:nvPr/>
        </p:nvSpPr>
        <p:spPr>
          <a:xfrm>
            <a:off x="2734290" y="4043800"/>
            <a:ext cx="265986" cy="369039"/>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68" name="Google Shape;5768;p63"/>
          <p:cNvGrpSpPr/>
          <p:nvPr/>
        </p:nvGrpSpPr>
        <p:grpSpPr>
          <a:xfrm>
            <a:off x="4840364" y="1328538"/>
            <a:ext cx="355663" cy="308725"/>
            <a:chOff x="-28462125" y="3199700"/>
            <a:chExt cx="298550" cy="259150"/>
          </a:xfrm>
        </p:grpSpPr>
        <p:sp>
          <p:nvSpPr>
            <p:cNvPr id="5769" name="Google Shape;5769;p63"/>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63"/>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1" name="Google Shape;5771;p63"/>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2" name="Google Shape;5772;p63"/>
          <p:cNvGrpSpPr/>
          <p:nvPr/>
        </p:nvGrpSpPr>
        <p:grpSpPr>
          <a:xfrm>
            <a:off x="4841317" y="1763228"/>
            <a:ext cx="353757" cy="352833"/>
            <a:chOff x="-28461325" y="3545475"/>
            <a:chExt cx="296950" cy="296175"/>
          </a:xfrm>
        </p:grpSpPr>
        <p:sp>
          <p:nvSpPr>
            <p:cNvPr id="5773" name="Google Shape;5773;p63"/>
            <p:cNvSpPr/>
            <p:nvPr/>
          </p:nvSpPr>
          <p:spPr>
            <a:xfrm>
              <a:off x="-28461325" y="3666775"/>
              <a:ext cx="34675" cy="52775"/>
            </a:xfrm>
            <a:custGeom>
              <a:avLst/>
              <a:gdLst/>
              <a:ahLst/>
              <a:cxnLst/>
              <a:rect l="l" t="t" r="r" b="b"/>
              <a:pathLst>
                <a:path w="1387" h="2111" extrusionOk="0">
                  <a:moveTo>
                    <a:pt x="0" y="0"/>
                  </a:moveTo>
                  <a:lnTo>
                    <a:pt x="0" y="2111"/>
                  </a:lnTo>
                  <a:lnTo>
                    <a:pt x="1386" y="2111"/>
                  </a:lnTo>
                  <a:lnTo>
                    <a:pt x="13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63"/>
            <p:cNvSpPr/>
            <p:nvPr/>
          </p:nvSpPr>
          <p:spPr>
            <a:xfrm>
              <a:off x="-28461325" y="3737650"/>
              <a:ext cx="52775" cy="17350"/>
            </a:xfrm>
            <a:custGeom>
              <a:avLst/>
              <a:gdLst/>
              <a:ahLst/>
              <a:cxnLst/>
              <a:rect l="l" t="t" r="r" b="b"/>
              <a:pathLst>
                <a:path w="2111" h="694" extrusionOk="0">
                  <a:moveTo>
                    <a:pt x="0" y="1"/>
                  </a:moveTo>
                  <a:lnTo>
                    <a:pt x="0" y="694"/>
                  </a:lnTo>
                  <a:lnTo>
                    <a:pt x="1733" y="694"/>
                  </a:lnTo>
                  <a:cubicBezTo>
                    <a:pt x="1954" y="694"/>
                    <a:pt x="2111" y="536"/>
                    <a:pt x="2111" y="347"/>
                  </a:cubicBezTo>
                  <a:cubicBezTo>
                    <a:pt x="2111" y="158"/>
                    <a:pt x="1954"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5" name="Google Shape;5775;p63"/>
            <p:cNvSpPr/>
            <p:nvPr/>
          </p:nvSpPr>
          <p:spPr>
            <a:xfrm>
              <a:off x="-28461325" y="3632100"/>
              <a:ext cx="52775" cy="17375"/>
            </a:xfrm>
            <a:custGeom>
              <a:avLst/>
              <a:gdLst/>
              <a:ahLst/>
              <a:cxnLst/>
              <a:rect l="l" t="t" r="r" b="b"/>
              <a:pathLst>
                <a:path w="2111" h="695" extrusionOk="0">
                  <a:moveTo>
                    <a:pt x="0" y="1"/>
                  </a:moveTo>
                  <a:lnTo>
                    <a:pt x="0" y="694"/>
                  </a:lnTo>
                  <a:lnTo>
                    <a:pt x="1733" y="694"/>
                  </a:lnTo>
                  <a:cubicBezTo>
                    <a:pt x="1954" y="694"/>
                    <a:pt x="2111" y="537"/>
                    <a:pt x="2111" y="348"/>
                  </a:cubicBezTo>
                  <a:cubicBezTo>
                    <a:pt x="2111" y="159"/>
                    <a:pt x="1954"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6" name="Google Shape;5776;p63"/>
            <p:cNvSpPr/>
            <p:nvPr/>
          </p:nvSpPr>
          <p:spPr>
            <a:xfrm>
              <a:off x="-28460550" y="3545475"/>
              <a:ext cx="296175" cy="296175"/>
            </a:xfrm>
            <a:custGeom>
              <a:avLst/>
              <a:gdLst/>
              <a:ahLst/>
              <a:cxnLst/>
              <a:rect l="l" t="t" r="r" b="b"/>
              <a:pathLst>
                <a:path w="11847" h="11847" extrusionOk="0">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63"/>
            <p:cNvSpPr/>
            <p:nvPr/>
          </p:nvSpPr>
          <p:spPr>
            <a:xfrm>
              <a:off x="-28347925" y="3649450"/>
              <a:ext cx="86675" cy="86650"/>
            </a:xfrm>
            <a:custGeom>
              <a:avLst/>
              <a:gdLst/>
              <a:ahLst/>
              <a:cxnLst/>
              <a:rect l="l" t="t" r="r" b="b"/>
              <a:pathLst>
                <a:path w="3467" h="3466" extrusionOk="0">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8" name="Google Shape;5778;p63"/>
            <p:cNvSpPr/>
            <p:nvPr/>
          </p:nvSpPr>
          <p:spPr>
            <a:xfrm>
              <a:off x="-28408550" y="3597450"/>
              <a:ext cx="191400" cy="192200"/>
            </a:xfrm>
            <a:custGeom>
              <a:avLst/>
              <a:gdLst/>
              <a:ahLst/>
              <a:cxnLst/>
              <a:rect l="l" t="t" r="r" b="b"/>
              <a:pathLst>
                <a:path w="7656" h="7688" extrusionOk="0">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9" name="Google Shape;5779;p63"/>
          <p:cNvGrpSpPr/>
          <p:nvPr/>
        </p:nvGrpSpPr>
        <p:grpSpPr>
          <a:xfrm>
            <a:off x="4837550" y="2213272"/>
            <a:ext cx="361292" cy="352803"/>
            <a:chOff x="-28463700" y="3914875"/>
            <a:chExt cx="303275" cy="296150"/>
          </a:xfrm>
        </p:grpSpPr>
        <p:sp>
          <p:nvSpPr>
            <p:cNvPr id="5780" name="Google Shape;5780;p63"/>
            <p:cNvSpPr/>
            <p:nvPr/>
          </p:nvSpPr>
          <p:spPr>
            <a:xfrm>
              <a:off x="-28333725" y="4057375"/>
              <a:ext cx="86650" cy="64650"/>
            </a:xfrm>
            <a:custGeom>
              <a:avLst/>
              <a:gdLst/>
              <a:ahLst/>
              <a:cxnLst/>
              <a:rect l="l" t="t" r="r" b="b"/>
              <a:pathLst>
                <a:path w="3466" h="2586" extrusionOk="0">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1" name="Google Shape;5781;p63"/>
            <p:cNvSpPr/>
            <p:nvPr/>
          </p:nvSpPr>
          <p:spPr>
            <a:xfrm>
              <a:off x="-28463700" y="3914875"/>
              <a:ext cx="303275" cy="296150"/>
            </a:xfrm>
            <a:custGeom>
              <a:avLst/>
              <a:gdLst/>
              <a:ahLst/>
              <a:cxnLst/>
              <a:rect l="l" t="t" r="r" b="b"/>
              <a:pathLst>
                <a:path w="12131" h="11846" extrusionOk="0">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2" name="Google Shape;5782;p63"/>
          <p:cNvGrpSpPr/>
          <p:nvPr/>
        </p:nvGrpSpPr>
        <p:grpSpPr>
          <a:xfrm>
            <a:off x="7072335" y="1369355"/>
            <a:ext cx="351880" cy="227092"/>
            <a:chOff x="-26573400" y="3224125"/>
            <a:chExt cx="295375" cy="190625"/>
          </a:xfrm>
        </p:grpSpPr>
        <p:sp>
          <p:nvSpPr>
            <p:cNvPr id="5783" name="Google Shape;5783;p63"/>
            <p:cNvSpPr/>
            <p:nvPr/>
          </p:nvSpPr>
          <p:spPr>
            <a:xfrm>
              <a:off x="-26330800" y="3327900"/>
              <a:ext cx="52775" cy="68750"/>
            </a:xfrm>
            <a:custGeom>
              <a:avLst/>
              <a:gdLst/>
              <a:ahLst/>
              <a:cxnLst/>
              <a:rect l="l" t="t" r="r" b="b"/>
              <a:pathLst>
                <a:path w="2111" h="2750" extrusionOk="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4" name="Google Shape;5784;p63"/>
            <p:cNvSpPr/>
            <p:nvPr/>
          </p:nvSpPr>
          <p:spPr>
            <a:xfrm>
              <a:off x="-26573400" y="3224125"/>
              <a:ext cx="293025" cy="190625"/>
            </a:xfrm>
            <a:custGeom>
              <a:avLst/>
              <a:gdLst/>
              <a:ahLst/>
              <a:cxnLst/>
              <a:rect l="l" t="t" r="r" b="b"/>
              <a:pathLst>
                <a:path w="11721" h="7625" extrusionOk="0">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5" name="Google Shape;5785;p63"/>
          <p:cNvGrpSpPr/>
          <p:nvPr/>
        </p:nvGrpSpPr>
        <p:grpSpPr>
          <a:xfrm>
            <a:off x="7072335" y="1763690"/>
            <a:ext cx="351880" cy="351910"/>
            <a:chOff x="-26573400" y="3546250"/>
            <a:chExt cx="295375" cy="295400"/>
          </a:xfrm>
        </p:grpSpPr>
        <p:sp>
          <p:nvSpPr>
            <p:cNvPr id="5786" name="Google Shape;5786;p63"/>
            <p:cNvSpPr/>
            <p:nvPr/>
          </p:nvSpPr>
          <p:spPr>
            <a:xfrm>
              <a:off x="-26464700" y="3599225"/>
              <a:ext cx="77200" cy="38425"/>
            </a:xfrm>
            <a:custGeom>
              <a:avLst/>
              <a:gdLst/>
              <a:ahLst/>
              <a:cxnLst/>
              <a:rect l="l" t="t" r="r" b="b"/>
              <a:pathLst>
                <a:path w="3088" h="1537" extrusionOk="0">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7" name="Google Shape;5787;p63"/>
            <p:cNvSpPr/>
            <p:nvPr/>
          </p:nvSpPr>
          <p:spPr>
            <a:xfrm>
              <a:off x="-26434775" y="3686450"/>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63"/>
            <p:cNvSpPr/>
            <p:nvPr/>
          </p:nvSpPr>
          <p:spPr>
            <a:xfrm>
              <a:off x="-26520625" y="3703775"/>
              <a:ext cx="55950" cy="67775"/>
            </a:xfrm>
            <a:custGeom>
              <a:avLst/>
              <a:gdLst/>
              <a:ahLst/>
              <a:cxnLst/>
              <a:rect l="l" t="t" r="r" b="b"/>
              <a:pathLst>
                <a:path w="2238" h="2711" extrusionOk="0">
                  <a:moveTo>
                    <a:pt x="1387" y="1"/>
                  </a:moveTo>
                  <a:lnTo>
                    <a:pt x="1" y="32"/>
                  </a:lnTo>
                  <a:cubicBezTo>
                    <a:pt x="127" y="1104"/>
                    <a:pt x="662" y="2080"/>
                    <a:pt x="1544" y="2710"/>
                  </a:cubicBezTo>
                  <a:lnTo>
                    <a:pt x="2237" y="1545"/>
                  </a:lnTo>
                  <a:cubicBezTo>
                    <a:pt x="1765" y="1135"/>
                    <a:pt x="1450" y="600"/>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9" name="Google Shape;5789;p63"/>
            <p:cNvSpPr/>
            <p:nvPr/>
          </p:nvSpPr>
          <p:spPr>
            <a:xfrm>
              <a:off x="-26387525" y="3703000"/>
              <a:ext cx="55950" cy="67750"/>
            </a:xfrm>
            <a:custGeom>
              <a:avLst/>
              <a:gdLst/>
              <a:ahLst/>
              <a:cxnLst/>
              <a:rect l="l" t="t" r="r" b="b"/>
              <a:pathLst>
                <a:path w="2238" h="2710" extrusionOk="0">
                  <a:moveTo>
                    <a:pt x="851" y="0"/>
                  </a:moveTo>
                  <a:cubicBezTo>
                    <a:pt x="757" y="631"/>
                    <a:pt x="473" y="1166"/>
                    <a:pt x="1" y="1544"/>
                  </a:cubicBezTo>
                  <a:lnTo>
                    <a:pt x="694" y="2710"/>
                  </a:lnTo>
                  <a:cubicBezTo>
                    <a:pt x="1576" y="2080"/>
                    <a:pt x="2112" y="1103"/>
                    <a:pt x="2238" y="32"/>
                  </a:cubicBezTo>
                  <a:lnTo>
                    <a:pt x="8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0" name="Google Shape;5790;p63"/>
            <p:cNvSpPr/>
            <p:nvPr/>
          </p:nvSpPr>
          <p:spPr>
            <a:xfrm>
              <a:off x="-26573400" y="3546250"/>
              <a:ext cx="295375" cy="295400"/>
            </a:xfrm>
            <a:custGeom>
              <a:avLst/>
              <a:gdLst/>
              <a:ahLst/>
              <a:cxnLst/>
              <a:rect l="l" t="t" r="r" b="b"/>
              <a:pathLst>
                <a:path w="11815" h="11816" extrusionOk="0">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1" name="Google Shape;5791;p63"/>
          <p:cNvGrpSpPr/>
          <p:nvPr/>
        </p:nvGrpSpPr>
        <p:grpSpPr>
          <a:xfrm>
            <a:off x="7060615" y="2213599"/>
            <a:ext cx="375319" cy="352148"/>
            <a:chOff x="-26583625" y="3917025"/>
            <a:chExt cx="315050" cy="295600"/>
          </a:xfrm>
        </p:grpSpPr>
        <p:sp>
          <p:nvSpPr>
            <p:cNvPr id="5792" name="Google Shape;5792;p63"/>
            <p:cNvSpPr/>
            <p:nvPr/>
          </p:nvSpPr>
          <p:spPr>
            <a:xfrm>
              <a:off x="-26413500" y="3918400"/>
              <a:ext cx="144925" cy="135125"/>
            </a:xfrm>
            <a:custGeom>
              <a:avLst/>
              <a:gdLst/>
              <a:ahLst/>
              <a:cxnLst/>
              <a:rect l="l" t="t" r="r" b="b"/>
              <a:pathLst>
                <a:path w="5797" h="5405" extrusionOk="0">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3" name="Google Shape;5793;p63"/>
            <p:cNvSpPr/>
            <p:nvPr/>
          </p:nvSpPr>
          <p:spPr>
            <a:xfrm>
              <a:off x="-26466275" y="4026700"/>
              <a:ext cx="78775" cy="77225"/>
            </a:xfrm>
            <a:custGeom>
              <a:avLst/>
              <a:gdLst/>
              <a:ahLst/>
              <a:cxnLst/>
              <a:rect l="l" t="t" r="r" b="b"/>
              <a:pathLst>
                <a:path w="3151" h="3089" extrusionOk="0">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4" name="Google Shape;5794;p63"/>
            <p:cNvSpPr/>
            <p:nvPr/>
          </p:nvSpPr>
          <p:spPr>
            <a:xfrm>
              <a:off x="-26583625" y="4077125"/>
              <a:ext cx="144925" cy="134700"/>
            </a:xfrm>
            <a:custGeom>
              <a:avLst/>
              <a:gdLst/>
              <a:ahLst/>
              <a:cxnLst/>
              <a:rect l="l" t="t" r="r" b="b"/>
              <a:pathLst>
                <a:path w="5797" h="5388" extrusionOk="0">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5" name="Google Shape;5795;p63"/>
            <p:cNvSpPr/>
            <p:nvPr/>
          </p:nvSpPr>
          <p:spPr>
            <a:xfrm>
              <a:off x="-26581275" y="3917025"/>
              <a:ext cx="311125" cy="295600"/>
            </a:xfrm>
            <a:custGeom>
              <a:avLst/>
              <a:gdLst/>
              <a:ahLst/>
              <a:cxnLst/>
              <a:rect l="l" t="t" r="r" b="b"/>
              <a:pathLst>
                <a:path w="12445" h="11824" extrusionOk="0">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96" name="Google Shape;5796;p63"/>
          <p:cNvSpPr/>
          <p:nvPr/>
        </p:nvSpPr>
        <p:spPr>
          <a:xfrm>
            <a:off x="5727703" y="2694114"/>
            <a:ext cx="352833" cy="351880"/>
          </a:xfrm>
          <a:custGeom>
            <a:avLst/>
            <a:gdLst/>
            <a:ahLst/>
            <a:cxnLst/>
            <a:rect l="l" t="t" r="r" b="b"/>
            <a:pathLst>
              <a:path w="11847" h="11815" extrusionOk="0">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97" name="Google Shape;5797;p63"/>
          <p:cNvGrpSpPr/>
          <p:nvPr/>
        </p:nvGrpSpPr>
        <p:grpSpPr>
          <a:xfrm>
            <a:off x="5759130" y="3172629"/>
            <a:ext cx="289039" cy="352833"/>
            <a:chOff x="-24694925" y="3518700"/>
            <a:chExt cx="242625" cy="296175"/>
          </a:xfrm>
        </p:grpSpPr>
        <p:sp>
          <p:nvSpPr>
            <p:cNvPr id="5798" name="Google Shape;5798;p63"/>
            <p:cNvSpPr/>
            <p:nvPr/>
          </p:nvSpPr>
          <p:spPr>
            <a:xfrm>
              <a:off x="-24694925" y="3572250"/>
              <a:ext cx="104000" cy="112650"/>
            </a:xfrm>
            <a:custGeom>
              <a:avLst/>
              <a:gdLst/>
              <a:ahLst/>
              <a:cxnLst/>
              <a:rect l="l" t="t" r="r" b="b"/>
              <a:pathLst>
                <a:path w="4160" h="4506" extrusionOk="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9" name="Google Shape;5799;p63"/>
            <p:cNvSpPr/>
            <p:nvPr/>
          </p:nvSpPr>
          <p:spPr>
            <a:xfrm>
              <a:off x="-24556300" y="3648650"/>
              <a:ext cx="104000" cy="113450"/>
            </a:xfrm>
            <a:custGeom>
              <a:avLst/>
              <a:gdLst/>
              <a:ahLst/>
              <a:cxnLst/>
              <a:rect l="l" t="t" r="r" b="b"/>
              <a:pathLst>
                <a:path w="4160" h="4538" extrusionOk="0">
                  <a:moveTo>
                    <a:pt x="1" y="1"/>
                  </a:moveTo>
                  <a:lnTo>
                    <a:pt x="1" y="2458"/>
                  </a:lnTo>
                  <a:cubicBezTo>
                    <a:pt x="1" y="3592"/>
                    <a:pt x="946" y="4537"/>
                    <a:pt x="2080" y="4537"/>
                  </a:cubicBezTo>
                  <a:cubicBezTo>
                    <a:pt x="3246" y="4537"/>
                    <a:pt x="4160" y="3592"/>
                    <a:pt x="4160" y="2458"/>
                  </a:cubicBezTo>
                  <a:lnTo>
                    <a:pt x="41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0" name="Google Shape;5800;p63"/>
            <p:cNvSpPr/>
            <p:nvPr/>
          </p:nvSpPr>
          <p:spPr>
            <a:xfrm>
              <a:off x="-24694925" y="3702200"/>
              <a:ext cx="104000" cy="112675"/>
            </a:xfrm>
            <a:custGeom>
              <a:avLst/>
              <a:gdLst/>
              <a:ahLst/>
              <a:cxnLst/>
              <a:rect l="l" t="t" r="r" b="b"/>
              <a:pathLst>
                <a:path w="4160" h="4507" extrusionOk="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1" name="Google Shape;5801;p63"/>
            <p:cNvSpPr/>
            <p:nvPr/>
          </p:nvSpPr>
          <p:spPr>
            <a:xfrm>
              <a:off x="-24556300" y="3518700"/>
              <a:ext cx="104000" cy="113425"/>
            </a:xfrm>
            <a:custGeom>
              <a:avLst/>
              <a:gdLst/>
              <a:ahLst/>
              <a:cxnLst/>
              <a:rect l="l" t="t" r="r" b="b"/>
              <a:pathLst>
                <a:path w="4160" h="4537" extrusionOk="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2" name="Google Shape;5802;p63"/>
          <p:cNvGrpSpPr/>
          <p:nvPr/>
        </p:nvGrpSpPr>
        <p:grpSpPr>
          <a:xfrm>
            <a:off x="5758668" y="3622657"/>
            <a:ext cx="289962" cy="352833"/>
            <a:chOff x="-24709100" y="3888875"/>
            <a:chExt cx="243400" cy="296175"/>
          </a:xfrm>
        </p:grpSpPr>
        <p:sp>
          <p:nvSpPr>
            <p:cNvPr id="5803" name="Google Shape;5803;p63"/>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4" name="Google Shape;5804;p63"/>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5" name="Google Shape;5805;p63"/>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6" name="Google Shape;5806;p63"/>
          <p:cNvGrpSpPr/>
          <p:nvPr/>
        </p:nvGrpSpPr>
        <p:grpSpPr>
          <a:xfrm>
            <a:off x="7958668" y="2695320"/>
            <a:ext cx="356556" cy="349557"/>
            <a:chOff x="-22863675" y="3131775"/>
            <a:chExt cx="299300" cy="293425"/>
          </a:xfrm>
        </p:grpSpPr>
        <p:sp>
          <p:nvSpPr>
            <p:cNvPr id="5807" name="Google Shape;5807;p63"/>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8" name="Google Shape;5808;p63"/>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9" name="Google Shape;5809;p63"/>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0" name="Google Shape;5810;p63"/>
          <p:cNvGrpSpPr/>
          <p:nvPr/>
        </p:nvGrpSpPr>
        <p:grpSpPr>
          <a:xfrm>
            <a:off x="5301532" y="1306499"/>
            <a:ext cx="310602" cy="352803"/>
            <a:chOff x="-28069875" y="3175300"/>
            <a:chExt cx="260725" cy="296150"/>
          </a:xfrm>
        </p:grpSpPr>
        <p:sp>
          <p:nvSpPr>
            <p:cNvPr id="5811" name="Google Shape;5811;p63"/>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2" name="Google Shape;5812;p63"/>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3" name="Google Shape;5813;p63"/>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4" name="Google Shape;5814;p63"/>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63"/>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63"/>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63"/>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8" name="Google Shape;5818;p63"/>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9" name="Google Shape;5819;p63"/>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20" name="Google Shape;5820;p63"/>
          <p:cNvSpPr/>
          <p:nvPr/>
        </p:nvSpPr>
        <p:spPr>
          <a:xfrm>
            <a:off x="5280965" y="1764235"/>
            <a:ext cx="352803" cy="350719"/>
          </a:xfrm>
          <a:custGeom>
            <a:avLst/>
            <a:gdLst/>
            <a:ahLst/>
            <a:cxnLst/>
            <a:rect l="l" t="t"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21" name="Google Shape;5821;p63"/>
          <p:cNvGrpSpPr/>
          <p:nvPr/>
        </p:nvGrpSpPr>
        <p:grpSpPr>
          <a:xfrm>
            <a:off x="5342810" y="2213733"/>
            <a:ext cx="228045" cy="351880"/>
            <a:chOff x="-28032075" y="3916450"/>
            <a:chExt cx="191425" cy="295375"/>
          </a:xfrm>
        </p:grpSpPr>
        <p:sp>
          <p:nvSpPr>
            <p:cNvPr id="5822" name="Google Shape;5822;p63"/>
            <p:cNvSpPr/>
            <p:nvPr/>
          </p:nvSpPr>
          <p:spPr>
            <a:xfrm>
              <a:off x="-27996625" y="3916450"/>
              <a:ext cx="120525" cy="51225"/>
            </a:xfrm>
            <a:custGeom>
              <a:avLst/>
              <a:gdLst/>
              <a:ahLst/>
              <a:cxnLst/>
              <a:rect l="l" t="t" r="r" b="b"/>
              <a:pathLst>
                <a:path w="4821" h="2049" extrusionOk="0">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63"/>
            <p:cNvSpPr/>
            <p:nvPr/>
          </p:nvSpPr>
          <p:spPr>
            <a:xfrm>
              <a:off x="-28032075" y="4089975"/>
              <a:ext cx="191425" cy="121850"/>
            </a:xfrm>
            <a:custGeom>
              <a:avLst/>
              <a:gdLst/>
              <a:ahLst/>
              <a:cxnLst/>
              <a:rect l="l" t="t" r="r" b="b"/>
              <a:pathLst>
                <a:path w="7657" h="4874" extrusionOk="0">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63"/>
            <p:cNvSpPr/>
            <p:nvPr/>
          </p:nvSpPr>
          <p:spPr>
            <a:xfrm>
              <a:off x="-28024975" y="3985750"/>
              <a:ext cx="181950" cy="121975"/>
            </a:xfrm>
            <a:custGeom>
              <a:avLst/>
              <a:gdLst/>
              <a:ahLst/>
              <a:cxnLst/>
              <a:rect l="l" t="t" r="r" b="b"/>
              <a:pathLst>
                <a:path w="7278" h="4879" extrusionOk="0">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25" name="Google Shape;5825;p63"/>
          <p:cNvGrpSpPr/>
          <p:nvPr/>
        </p:nvGrpSpPr>
        <p:grpSpPr>
          <a:xfrm>
            <a:off x="7508157" y="1306484"/>
            <a:ext cx="352833" cy="352833"/>
            <a:chOff x="-26201650" y="3176075"/>
            <a:chExt cx="296175" cy="296175"/>
          </a:xfrm>
        </p:grpSpPr>
        <p:sp>
          <p:nvSpPr>
            <p:cNvPr id="5826" name="Google Shape;5826;p63"/>
            <p:cNvSpPr/>
            <p:nvPr/>
          </p:nvSpPr>
          <p:spPr>
            <a:xfrm>
              <a:off x="-26082700" y="3176075"/>
              <a:ext cx="51200" cy="226875"/>
            </a:xfrm>
            <a:custGeom>
              <a:avLst/>
              <a:gdLst/>
              <a:ahLst/>
              <a:cxnLst/>
              <a:rect l="l" t="t" r="r" b="b"/>
              <a:pathLst>
                <a:path w="2048" h="9075" extrusionOk="0">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7" name="Google Shape;5827;p63"/>
            <p:cNvSpPr/>
            <p:nvPr/>
          </p:nvSpPr>
          <p:spPr>
            <a:xfrm>
              <a:off x="-26201650" y="3317075"/>
              <a:ext cx="296175" cy="155175"/>
            </a:xfrm>
            <a:custGeom>
              <a:avLst/>
              <a:gdLst/>
              <a:ahLst/>
              <a:cxnLst/>
              <a:rect l="l" t="t" r="r" b="b"/>
              <a:pathLst>
                <a:path w="11847" h="6207" extrusionOk="0">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28" name="Google Shape;5828;p63"/>
          <p:cNvGrpSpPr/>
          <p:nvPr/>
        </p:nvGrpSpPr>
        <p:grpSpPr>
          <a:xfrm>
            <a:off x="7507680" y="1763705"/>
            <a:ext cx="353786" cy="351880"/>
            <a:chOff x="-26204800" y="3547050"/>
            <a:chExt cx="296975" cy="295375"/>
          </a:xfrm>
        </p:grpSpPr>
        <p:sp>
          <p:nvSpPr>
            <p:cNvPr id="5829" name="Google Shape;5829;p63"/>
            <p:cNvSpPr/>
            <p:nvPr/>
          </p:nvSpPr>
          <p:spPr>
            <a:xfrm>
              <a:off x="-26204000" y="3669125"/>
              <a:ext cx="296175" cy="173300"/>
            </a:xfrm>
            <a:custGeom>
              <a:avLst/>
              <a:gdLst/>
              <a:ahLst/>
              <a:cxnLst/>
              <a:rect l="l" t="t" r="r" b="b"/>
              <a:pathLst>
                <a:path w="11847" h="6932" extrusionOk="0">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0" name="Google Shape;5830;p63"/>
            <p:cNvSpPr/>
            <p:nvPr/>
          </p:nvSpPr>
          <p:spPr>
            <a:xfrm>
              <a:off x="-26204800" y="3547050"/>
              <a:ext cx="296975" cy="122100"/>
            </a:xfrm>
            <a:custGeom>
              <a:avLst/>
              <a:gdLst/>
              <a:ahLst/>
              <a:cxnLst/>
              <a:rect l="l" t="t" r="r" b="b"/>
              <a:pathLst>
                <a:path w="11879" h="4884" extrusionOk="0">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31" name="Google Shape;5831;p63"/>
          <p:cNvSpPr/>
          <p:nvPr/>
        </p:nvSpPr>
        <p:spPr>
          <a:xfrm>
            <a:off x="7540567" y="2213200"/>
            <a:ext cx="289009" cy="352833"/>
          </a:xfrm>
          <a:custGeom>
            <a:avLst/>
            <a:gdLst/>
            <a:ahLst/>
            <a:cxnLst/>
            <a:rect l="l" t="t" r="r" b="b"/>
            <a:pathLst>
              <a:path w="9704" h="11847" extrusionOk="0">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32" name="Google Shape;5832;p63"/>
          <p:cNvGrpSpPr/>
          <p:nvPr/>
        </p:nvGrpSpPr>
        <p:grpSpPr>
          <a:xfrm>
            <a:off x="6178935" y="2693683"/>
            <a:ext cx="345328" cy="352833"/>
            <a:chOff x="-24353875" y="3147725"/>
            <a:chExt cx="289875" cy="296175"/>
          </a:xfrm>
        </p:grpSpPr>
        <p:sp>
          <p:nvSpPr>
            <p:cNvPr id="5833" name="Google Shape;5833;p63"/>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63"/>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5" name="Google Shape;5835;p63"/>
          <p:cNvGrpSpPr/>
          <p:nvPr/>
        </p:nvGrpSpPr>
        <p:grpSpPr>
          <a:xfrm>
            <a:off x="6186917" y="3173090"/>
            <a:ext cx="329365" cy="351910"/>
            <a:chOff x="-24344425" y="3519475"/>
            <a:chExt cx="276475" cy="295400"/>
          </a:xfrm>
        </p:grpSpPr>
        <p:sp>
          <p:nvSpPr>
            <p:cNvPr id="5836" name="Google Shape;5836;p63"/>
            <p:cNvSpPr/>
            <p:nvPr/>
          </p:nvSpPr>
          <p:spPr>
            <a:xfrm>
              <a:off x="-24240450" y="3554150"/>
              <a:ext cx="69325" cy="34450"/>
            </a:xfrm>
            <a:custGeom>
              <a:avLst/>
              <a:gdLst/>
              <a:ahLst/>
              <a:cxnLst/>
              <a:rect l="l" t="t" r="r" b="b"/>
              <a:pathLst>
                <a:path w="2773" h="1378" extrusionOk="0">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7" name="Google Shape;5837;p63"/>
            <p:cNvSpPr/>
            <p:nvPr/>
          </p:nvSpPr>
          <p:spPr>
            <a:xfrm>
              <a:off x="-24344425" y="3519475"/>
              <a:ext cx="276475" cy="295400"/>
            </a:xfrm>
            <a:custGeom>
              <a:avLst/>
              <a:gdLst/>
              <a:ahLst/>
              <a:cxnLst/>
              <a:rect l="l" t="t" r="r" b="b"/>
              <a:pathLst>
                <a:path w="11059" h="11816" extrusionOk="0">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8" name="Google Shape;5838;p63"/>
          <p:cNvGrpSpPr/>
          <p:nvPr/>
        </p:nvGrpSpPr>
        <p:grpSpPr>
          <a:xfrm>
            <a:off x="6176597" y="3625010"/>
            <a:ext cx="350004" cy="348128"/>
            <a:chOff x="-24353075" y="3891250"/>
            <a:chExt cx="293800" cy="292225"/>
          </a:xfrm>
        </p:grpSpPr>
        <p:sp>
          <p:nvSpPr>
            <p:cNvPr id="5839" name="Google Shape;5839;p63"/>
            <p:cNvSpPr/>
            <p:nvPr/>
          </p:nvSpPr>
          <p:spPr>
            <a:xfrm>
              <a:off x="-24251475" y="4012525"/>
              <a:ext cx="88225" cy="65400"/>
            </a:xfrm>
            <a:custGeom>
              <a:avLst/>
              <a:gdLst/>
              <a:ahLst/>
              <a:cxnLst/>
              <a:rect l="l" t="t" r="r" b="b"/>
              <a:pathLst>
                <a:path w="3529" h="2616" extrusionOk="0">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0" name="Google Shape;5840;p63"/>
            <p:cNvSpPr/>
            <p:nvPr/>
          </p:nvSpPr>
          <p:spPr>
            <a:xfrm>
              <a:off x="-24353075" y="3891250"/>
              <a:ext cx="293800" cy="292225"/>
            </a:xfrm>
            <a:custGeom>
              <a:avLst/>
              <a:gdLst/>
              <a:ahLst/>
              <a:cxnLst/>
              <a:rect l="l" t="t" r="r" b="b"/>
              <a:pathLst>
                <a:path w="11752" h="11689" extrusionOk="0">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1" name="Google Shape;5841;p63"/>
          <p:cNvGrpSpPr/>
          <p:nvPr/>
        </p:nvGrpSpPr>
        <p:grpSpPr>
          <a:xfrm>
            <a:off x="7960068" y="3173313"/>
            <a:ext cx="353757" cy="351463"/>
            <a:chOff x="-22845575" y="3504075"/>
            <a:chExt cx="296950" cy="295025"/>
          </a:xfrm>
        </p:grpSpPr>
        <p:sp>
          <p:nvSpPr>
            <p:cNvPr id="5842" name="Google Shape;5842;p63"/>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3" name="Google Shape;5843;p63"/>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4" name="Google Shape;5844;p63"/>
          <p:cNvGrpSpPr/>
          <p:nvPr/>
        </p:nvGrpSpPr>
        <p:grpSpPr>
          <a:xfrm>
            <a:off x="5753249" y="1306961"/>
            <a:ext cx="299344" cy="351880"/>
            <a:chOff x="-27691025" y="3175300"/>
            <a:chExt cx="251275" cy="295375"/>
          </a:xfrm>
        </p:grpSpPr>
        <p:sp>
          <p:nvSpPr>
            <p:cNvPr id="5845" name="Google Shape;5845;p63"/>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6" name="Google Shape;5846;p63"/>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7" name="Google Shape;5847;p63"/>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63"/>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9" name="Google Shape;5849;p63"/>
          <p:cNvGrpSpPr/>
          <p:nvPr/>
        </p:nvGrpSpPr>
        <p:grpSpPr>
          <a:xfrm>
            <a:off x="5725566" y="1825637"/>
            <a:ext cx="354710" cy="228015"/>
            <a:chOff x="-27721750" y="3598250"/>
            <a:chExt cx="297750" cy="191400"/>
          </a:xfrm>
        </p:grpSpPr>
        <p:sp>
          <p:nvSpPr>
            <p:cNvPr id="5850" name="Google Shape;5850;p63"/>
            <p:cNvSpPr/>
            <p:nvPr/>
          </p:nvSpPr>
          <p:spPr>
            <a:xfrm>
              <a:off x="-27616200" y="3651800"/>
              <a:ext cx="86650" cy="86675"/>
            </a:xfrm>
            <a:custGeom>
              <a:avLst/>
              <a:gdLst/>
              <a:ahLst/>
              <a:cxnLst/>
              <a:rect l="l" t="t" r="r" b="b"/>
              <a:pathLst>
                <a:path w="3466" h="3467" extrusionOk="0">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63"/>
            <p:cNvSpPr/>
            <p:nvPr/>
          </p:nvSpPr>
          <p:spPr>
            <a:xfrm>
              <a:off x="-27721750" y="3598250"/>
              <a:ext cx="297750" cy="191400"/>
            </a:xfrm>
            <a:custGeom>
              <a:avLst/>
              <a:gdLst/>
              <a:ahLst/>
              <a:cxnLst/>
              <a:rect l="l" t="t" r="r" b="b"/>
              <a:pathLst>
                <a:path w="11910" h="7656" extrusionOk="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2" name="Google Shape;5852;p63"/>
          <p:cNvGrpSpPr/>
          <p:nvPr/>
        </p:nvGrpSpPr>
        <p:grpSpPr>
          <a:xfrm>
            <a:off x="5726966" y="2219183"/>
            <a:ext cx="351910" cy="340980"/>
            <a:chOff x="-27719400" y="3925600"/>
            <a:chExt cx="295400" cy="286225"/>
          </a:xfrm>
        </p:grpSpPr>
        <p:sp>
          <p:nvSpPr>
            <p:cNvPr id="5853" name="Google Shape;5853;p63"/>
            <p:cNvSpPr/>
            <p:nvPr/>
          </p:nvSpPr>
          <p:spPr>
            <a:xfrm>
              <a:off x="-27596525" y="3925600"/>
              <a:ext cx="172525" cy="162575"/>
            </a:xfrm>
            <a:custGeom>
              <a:avLst/>
              <a:gdLst/>
              <a:ahLst/>
              <a:cxnLst/>
              <a:rect l="l" t="t" r="r" b="b"/>
              <a:pathLst>
                <a:path w="6901" h="6503" extrusionOk="0">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63"/>
            <p:cNvSpPr/>
            <p:nvPr/>
          </p:nvSpPr>
          <p:spPr>
            <a:xfrm>
              <a:off x="-27719400" y="4054275"/>
              <a:ext cx="157550" cy="157550"/>
            </a:xfrm>
            <a:custGeom>
              <a:avLst/>
              <a:gdLst/>
              <a:ahLst/>
              <a:cxnLst/>
              <a:rect l="l" t="t" r="r" b="b"/>
              <a:pathLst>
                <a:path w="6302" h="6302" extrusionOk="0">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5" name="Google Shape;5855;p63"/>
          <p:cNvGrpSpPr/>
          <p:nvPr/>
        </p:nvGrpSpPr>
        <p:grpSpPr>
          <a:xfrm>
            <a:off x="7948238" y="1306023"/>
            <a:ext cx="353757" cy="353757"/>
            <a:chOff x="-25834600" y="3176875"/>
            <a:chExt cx="296950" cy="296950"/>
          </a:xfrm>
        </p:grpSpPr>
        <p:sp>
          <p:nvSpPr>
            <p:cNvPr id="5856" name="Google Shape;5856;p63"/>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63"/>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8" name="Google Shape;5858;p63"/>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9" name="Google Shape;5859;p63"/>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63"/>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1" name="Google Shape;5861;p63"/>
          <p:cNvGrpSpPr/>
          <p:nvPr/>
        </p:nvGrpSpPr>
        <p:grpSpPr>
          <a:xfrm>
            <a:off x="7948238" y="1774024"/>
            <a:ext cx="353757" cy="331241"/>
            <a:chOff x="-25834600" y="3564375"/>
            <a:chExt cx="296950" cy="278050"/>
          </a:xfrm>
        </p:grpSpPr>
        <p:sp>
          <p:nvSpPr>
            <p:cNvPr id="5862" name="Google Shape;5862;p63"/>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63"/>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4" name="Google Shape;5864;p63"/>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5" name="Google Shape;5865;p63"/>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63"/>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7" name="Google Shape;5867;p63"/>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8" name="Google Shape;5868;p63"/>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9" name="Google Shape;5869;p63"/>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0" name="Google Shape;5870;p63"/>
          <p:cNvGrpSpPr/>
          <p:nvPr/>
        </p:nvGrpSpPr>
        <p:grpSpPr>
          <a:xfrm>
            <a:off x="7946362" y="2213376"/>
            <a:ext cx="357509" cy="352595"/>
            <a:chOff x="-25834600" y="3915850"/>
            <a:chExt cx="300100" cy="295975"/>
          </a:xfrm>
        </p:grpSpPr>
        <p:sp>
          <p:nvSpPr>
            <p:cNvPr id="5871" name="Google Shape;5871;p63"/>
            <p:cNvSpPr/>
            <p:nvPr/>
          </p:nvSpPr>
          <p:spPr>
            <a:xfrm>
              <a:off x="-25677875" y="3915850"/>
              <a:ext cx="143375" cy="137675"/>
            </a:xfrm>
            <a:custGeom>
              <a:avLst/>
              <a:gdLst/>
              <a:ahLst/>
              <a:cxnLst/>
              <a:rect l="l" t="t" r="r" b="b"/>
              <a:pathLst>
                <a:path w="5735" h="5507" extrusionOk="0">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2" name="Google Shape;5872;p63"/>
            <p:cNvSpPr/>
            <p:nvPr/>
          </p:nvSpPr>
          <p:spPr>
            <a:xfrm>
              <a:off x="-25834600" y="4167700"/>
              <a:ext cx="43350" cy="44125"/>
            </a:xfrm>
            <a:custGeom>
              <a:avLst/>
              <a:gdLst/>
              <a:ahLst/>
              <a:cxnLst/>
              <a:rect l="l" t="t" r="r" b="b"/>
              <a:pathLst>
                <a:path w="1734" h="1765" extrusionOk="0">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3" name="Google Shape;5873;p63"/>
            <p:cNvSpPr/>
            <p:nvPr/>
          </p:nvSpPr>
          <p:spPr>
            <a:xfrm>
              <a:off x="-25800725" y="3972375"/>
              <a:ext cx="206375" cy="207950"/>
            </a:xfrm>
            <a:custGeom>
              <a:avLst/>
              <a:gdLst/>
              <a:ahLst/>
              <a:cxnLst/>
              <a:rect l="l" t="t" r="r" b="b"/>
              <a:pathLst>
                <a:path w="8255" h="8318" extrusionOk="0">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4" name="Google Shape;5874;p63"/>
          <p:cNvGrpSpPr/>
          <p:nvPr/>
        </p:nvGrpSpPr>
        <p:grpSpPr>
          <a:xfrm>
            <a:off x="6681790" y="2694606"/>
            <a:ext cx="228968" cy="350987"/>
            <a:chOff x="-23930925" y="3149300"/>
            <a:chExt cx="192200" cy="294625"/>
          </a:xfrm>
        </p:grpSpPr>
        <p:sp>
          <p:nvSpPr>
            <p:cNvPr id="5875" name="Google Shape;5875;p63"/>
            <p:cNvSpPr/>
            <p:nvPr/>
          </p:nvSpPr>
          <p:spPr>
            <a:xfrm>
              <a:off x="-23930125" y="3149300"/>
              <a:ext cx="191400" cy="35475"/>
            </a:xfrm>
            <a:custGeom>
              <a:avLst/>
              <a:gdLst/>
              <a:ahLst/>
              <a:cxnLst/>
              <a:rect l="l" t="t" r="r" b="b"/>
              <a:pathLst>
                <a:path w="7656" h="1419" extrusionOk="0">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6" name="Google Shape;5876;p63"/>
            <p:cNvSpPr/>
            <p:nvPr/>
          </p:nvSpPr>
          <p:spPr>
            <a:xfrm>
              <a:off x="-23878925" y="3237525"/>
              <a:ext cx="86650" cy="86650"/>
            </a:xfrm>
            <a:custGeom>
              <a:avLst/>
              <a:gdLst/>
              <a:ahLst/>
              <a:cxnLst/>
              <a:rect l="l" t="t" r="r" b="b"/>
              <a:pathLst>
                <a:path w="3466" h="3466" extrusionOk="0">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63"/>
            <p:cNvSpPr/>
            <p:nvPr/>
          </p:nvSpPr>
          <p:spPr>
            <a:xfrm>
              <a:off x="-23930925" y="3375350"/>
              <a:ext cx="190625" cy="68575"/>
            </a:xfrm>
            <a:custGeom>
              <a:avLst/>
              <a:gdLst/>
              <a:ahLst/>
              <a:cxnLst/>
              <a:rect l="l" t="t" r="r" b="b"/>
              <a:pathLst>
                <a:path w="7625" h="2743" extrusionOk="0">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8" name="Google Shape;5878;p63"/>
            <p:cNvSpPr/>
            <p:nvPr/>
          </p:nvSpPr>
          <p:spPr>
            <a:xfrm>
              <a:off x="-23930925" y="3202075"/>
              <a:ext cx="190625" cy="155975"/>
            </a:xfrm>
            <a:custGeom>
              <a:avLst/>
              <a:gdLst/>
              <a:ahLst/>
              <a:cxnLst/>
              <a:rect l="l" t="t" r="r" b="b"/>
              <a:pathLst>
                <a:path w="7625" h="6239" extrusionOk="0">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9" name="Google Shape;5879;p63"/>
          <p:cNvGrpSpPr/>
          <p:nvPr/>
        </p:nvGrpSpPr>
        <p:grpSpPr>
          <a:xfrm>
            <a:off x="6638620" y="3173090"/>
            <a:ext cx="315307" cy="351910"/>
            <a:chOff x="-23962425" y="3519475"/>
            <a:chExt cx="264675" cy="295400"/>
          </a:xfrm>
        </p:grpSpPr>
        <p:sp>
          <p:nvSpPr>
            <p:cNvPr id="5880" name="Google Shape;5880;p63"/>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1" name="Google Shape;5881;p63"/>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82" name="Google Shape;5882;p63"/>
          <p:cNvSpPr/>
          <p:nvPr/>
        </p:nvSpPr>
        <p:spPr>
          <a:xfrm>
            <a:off x="6609056" y="3626801"/>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83" name="Google Shape;5883;p63"/>
          <p:cNvGrpSpPr/>
          <p:nvPr/>
        </p:nvGrpSpPr>
        <p:grpSpPr>
          <a:xfrm>
            <a:off x="8017295" y="3623134"/>
            <a:ext cx="239302" cy="351880"/>
            <a:chOff x="-22788075" y="3904625"/>
            <a:chExt cx="200875" cy="295375"/>
          </a:xfrm>
        </p:grpSpPr>
        <p:sp>
          <p:nvSpPr>
            <p:cNvPr id="5884" name="Google Shape;5884;p63"/>
            <p:cNvSpPr/>
            <p:nvPr/>
          </p:nvSpPr>
          <p:spPr>
            <a:xfrm>
              <a:off x="-22775475" y="4165325"/>
              <a:ext cx="65400" cy="34675"/>
            </a:xfrm>
            <a:custGeom>
              <a:avLst/>
              <a:gdLst/>
              <a:ahLst/>
              <a:cxnLst/>
              <a:rect l="l" t="t" r="r" b="b"/>
              <a:pathLst>
                <a:path w="2616" h="1387" extrusionOk="0">
                  <a:moveTo>
                    <a:pt x="32" y="1"/>
                  </a:moveTo>
                  <a:cubicBezTo>
                    <a:pt x="1" y="883"/>
                    <a:pt x="631" y="1387"/>
                    <a:pt x="1292" y="1387"/>
                  </a:cubicBezTo>
                  <a:cubicBezTo>
                    <a:pt x="1985" y="1387"/>
                    <a:pt x="2615" y="851"/>
                    <a:pt x="25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63"/>
            <p:cNvSpPr/>
            <p:nvPr/>
          </p:nvSpPr>
          <p:spPr>
            <a:xfrm>
              <a:off x="-22669150" y="3904725"/>
              <a:ext cx="81950" cy="244100"/>
            </a:xfrm>
            <a:custGeom>
              <a:avLst/>
              <a:gdLst/>
              <a:ahLst/>
              <a:cxnLst/>
              <a:rect l="l" t="t" r="r" b="b"/>
              <a:pathLst>
                <a:path w="3278" h="9764" extrusionOk="0">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63"/>
            <p:cNvSpPr/>
            <p:nvPr/>
          </p:nvSpPr>
          <p:spPr>
            <a:xfrm>
              <a:off x="-22788075" y="3904625"/>
              <a:ext cx="87450" cy="244200"/>
            </a:xfrm>
            <a:custGeom>
              <a:avLst/>
              <a:gdLst/>
              <a:ahLst/>
              <a:cxnLst/>
              <a:rect l="l" t="t" r="r" b="b"/>
              <a:pathLst>
                <a:path w="3498" h="9768" extrusionOk="0">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63"/>
            <p:cNvSpPr/>
            <p:nvPr/>
          </p:nvSpPr>
          <p:spPr>
            <a:xfrm>
              <a:off x="-22670725" y="4165325"/>
              <a:ext cx="64625" cy="34675"/>
            </a:xfrm>
            <a:custGeom>
              <a:avLst/>
              <a:gdLst/>
              <a:ahLst/>
              <a:cxnLst/>
              <a:rect l="l" t="t" r="r" b="b"/>
              <a:pathLst>
                <a:path w="2585" h="1387" extrusionOk="0">
                  <a:moveTo>
                    <a:pt x="32" y="1"/>
                  </a:moveTo>
                  <a:cubicBezTo>
                    <a:pt x="1" y="883"/>
                    <a:pt x="631" y="1387"/>
                    <a:pt x="1292" y="1387"/>
                  </a:cubicBezTo>
                  <a:cubicBezTo>
                    <a:pt x="1954" y="1387"/>
                    <a:pt x="2584" y="85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8" name="Google Shape;5888;p63"/>
          <p:cNvGrpSpPr/>
          <p:nvPr/>
        </p:nvGrpSpPr>
        <p:grpSpPr>
          <a:xfrm>
            <a:off x="6172593" y="1306499"/>
            <a:ext cx="354710" cy="352803"/>
            <a:chOff x="-27351575" y="3175300"/>
            <a:chExt cx="297750" cy="296150"/>
          </a:xfrm>
        </p:grpSpPr>
        <p:sp>
          <p:nvSpPr>
            <p:cNvPr id="5889" name="Google Shape;5889;p63"/>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63"/>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63"/>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63"/>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3" name="Google Shape;5893;p63"/>
          <p:cNvGrpSpPr/>
          <p:nvPr/>
        </p:nvGrpSpPr>
        <p:grpSpPr>
          <a:xfrm>
            <a:off x="6218402" y="1758809"/>
            <a:ext cx="269293" cy="353072"/>
            <a:chOff x="-27313750" y="3545275"/>
            <a:chExt cx="226050" cy="296375"/>
          </a:xfrm>
        </p:grpSpPr>
        <p:sp>
          <p:nvSpPr>
            <p:cNvPr id="5894" name="Google Shape;5894;p63"/>
            <p:cNvSpPr/>
            <p:nvPr/>
          </p:nvSpPr>
          <p:spPr>
            <a:xfrm>
              <a:off x="-27305100" y="3598450"/>
              <a:ext cx="208750" cy="173100"/>
            </a:xfrm>
            <a:custGeom>
              <a:avLst/>
              <a:gdLst/>
              <a:ahLst/>
              <a:cxnLst/>
              <a:rect l="l" t="t" r="r" b="b"/>
              <a:pathLst>
                <a:path w="8350" h="6924" extrusionOk="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63"/>
            <p:cNvSpPr/>
            <p:nvPr/>
          </p:nvSpPr>
          <p:spPr>
            <a:xfrm>
              <a:off x="-27313750" y="3770725"/>
              <a:ext cx="226050" cy="70925"/>
            </a:xfrm>
            <a:custGeom>
              <a:avLst/>
              <a:gdLst/>
              <a:ahLst/>
              <a:cxnLst/>
              <a:rect l="l" t="t" r="r" b="b"/>
              <a:pathLst>
                <a:path w="9042" h="2837" extrusionOk="0">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63"/>
            <p:cNvSpPr/>
            <p:nvPr/>
          </p:nvSpPr>
          <p:spPr>
            <a:xfrm>
              <a:off x="-27261000" y="3545275"/>
              <a:ext cx="122100" cy="51425"/>
            </a:xfrm>
            <a:custGeom>
              <a:avLst/>
              <a:gdLst/>
              <a:ahLst/>
              <a:cxnLst/>
              <a:rect l="l" t="t" r="r" b="b"/>
              <a:pathLst>
                <a:path w="4884" h="2057" extrusionOk="0">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7" name="Google Shape;5897;p63"/>
          <p:cNvGrpSpPr/>
          <p:nvPr/>
        </p:nvGrpSpPr>
        <p:grpSpPr>
          <a:xfrm>
            <a:off x="6172593" y="2211380"/>
            <a:ext cx="354710" cy="356586"/>
            <a:chOff x="-27351575" y="3915650"/>
            <a:chExt cx="297750" cy="299325"/>
          </a:xfrm>
        </p:grpSpPr>
        <p:sp>
          <p:nvSpPr>
            <p:cNvPr id="5898" name="Google Shape;5898;p63"/>
            <p:cNvSpPr/>
            <p:nvPr/>
          </p:nvSpPr>
          <p:spPr>
            <a:xfrm>
              <a:off x="-27351575" y="4059000"/>
              <a:ext cx="153625" cy="155975"/>
            </a:xfrm>
            <a:custGeom>
              <a:avLst/>
              <a:gdLst/>
              <a:ahLst/>
              <a:cxnLst/>
              <a:rect l="l" t="t" r="r" b="b"/>
              <a:pathLst>
                <a:path w="6145" h="6239" extrusionOk="0">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63"/>
            <p:cNvSpPr/>
            <p:nvPr/>
          </p:nvSpPr>
          <p:spPr>
            <a:xfrm>
              <a:off x="-27257050" y="3915650"/>
              <a:ext cx="203225" cy="202450"/>
            </a:xfrm>
            <a:custGeom>
              <a:avLst/>
              <a:gdLst/>
              <a:ahLst/>
              <a:cxnLst/>
              <a:rect l="l" t="t" r="r" b="b"/>
              <a:pathLst>
                <a:path w="8129" h="8098" extrusionOk="0">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0" name="Google Shape;5900;p63"/>
          <p:cNvGrpSpPr/>
          <p:nvPr/>
        </p:nvGrpSpPr>
        <p:grpSpPr>
          <a:xfrm>
            <a:off x="4860084" y="2693579"/>
            <a:ext cx="319060" cy="353042"/>
            <a:chOff x="-25445525" y="3175900"/>
            <a:chExt cx="267825" cy="296350"/>
          </a:xfrm>
        </p:grpSpPr>
        <p:sp>
          <p:nvSpPr>
            <p:cNvPr id="5901" name="Google Shape;5901;p63"/>
            <p:cNvSpPr/>
            <p:nvPr/>
          </p:nvSpPr>
          <p:spPr>
            <a:xfrm>
              <a:off x="-25445525" y="3367475"/>
              <a:ext cx="123675" cy="104775"/>
            </a:xfrm>
            <a:custGeom>
              <a:avLst/>
              <a:gdLst/>
              <a:ahLst/>
              <a:cxnLst/>
              <a:rect l="l" t="t" r="r" b="b"/>
              <a:pathLst>
                <a:path w="4947" h="4191" extrusionOk="0">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63"/>
            <p:cNvSpPr/>
            <p:nvPr/>
          </p:nvSpPr>
          <p:spPr>
            <a:xfrm>
              <a:off x="-25398250" y="3175900"/>
              <a:ext cx="220550" cy="296350"/>
            </a:xfrm>
            <a:custGeom>
              <a:avLst/>
              <a:gdLst/>
              <a:ahLst/>
              <a:cxnLst/>
              <a:rect l="l" t="t" r="r" b="b"/>
              <a:pathLst>
                <a:path w="8822" h="11854" extrusionOk="0">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63"/>
            <p:cNvSpPr/>
            <p:nvPr/>
          </p:nvSpPr>
          <p:spPr>
            <a:xfrm>
              <a:off x="-25328950" y="3211525"/>
              <a:ext cx="35475" cy="36250"/>
            </a:xfrm>
            <a:custGeom>
              <a:avLst/>
              <a:gdLst/>
              <a:ahLst/>
              <a:cxnLst/>
              <a:rect l="l" t="t" r="r" b="b"/>
              <a:pathLst>
                <a:path w="1419" h="1450" extrusionOk="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4" name="Google Shape;5904;p63"/>
          <p:cNvGrpSpPr/>
          <p:nvPr/>
        </p:nvGrpSpPr>
        <p:grpSpPr>
          <a:xfrm>
            <a:off x="4841797" y="3183902"/>
            <a:ext cx="355633" cy="330288"/>
            <a:chOff x="-25465200" y="3565175"/>
            <a:chExt cx="298525" cy="277250"/>
          </a:xfrm>
        </p:grpSpPr>
        <p:sp>
          <p:nvSpPr>
            <p:cNvPr id="5905" name="Google Shape;5905;p63"/>
            <p:cNvSpPr/>
            <p:nvPr/>
          </p:nvSpPr>
          <p:spPr>
            <a:xfrm>
              <a:off x="-25413225" y="3565175"/>
              <a:ext cx="172500" cy="103975"/>
            </a:xfrm>
            <a:custGeom>
              <a:avLst/>
              <a:gdLst/>
              <a:ahLst/>
              <a:cxnLst/>
              <a:rect l="l" t="t"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63"/>
            <p:cNvSpPr/>
            <p:nvPr/>
          </p:nvSpPr>
          <p:spPr>
            <a:xfrm>
              <a:off x="-25465200" y="3650225"/>
              <a:ext cx="298525" cy="192200"/>
            </a:xfrm>
            <a:custGeom>
              <a:avLst/>
              <a:gdLst/>
              <a:ahLst/>
              <a:cxnLst/>
              <a:rect l="l" t="t"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7" name="Google Shape;5907;p63"/>
          <p:cNvGrpSpPr/>
          <p:nvPr/>
        </p:nvGrpSpPr>
        <p:grpSpPr>
          <a:xfrm>
            <a:off x="4841336" y="3623432"/>
            <a:ext cx="356556" cy="351285"/>
            <a:chOff x="-25465200" y="3916150"/>
            <a:chExt cx="299300" cy="294875"/>
          </a:xfrm>
        </p:grpSpPr>
        <p:sp>
          <p:nvSpPr>
            <p:cNvPr id="5908" name="Google Shape;5908;p63"/>
            <p:cNvSpPr/>
            <p:nvPr/>
          </p:nvSpPr>
          <p:spPr>
            <a:xfrm>
              <a:off x="-25316350" y="3916150"/>
              <a:ext cx="150450" cy="149175"/>
            </a:xfrm>
            <a:custGeom>
              <a:avLst/>
              <a:gdLst/>
              <a:ahLst/>
              <a:cxnLst/>
              <a:rect l="l" t="t" r="r" b="b"/>
              <a:pathLst>
                <a:path w="6018" h="5967" extrusionOk="0">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63"/>
            <p:cNvSpPr/>
            <p:nvPr/>
          </p:nvSpPr>
          <p:spPr>
            <a:xfrm>
              <a:off x="-25465200" y="4003875"/>
              <a:ext cx="208725" cy="207150"/>
            </a:xfrm>
            <a:custGeom>
              <a:avLst/>
              <a:gdLst/>
              <a:ahLst/>
              <a:cxnLst/>
              <a:rect l="l" t="t" r="r" b="b"/>
              <a:pathLst>
                <a:path w="8349" h="8286" extrusionOk="0">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10" name="Google Shape;5910;p63"/>
          <p:cNvGrpSpPr/>
          <p:nvPr/>
        </p:nvGrpSpPr>
        <p:grpSpPr>
          <a:xfrm>
            <a:off x="7068775" y="2693698"/>
            <a:ext cx="351880" cy="352803"/>
            <a:chOff x="-23615075" y="3148525"/>
            <a:chExt cx="295375" cy="296150"/>
          </a:xfrm>
        </p:grpSpPr>
        <p:sp>
          <p:nvSpPr>
            <p:cNvPr id="5911" name="Google Shape;5911;p63"/>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63"/>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63"/>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63"/>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15" name="Google Shape;5915;p63"/>
          <p:cNvSpPr/>
          <p:nvPr/>
        </p:nvSpPr>
        <p:spPr>
          <a:xfrm>
            <a:off x="7066872" y="3172057"/>
            <a:ext cx="356586" cy="353876"/>
          </a:xfrm>
          <a:custGeom>
            <a:avLst/>
            <a:gdLst/>
            <a:ahLst/>
            <a:cxnLst/>
            <a:rect l="l" t="t" r="r" b="b"/>
            <a:pathLst>
              <a:path w="11973" h="11882" extrusionOk="0">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16" name="Google Shape;5916;p63"/>
          <p:cNvGrpSpPr/>
          <p:nvPr/>
        </p:nvGrpSpPr>
        <p:grpSpPr>
          <a:xfrm>
            <a:off x="7068299" y="3632977"/>
            <a:ext cx="352833" cy="332194"/>
            <a:chOff x="-23615075" y="3906200"/>
            <a:chExt cx="296175" cy="278850"/>
          </a:xfrm>
        </p:grpSpPr>
        <p:sp>
          <p:nvSpPr>
            <p:cNvPr id="5917" name="Google Shape;5917;p63"/>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63"/>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63"/>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0" name="Google Shape;5920;p63"/>
          <p:cNvSpPr/>
          <p:nvPr/>
        </p:nvSpPr>
        <p:spPr>
          <a:xfrm>
            <a:off x="6187131" y="4064945"/>
            <a:ext cx="351880" cy="350957"/>
          </a:xfrm>
          <a:custGeom>
            <a:avLst/>
            <a:gdLst/>
            <a:ahLst/>
            <a:cxnLst/>
            <a:rect l="l" t="t" r="r" b="b"/>
            <a:pathLst>
              <a:path w="11815" h="11784" extrusionOk="0">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21" name="Google Shape;5921;p63"/>
          <p:cNvGrpSpPr/>
          <p:nvPr/>
        </p:nvGrpSpPr>
        <p:grpSpPr>
          <a:xfrm>
            <a:off x="6617268" y="1306618"/>
            <a:ext cx="353757" cy="352565"/>
            <a:chOff x="-26980600" y="3175500"/>
            <a:chExt cx="296950" cy="295950"/>
          </a:xfrm>
        </p:grpSpPr>
        <p:sp>
          <p:nvSpPr>
            <p:cNvPr id="5922" name="Google Shape;5922;p63"/>
            <p:cNvSpPr/>
            <p:nvPr/>
          </p:nvSpPr>
          <p:spPr>
            <a:xfrm>
              <a:off x="-26798650" y="3175500"/>
              <a:ext cx="115000" cy="114025"/>
            </a:xfrm>
            <a:custGeom>
              <a:avLst/>
              <a:gdLst/>
              <a:ahLst/>
              <a:cxnLst/>
              <a:rect l="l" t="t" r="r" b="b"/>
              <a:pathLst>
                <a:path w="4600" h="4561" extrusionOk="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3" name="Google Shape;5923;p63"/>
            <p:cNvSpPr/>
            <p:nvPr/>
          </p:nvSpPr>
          <p:spPr>
            <a:xfrm>
              <a:off x="-26980600" y="3325725"/>
              <a:ext cx="168575" cy="145725"/>
            </a:xfrm>
            <a:custGeom>
              <a:avLst/>
              <a:gdLst/>
              <a:ahLst/>
              <a:cxnLst/>
              <a:rect l="l" t="t" r="r" b="b"/>
              <a:pathLst>
                <a:path w="6743" h="5829" extrusionOk="0">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4" name="Google Shape;5924;p63"/>
            <p:cNvSpPr/>
            <p:nvPr/>
          </p:nvSpPr>
          <p:spPr>
            <a:xfrm>
              <a:off x="-26893950" y="3226500"/>
              <a:ext cx="159125" cy="137850"/>
            </a:xfrm>
            <a:custGeom>
              <a:avLst/>
              <a:gdLst/>
              <a:ahLst/>
              <a:cxnLst/>
              <a:rect l="l" t="t" r="r" b="b"/>
              <a:pathLst>
                <a:path w="6365" h="5514" extrusionOk="0">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5" name="Google Shape;5925;p63"/>
          <p:cNvSpPr/>
          <p:nvPr/>
        </p:nvSpPr>
        <p:spPr>
          <a:xfrm>
            <a:off x="6639835" y="1763639"/>
            <a:ext cx="309649" cy="351910"/>
          </a:xfrm>
          <a:custGeom>
            <a:avLst/>
            <a:gdLst/>
            <a:ahLst/>
            <a:cxnLst/>
            <a:rect l="l" t="t" r="r" b="b"/>
            <a:pathLst>
              <a:path w="10397" h="11816" extrusionOk="0">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26" name="Google Shape;5926;p63"/>
          <p:cNvGrpSpPr/>
          <p:nvPr/>
        </p:nvGrpSpPr>
        <p:grpSpPr>
          <a:xfrm>
            <a:off x="6617744" y="2245154"/>
            <a:ext cx="352803" cy="289039"/>
            <a:chOff x="-26981375" y="3951875"/>
            <a:chExt cx="296150" cy="242625"/>
          </a:xfrm>
        </p:grpSpPr>
        <p:sp>
          <p:nvSpPr>
            <p:cNvPr id="5927" name="Google Shape;5927;p63"/>
            <p:cNvSpPr/>
            <p:nvPr/>
          </p:nvSpPr>
          <p:spPr>
            <a:xfrm>
              <a:off x="-26978225" y="3951875"/>
              <a:ext cx="173300" cy="155975"/>
            </a:xfrm>
            <a:custGeom>
              <a:avLst/>
              <a:gdLst/>
              <a:ahLst/>
              <a:cxnLst/>
              <a:rect l="l" t="t" r="r" b="b"/>
              <a:pathLst>
                <a:path w="6932" h="6239" extrusionOk="0">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8" name="Google Shape;5928;p63"/>
            <p:cNvSpPr/>
            <p:nvPr/>
          </p:nvSpPr>
          <p:spPr>
            <a:xfrm>
              <a:off x="-26981375" y="4124375"/>
              <a:ext cx="174075" cy="70125"/>
            </a:xfrm>
            <a:custGeom>
              <a:avLst/>
              <a:gdLst/>
              <a:ahLst/>
              <a:cxnLst/>
              <a:rect l="l" t="t" r="r" b="b"/>
              <a:pathLst>
                <a:path w="6963" h="2805" extrusionOk="0">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9" name="Google Shape;5929;p63"/>
            <p:cNvSpPr/>
            <p:nvPr/>
          </p:nvSpPr>
          <p:spPr>
            <a:xfrm>
              <a:off x="-26790000" y="4002300"/>
              <a:ext cx="104775" cy="192200"/>
            </a:xfrm>
            <a:custGeom>
              <a:avLst/>
              <a:gdLst/>
              <a:ahLst/>
              <a:cxnLst/>
              <a:rect l="l" t="t" r="r" b="b"/>
              <a:pathLst>
                <a:path w="4191" h="7688" extrusionOk="0">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0" name="Google Shape;5930;p63"/>
          <p:cNvGrpSpPr/>
          <p:nvPr/>
        </p:nvGrpSpPr>
        <p:grpSpPr>
          <a:xfrm>
            <a:off x="5282787" y="2692745"/>
            <a:ext cx="351910" cy="354710"/>
            <a:chOff x="-25094250" y="3176075"/>
            <a:chExt cx="295400" cy="297750"/>
          </a:xfrm>
        </p:grpSpPr>
        <p:sp>
          <p:nvSpPr>
            <p:cNvPr id="5931" name="Google Shape;5931;p63"/>
            <p:cNvSpPr/>
            <p:nvPr/>
          </p:nvSpPr>
          <p:spPr>
            <a:xfrm>
              <a:off x="-24989225" y="3176075"/>
              <a:ext cx="87200" cy="122500"/>
            </a:xfrm>
            <a:custGeom>
              <a:avLst/>
              <a:gdLst/>
              <a:ahLst/>
              <a:cxnLst/>
              <a:rect l="l" t="t" r="r" b="b"/>
              <a:pathLst>
                <a:path w="3488" h="4900" extrusionOk="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63"/>
            <p:cNvSpPr/>
            <p:nvPr/>
          </p:nvSpPr>
          <p:spPr>
            <a:xfrm>
              <a:off x="-25094250" y="3179225"/>
              <a:ext cx="295400" cy="291450"/>
            </a:xfrm>
            <a:custGeom>
              <a:avLst/>
              <a:gdLst/>
              <a:ahLst/>
              <a:cxnLst/>
              <a:rect l="l" t="t" r="r" b="b"/>
              <a:pathLst>
                <a:path w="11816" h="11658" extrusionOk="0">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63"/>
            <p:cNvSpPr/>
            <p:nvPr/>
          </p:nvSpPr>
          <p:spPr>
            <a:xfrm>
              <a:off x="-24989225" y="3350975"/>
              <a:ext cx="87200" cy="122850"/>
            </a:xfrm>
            <a:custGeom>
              <a:avLst/>
              <a:gdLst/>
              <a:ahLst/>
              <a:cxnLst/>
              <a:rect l="l" t="t" r="r" b="b"/>
              <a:pathLst>
                <a:path w="3488" h="4914" extrusionOk="0">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4" name="Google Shape;5934;p63"/>
          <p:cNvGrpSpPr/>
          <p:nvPr/>
        </p:nvGrpSpPr>
        <p:grpSpPr>
          <a:xfrm>
            <a:off x="5282787" y="3173106"/>
            <a:ext cx="351910" cy="351880"/>
            <a:chOff x="-25094250" y="3547050"/>
            <a:chExt cx="295400" cy="295375"/>
          </a:xfrm>
        </p:grpSpPr>
        <p:sp>
          <p:nvSpPr>
            <p:cNvPr id="5935" name="Google Shape;5935;p63"/>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63"/>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63"/>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63"/>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63"/>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40" name="Google Shape;5940;p63"/>
          <p:cNvSpPr/>
          <p:nvPr/>
        </p:nvSpPr>
        <p:spPr>
          <a:xfrm>
            <a:off x="5282803" y="3678086"/>
            <a:ext cx="352833" cy="241864"/>
          </a:xfrm>
          <a:custGeom>
            <a:avLst/>
            <a:gdLst/>
            <a:ahLst/>
            <a:cxnLst/>
            <a:rect l="l" t="t" r="r" b="b"/>
            <a:pathLst>
              <a:path w="11847" h="8121" extrusionOk="0">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41" name="Google Shape;5941;p63"/>
          <p:cNvGrpSpPr/>
          <p:nvPr/>
        </p:nvGrpSpPr>
        <p:grpSpPr>
          <a:xfrm>
            <a:off x="7514864" y="2693698"/>
            <a:ext cx="352803" cy="352803"/>
            <a:chOff x="-23245675" y="3148525"/>
            <a:chExt cx="296150" cy="296150"/>
          </a:xfrm>
        </p:grpSpPr>
        <p:sp>
          <p:nvSpPr>
            <p:cNvPr id="5942" name="Google Shape;5942;p63"/>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63"/>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63"/>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45" name="Google Shape;5945;p63"/>
          <p:cNvSpPr/>
          <p:nvPr/>
        </p:nvSpPr>
        <p:spPr>
          <a:xfrm>
            <a:off x="7557046" y="3173040"/>
            <a:ext cx="269323" cy="351910"/>
          </a:xfrm>
          <a:custGeom>
            <a:avLst/>
            <a:gdLst/>
            <a:ahLst/>
            <a:cxnLst/>
            <a:rect l="l" t="t" r="r" b="b"/>
            <a:pathLst>
              <a:path w="9043" h="11816" extrusionOk="0">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46" name="Google Shape;5946;p63"/>
          <p:cNvGrpSpPr/>
          <p:nvPr/>
        </p:nvGrpSpPr>
        <p:grpSpPr>
          <a:xfrm>
            <a:off x="7515325" y="3622672"/>
            <a:ext cx="351880" cy="352803"/>
            <a:chOff x="-23244900" y="3888100"/>
            <a:chExt cx="295375" cy="296150"/>
          </a:xfrm>
        </p:grpSpPr>
        <p:sp>
          <p:nvSpPr>
            <p:cNvPr id="5947" name="Google Shape;5947;p63"/>
            <p:cNvSpPr/>
            <p:nvPr/>
          </p:nvSpPr>
          <p:spPr>
            <a:xfrm>
              <a:off x="-23106275" y="3958975"/>
              <a:ext cx="18150" cy="17350"/>
            </a:xfrm>
            <a:custGeom>
              <a:avLst/>
              <a:gdLst/>
              <a:ahLst/>
              <a:cxnLst/>
              <a:rect l="l" t="t" r="r" b="b"/>
              <a:pathLst>
                <a:path w="726" h="694" extrusionOk="0">
                  <a:moveTo>
                    <a:pt x="0" y="0"/>
                  </a:moveTo>
                  <a:lnTo>
                    <a:pt x="0" y="694"/>
                  </a:lnTo>
                  <a:lnTo>
                    <a:pt x="725" y="694"/>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63"/>
            <p:cNvSpPr/>
            <p:nvPr/>
          </p:nvSpPr>
          <p:spPr>
            <a:xfrm>
              <a:off x="-23106275" y="3992850"/>
              <a:ext cx="18150" cy="18125"/>
            </a:xfrm>
            <a:custGeom>
              <a:avLst/>
              <a:gdLst/>
              <a:ahLst/>
              <a:cxnLst/>
              <a:rect l="l" t="t" r="r" b="b"/>
              <a:pathLst>
                <a:path w="726" h="725" extrusionOk="0">
                  <a:moveTo>
                    <a:pt x="0" y="0"/>
                  </a:moveTo>
                  <a:lnTo>
                    <a:pt x="0" y="725"/>
                  </a:lnTo>
                  <a:lnTo>
                    <a:pt x="725" y="725"/>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63"/>
            <p:cNvSpPr/>
            <p:nvPr/>
          </p:nvSpPr>
          <p:spPr>
            <a:xfrm>
              <a:off x="-23106275" y="4062950"/>
              <a:ext cx="18150" cy="34675"/>
            </a:xfrm>
            <a:custGeom>
              <a:avLst/>
              <a:gdLst/>
              <a:ahLst/>
              <a:cxnLst/>
              <a:rect l="l" t="t" r="r" b="b"/>
              <a:pathLst>
                <a:path w="726" h="1387" extrusionOk="0">
                  <a:moveTo>
                    <a:pt x="0" y="0"/>
                  </a:moveTo>
                  <a:lnTo>
                    <a:pt x="0" y="1040"/>
                  </a:lnTo>
                  <a:cubicBezTo>
                    <a:pt x="0" y="1229"/>
                    <a:pt x="158" y="1386"/>
                    <a:pt x="379" y="1386"/>
                  </a:cubicBezTo>
                  <a:cubicBezTo>
                    <a:pt x="568" y="1386"/>
                    <a:pt x="725" y="1229"/>
                    <a:pt x="725" y="1040"/>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63"/>
            <p:cNvSpPr/>
            <p:nvPr/>
          </p:nvSpPr>
          <p:spPr>
            <a:xfrm>
              <a:off x="-23070825" y="3940850"/>
              <a:ext cx="52775" cy="26825"/>
            </a:xfrm>
            <a:custGeom>
              <a:avLst/>
              <a:gdLst/>
              <a:ahLst/>
              <a:cxnLst/>
              <a:rect l="l" t="t" r="r" b="b"/>
              <a:pathLst>
                <a:path w="2111" h="1073" extrusionOk="0">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63"/>
            <p:cNvSpPr/>
            <p:nvPr/>
          </p:nvSpPr>
          <p:spPr>
            <a:xfrm>
              <a:off x="-23106275" y="3923525"/>
              <a:ext cx="18150" cy="17350"/>
            </a:xfrm>
            <a:custGeom>
              <a:avLst/>
              <a:gdLst/>
              <a:ahLst/>
              <a:cxnLst/>
              <a:rect l="l" t="t" r="r" b="b"/>
              <a:pathLst>
                <a:path w="726" h="694" extrusionOk="0">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63"/>
            <p:cNvSpPr/>
            <p:nvPr/>
          </p:nvSpPr>
          <p:spPr>
            <a:xfrm>
              <a:off x="-23106275" y="4027500"/>
              <a:ext cx="18150" cy="18125"/>
            </a:xfrm>
            <a:custGeom>
              <a:avLst/>
              <a:gdLst/>
              <a:ahLst/>
              <a:cxnLst/>
              <a:rect l="l" t="t" r="r" b="b"/>
              <a:pathLst>
                <a:path w="726" h="725" extrusionOk="0">
                  <a:moveTo>
                    <a:pt x="0" y="0"/>
                  </a:moveTo>
                  <a:lnTo>
                    <a:pt x="0" y="725"/>
                  </a:lnTo>
                  <a:lnTo>
                    <a:pt x="725" y="725"/>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3" name="Google Shape;5953;p63"/>
            <p:cNvSpPr/>
            <p:nvPr/>
          </p:nvSpPr>
          <p:spPr>
            <a:xfrm>
              <a:off x="-23244900" y="3888100"/>
              <a:ext cx="295375" cy="296150"/>
            </a:xfrm>
            <a:custGeom>
              <a:avLst/>
              <a:gdLst/>
              <a:ahLst/>
              <a:cxnLst/>
              <a:rect l="l" t="t" r="r" b="b"/>
              <a:pathLst>
                <a:path w="11815" h="11846" extrusionOk="0">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4" name="Google Shape;5954;p63"/>
            <p:cNvSpPr/>
            <p:nvPr/>
          </p:nvSpPr>
          <p:spPr>
            <a:xfrm>
              <a:off x="-23070825" y="3975525"/>
              <a:ext cx="43325" cy="26800"/>
            </a:xfrm>
            <a:custGeom>
              <a:avLst/>
              <a:gdLst/>
              <a:ahLst/>
              <a:cxnLst/>
              <a:rect l="l" t="t" r="r" b="b"/>
              <a:pathLst>
                <a:path w="1733" h="1072" extrusionOk="0">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63"/>
            <p:cNvSpPr/>
            <p:nvPr/>
          </p:nvSpPr>
          <p:spPr>
            <a:xfrm>
              <a:off x="-23158250" y="4097600"/>
              <a:ext cx="121300" cy="52000"/>
            </a:xfrm>
            <a:custGeom>
              <a:avLst/>
              <a:gdLst/>
              <a:ahLst/>
              <a:cxnLst/>
              <a:rect l="l" t="t" r="r" b="b"/>
              <a:pathLst>
                <a:path w="4852" h="2080" extrusionOk="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63"/>
            <p:cNvSpPr/>
            <p:nvPr/>
          </p:nvSpPr>
          <p:spPr>
            <a:xfrm>
              <a:off x="-23176375" y="3940850"/>
              <a:ext cx="52800" cy="26825"/>
            </a:xfrm>
            <a:custGeom>
              <a:avLst/>
              <a:gdLst/>
              <a:ahLst/>
              <a:cxnLst/>
              <a:rect l="l" t="t" r="r" b="b"/>
              <a:pathLst>
                <a:path w="2112" h="1073" extrusionOk="0">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63"/>
            <p:cNvSpPr/>
            <p:nvPr/>
          </p:nvSpPr>
          <p:spPr>
            <a:xfrm>
              <a:off x="-23166125" y="3976300"/>
              <a:ext cx="44125" cy="26800"/>
            </a:xfrm>
            <a:custGeom>
              <a:avLst/>
              <a:gdLst/>
              <a:ahLst/>
              <a:cxnLst/>
              <a:rect l="l" t="t" r="r" b="b"/>
              <a:pathLst>
                <a:path w="1765" h="1072" extrusionOk="0">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58" name="Google Shape;5958;p63"/>
          <p:cNvSpPr/>
          <p:nvPr/>
        </p:nvSpPr>
        <p:spPr>
          <a:xfrm>
            <a:off x="6591589" y="4063538"/>
            <a:ext cx="353786" cy="353757"/>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63"/>
          <p:cNvSpPr txBox="1"/>
          <p:nvPr/>
        </p:nvSpPr>
        <p:spPr>
          <a:xfrm>
            <a:off x="826588" y="511017"/>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Educational Icons</a:t>
            </a:r>
            <a:endParaRPr sz="2400">
              <a:solidFill>
                <a:schemeClr val="lt1"/>
              </a:solidFill>
            </a:endParaRPr>
          </a:p>
        </p:txBody>
      </p:sp>
      <p:sp>
        <p:nvSpPr>
          <p:cNvPr id="5960" name="Google Shape;5960;p63"/>
          <p:cNvSpPr txBox="1"/>
          <p:nvPr/>
        </p:nvSpPr>
        <p:spPr>
          <a:xfrm>
            <a:off x="4835313" y="511017"/>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Medical Icons</a:t>
            </a:r>
            <a:endParaRPr sz="24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5964"/>
        <p:cNvGrpSpPr/>
        <p:nvPr/>
      </p:nvGrpSpPr>
      <p:grpSpPr>
        <a:xfrm>
          <a:off x="0" y="0"/>
          <a:ext cx="0" cy="0"/>
          <a:chOff x="0" y="0"/>
          <a:chExt cx="0" cy="0"/>
        </a:xfrm>
      </p:grpSpPr>
      <p:sp>
        <p:nvSpPr>
          <p:cNvPr id="5965" name="Google Shape;5965;p64"/>
          <p:cNvSpPr/>
          <p:nvPr/>
        </p:nvSpPr>
        <p:spPr>
          <a:xfrm>
            <a:off x="832529" y="1377078"/>
            <a:ext cx="367261" cy="366364"/>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66" name="Google Shape;5966;p64"/>
          <p:cNvGrpSpPr/>
          <p:nvPr/>
        </p:nvGrpSpPr>
        <p:grpSpPr>
          <a:xfrm>
            <a:off x="832654" y="1819647"/>
            <a:ext cx="367261" cy="367261"/>
            <a:chOff x="-65145700" y="3727425"/>
            <a:chExt cx="317425" cy="317425"/>
          </a:xfrm>
        </p:grpSpPr>
        <p:sp>
          <p:nvSpPr>
            <p:cNvPr id="5967" name="Google Shape;5967;p64"/>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64"/>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9" name="Google Shape;5969;p64"/>
          <p:cNvGrpSpPr/>
          <p:nvPr/>
        </p:nvGrpSpPr>
        <p:grpSpPr>
          <a:xfrm>
            <a:off x="835851" y="2248561"/>
            <a:ext cx="360868" cy="367261"/>
            <a:chOff x="-65144125" y="4094450"/>
            <a:chExt cx="311900" cy="317425"/>
          </a:xfrm>
        </p:grpSpPr>
        <p:sp>
          <p:nvSpPr>
            <p:cNvPr id="5970" name="Google Shape;5970;p64"/>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64"/>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64"/>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73" name="Google Shape;5973;p64"/>
          <p:cNvSpPr/>
          <p:nvPr/>
        </p:nvSpPr>
        <p:spPr>
          <a:xfrm>
            <a:off x="3040079" y="1375704"/>
            <a:ext cx="369083" cy="369112"/>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74" name="Google Shape;5974;p64"/>
          <p:cNvGrpSpPr/>
          <p:nvPr/>
        </p:nvGrpSpPr>
        <p:grpSpPr>
          <a:xfrm>
            <a:off x="3039420" y="1819256"/>
            <a:ext cx="370645" cy="368042"/>
            <a:chOff x="-63250675" y="3744075"/>
            <a:chExt cx="320350" cy="318100"/>
          </a:xfrm>
        </p:grpSpPr>
        <p:sp>
          <p:nvSpPr>
            <p:cNvPr id="5975" name="Google Shape;5975;p64"/>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6" name="Google Shape;5976;p64"/>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64"/>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8" name="Google Shape;5978;p64"/>
          <p:cNvGrpSpPr/>
          <p:nvPr/>
        </p:nvGrpSpPr>
        <p:grpSpPr>
          <a:xfrm>
            <a:off x="3041112" y="2248561"/>
            <a:ext cx="367261" cy="367261"/>
            <a:chOff x="-63250675" y="4110200"/>
            <a:chExt cx="317425" cy="317425"/>
          </a:xfrm>
        </p:grpSpPr>
        <p:sp>
          <p:nvSpPr>
            <p:cNvPr id="5979" name="Google Shape;5979;p64"/>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64"/>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64"/>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64"/>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64"/>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64"/>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64"/>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64"/>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7" name="Google Shape;5987;p64"/>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8" name="Google Shape;5988;p64"/>
          <p:cNvGrpSpPr/>
          <p:nvPr/>
        </p:nvGrpSpPr>
        <p:grpSpPr>
          <a:xfrm>
            <a:off x="1720159" y="2745656"/>
            <a:ext cx="359075" cy="358844"/>
            <a:chOff x="-61351725" y="3372400"/>
            <a:chExt cx="310350" cy="310150"/>
          </a:xfrm>
        </p:grpSpPr>
        <p:sp>
          <p:nvSpPr>
            <p:cNvPr id="5989" name="Google Shape;5989;p64"/>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64"/>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64"/>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2" name="Google Shape;5992;p64"/>
          <p:cNvGrpSpPr/>
          <p:nvPr/>
        </p:nvGrpSpPr>
        <p:grpSpPr>
          <a:xfrm>
            <a:off x="1716514" y="3208713"/>
            <a:ext cx="366364" cy="333534"/>
            <a:chOff x="-61354875" y="3751050"/>
            <a:chExt cx="316650" cy="288275"/>
          </a:xfrm>
        </p:grpSpPr>
        <p:sp>
          <p:nvSpPr>
            <p:cNvPr id="5993" name="Google Shape;5993;p64"/>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64"/>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64"/>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6" name="Google Shape;5996;p64"/>
          <p:cNvGrpSpPr/>
          <p:nvPr/>
        </p:nvGrpSpPr>
        <p:grpSpPr>
          <a:xfrm>
            <a:off x="1716514" y="3650352"/>
            <a:ext cx="366364" cy="367290"/>
            <a:chOff x="-61354875" y="4101525"/>
            <a:chExt cx="316650" cy="317450"/>
          </a:xfrm>
        </p:grpSpPr>
        <p:sp>
          <p:nvSpPr>
            <p:cNvPr id="5997" name="Google Shape;5997;p64"/>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64"/>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9" name="Google Shape;5999;p64"/>
          <p:cNvGrpSpPr/>
          <p:nvPr/>
        </p:nvGrpSpPr>
        <p:grpSpPr>
          <a:xfrm>
            <a:off x="3932949" y="2742228"/>
            <a:ext cx="368157" cy="365699"/>
            <a:chOff x="-59470075" y="3308975"/>
            <a:chExt cx="318200" cy="316075"/>
          </a:xfrm>
        </p:grpSpPr>
        <p:sp>
          <p:nvSpPr>
            <p:cNvPr id="6000" name="Google Shape;6000;p64"/>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64"/>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64"/>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64"/>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64"/>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64"/>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64"/>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64"/>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8" name="Google Shape;6008;p64"/>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9" name="Google Shape;6009;p64"/>
          <p:cNvGrpSpPr/>
          <p:nvPr/>
        </p:nvGrpSpPr>
        <p:grpSpPr>
          <a:xfrm>
            <a:off x="1278379" y="1377933"/>
            <a:ext cx="367261" cy="364686"/>
            <a:chOff x="-64781025" y="3361050"/>
            <a:chExt cx="317425" cy="315200"/>
          </a:xfrm>
        </p:grpSpPr>
        <p:sp>
          <p:nvSpPr>
            <p:cNvPr id="6010" name="Google Shape;6010;p64"/>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64"/>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64"/>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64"/>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14" name="Google Shape;6014;p64"/>
          <p:cNvSpPr/>
          <p:nvPr/>
        </p:nvSpPr>
        <p:spPr>
          <a:xfrm>
            <a:off x="1278254" y="1820539"/>
            <a:ext cx="367261" cy="365438"/>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5" name="Google Shape;6015;p64"/>
          <p:cNvSpPr/>
          <p:nvPr/>
        </p:nvSpPr>
        <p:spPr>
          <a:xfrm>
            <a:off x="1305588" y="2248541"/>
            <a:ext cx="312592" cy="367261"/>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6" name="Google Shape;6016;p64"/>
          <p:cNvSpPr/>
          <p:nvPr/>
        </p:nvSpPr>
        <p:spPr>
          <a:xfrm>
            <a:off x="3490873" y="1417182"/>
            <a:ext cx="366335" cy="286155"/>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7" name="Google Shape;6017;p64"/>
          <p:cNvGrpSpPr/>
          <p:nvPr/>
        </p:nvGrpSpPr>
        <p:grpSpPr>
          <a:xfrm>
            <a:off x="3482779" y="1819372"/>
            <a:ext cx="382765" cy="367810"/>
            <a:chOff x="-62890750" y="3747425"/>
            <a:chExt cx="330825" cy="317900"/>
          </a:xfrm>
        </p:grpSpPr>
        <p:sp>
          <p:nvSpPr>
            <p:cNvPr id="6018" name="Google Shape;6018;p64"/>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64"/>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64"/>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64"/>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64"/>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64"/>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64"/>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64"/>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64"/>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64"/>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64"/>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64"/>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64"/>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1" name="Google Shape;6031;p64"/>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2" name="Google Shape;6032;p64"/>
          <p:cNvGrpSpPr/>
          <p:nvPr/>
        </p:nvGrpSpPr>
        <p:grpSpPr>
          <a:xfrm>
            <a:off x="3490531" y="2249009"/>
            <a:ext cx="367261" cy="366364"/>
            <a:chOff x="-62884425" y="4111775"/>
            <a:chExt cx="317425" cy="316650"/>
          </a:xfrm>
        </p:grpSpPr>
        <p:sp>
          <p:nvSpPr>
            <p:cNvPr id="6033" name="Google Shape;6033;p64"/>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64"/>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5" name="Google Shape;6035;p64"/>
          <p:cNvGrpSpPr/>
          <p:nvPr/>
        </p:nvGrpSpPr>
        <p:grpSpPr>
          <a:xfrm>
            <a:off x="2163165" y="2745078"/>
            <a:ext cx="365438" cy="360001"/>
            <a:chOff x="-60991775" y="3376900"/>
            <a:chExt cx="315850" cy="311150"/>
          </a:xfrm>
        </p:grpSpPr>
        <p:sp>
          <p:nvSpPr>
            <p:cNvPr id="6036" name="Google Shape;6036;p64"/>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64"/>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64"/>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9" name="Google Shape;6039;p64"/>
          <p:cNvGrpSpPr/>
          <p:nvPr/>
        </p:nvGrpSpPr>
        <p:grpSpPr>
          <a:xfrm>
            <a:off x="2162702" y="3195942"/>
            <a:ext cx="366364" cy="359075"/>
            <a:chOff x="-60988625" y="3740800"/>
            <a:chExt cx="316650" cy="310350"/>
          </a:xfrm>
        </p:grpSpPr>
        <p:sp>
          <p:nvSpPr>
            <p:cNvPr id="6040" name="Google Shape;6040;p64"/>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1" name="Google Shape;6041;p64"/>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2" name="Google Shape;6042;p64"/>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3" name="Google Shape;6043;p64"/>
          <p:cNvGrpSpPr/>
          <p:nvPr/>
        </p:nvGrpSpPr>
        <p:grpSpPr>
          <a:xfrm>
            <a:off x="2162702" y="3651393"/>
            <a:ext cx="366364" cy="365207"/>
            <a:chOff x="-60987850" y="4100950"/>
            <a:chExt cx="316650" cy="315650"/>
          </a:xfrm>
        </p:grpSpPr>
        <p:sp>
          <p:nvSpPr>
            <p:cNvPr id="6044" name="Google Shape;6044;p64"/>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64"/>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6" name="Google Shape;6046;p64"/>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7" name="Google Shape;6047;p64"/>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64"/>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9" name="Google Shape;6049;p64"/>
          <p:cNvGrpSpPr/>
          <p:nvPr/>
        </p:nvGrpSpPr>
        <p:grpSpPr>
          <a:xfrm>
            <a:off x="3932486" y="3196853"/>
            <a:ext cx="369083" cy="357253"/>
            <a:chOff x="-59447250" y="3706150"/>
            <a:chExt cx="319000" cy="308775"/>
          </a:xfrm>
        </p:grpSpPr>
        <p:sp>
          <p:nvSpPr>
            <p:cNvPr id="6050" name="Google Shape;6050;p64"/>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64"/>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64"/>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3" name="Google Shape;6053;p64"/>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4" name="Google Shape;6054;p64"/>
          <p:cNvGrpSpPr/>
          <p:nvPr/>
        </p:nvGrpSpPr>
        <p:grpSpPr>
          <a:xfrm>
            <a:off x="1721214" y="1378164"/>
            <a:ext cx="368186" cy="364224"/>
            <a:chOff x="-64406125" y="3362225"/>
            <a:chExt cx="318225" cy="314800"/>
          </a:xfrm>
        </p:grpSpPr>
        <p:sp>
          <p:nvSpPr>
            <p:cNvPr id="6055" name="Google Shape;6055;p64"/>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64"/>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57" name="Google Shape;6057;p64"/>
          <p:cNvSpPr/>
          <p:nvPr/>
        </p:nvSpPr>
        <p:spPr>
          <a:xfrm>
            <a:off x="1784421" y="1819628"/>
            <a:ext cx="241524" cy="367261"/>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58" name="Google Shape;6058;p64"/>
          <p:cNvGrpSpPr/>
          <p:nvPr/>
        </p:nvGrpSpPr>
        <p:grpSpPr>
          <a:xfrm>
            <a:off x="1721677" y="2249009"/>
            <a:ext cx="367261" cy="366364"/>
            <a:chOff x="-64410850" y="4094450"/>
            <a:chExt cx="317425" cy="316650"/>
          </a:xfrm>
        </p:grpSpPr>
        <p:sp>
          <p:nvSpPr>
            <p:cNvPr id="6059" name="Google Shape;6059;p64"/>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0" name="Google Shape;6060;p64"/>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1" name="Google Shape;6061;p64"/>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2" name="Google Shape;6062;p64"/>
          <p:cNvSpPr/>
          <p:nvPr/>
        </p:nvSpPr>
        <p:spPr>
          <a:xfrm>
            <a:off x="3965897" y="1376528"/>
            <a:ext cx="319882" cy="36746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63" name="Google Shape;6063;p64"/>
          <p:cNvGrpSpPr/>
          <p:nvPr/>
        </p:nvGrpSpPr>
        <p:grpSpPr>
          <a:xfrm>
            <a:off x="3943225" y="1819083"/>
            <a:ext cx="365467" cy="368389"/>
            <a:chOff x="-62516625" y="3743175"/>
            <a:chExt cx="315875" cy="318400"/>
          </a:xfrm>
        </p:grpSpPr>
        <p:sp>
          <p:nvSpPr>
            <p:cNvPr id="6064" name="Google Shape;6064;p64"/>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64"/>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6" name="Google Shape;6066;p64"/>
          <p:cNvGrpSpPr/>
          <p:nvPr/>
        </p:nvGrpSpPr>
        <p:grpSpPr>
          <a:xfrm>
            <a:off x="3950065" y="2269054"/>
            <a:ext cx="351786" cy="326274"/>
            <a:chOff x="-62511900" y="4129100"/>
            <a:chExt cx="304050" cy="282000"/>
          </a:xfrm>
        </p:grpSpPr>
        <p:sp>
          <p:nvSpPr>
            <p:cNvPr id="6067" name="Google Shape;6067;p64"/>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8" name="Google Shape;6068;p64"/>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9" name="Google Shape;6069;p64"/>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0" name="Google Shape;6070;p64"/>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1" name="Google Shape;6071;p64"/>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2" name="Google Shape;6072;p64"/>
          <p:cNvGrpSpPr/>
          <p:nvPr/>
        </p:nvGrpSpPr>
        <p:grpSpPr>
          <a:xfrm>
            <a:off x="2628187" y="2741448"/>
            <a:ext cx="310770" cy="367261"/>
            <a:chOff x="-60597975" y="3367475"/>
            <a:chExt cx="268600" cy="317425"/>
          </a:xfrm>
        </p:grpSpPr>
        <p:sp>
          <p:nvSpPr>
            <p:cNvPr id="6073" name="Google Shape;6073;p64"/>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64"/>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64"/>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6" name="Google Shape;6076;p64"/>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7" name="Google Shape;6077;p64"/>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8" name="Google Shape;6078;p64"/>
          <p:cNvSpPr/>
          <p:nvPr/>
        </p:nvSpPr>
        <p:spPr>
          <a:xfrm>
            <a:off x="2598914" y="3192959"/>
            <a:ext cx="369083" cy="365005"/>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79" name="Google Shape;6079;p64"/>
          <p:cNvGrpSpPr/>
          <p:nvPr/>
        </p:nvGrpSpPr>
        <p:grpSpPr>
          <a:xfrm>
            <a:off x="2600390" y="3702764"/>
            <a:ext cx="366364" cy="262465"/>
            <a:chOff x="-60621600" y="4145650"/>
            <a:chExt cx="316650" cy="226850"/>
          </a:xfrm>
        </p:grpSpPr>
        <p:sp>
          <p:nvSpPr>
            <p:cNvPr id="6080" name="Google Shape;6080;p64"/>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64"/>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2" name="Google Shape;6082;p64"/>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3" name="Google Shape;6083;p64"/>
          <p:cNvGrpSpPr/>
          <p:nvPr/>
        </p:nvGrpSpPr>
        <p:grpSpPr>
          <a:xfrm>
            <a:off x="3937042" y="3651263"/>
            <a:ext cx="359972" cy="365467"/>
            <a:chOff x="-59400775" y="4084200"/>
            <a:chExt cx="311125" cy="315875"/>
          </a:xfrm>
        </p:grpSpPr>
        <p:sp>
          <p:nvSpPr>
            <p:cNvPr id="6084" name="Google Shape;6084;p64"/>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64"/>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64"/>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64"/>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64"/>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9" name="Google Shape;6089;p64"/>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0" name="Google Shape;6090;p64"/>
          <p:cNvGrpSpPr/>
          <p:nvPr/>
        </p:nvGrpSpPr>
        <p:grpSpPr>
          <a:xfrm>
            <a:off x="2161136" y="1377094"/>
            <a:ext cx="365438" cy="366364"/>
            <a:chOff x="-64044600" y="3360375"/>
            <a:chExt cx="315850" cy="316650"/>
          </a:xfrm>
        </p:grpSpPr>
        <p:sp>
          <p:nvSpPr>
            <p:cNvPr id="6091" name="Google Shape;6091;p64"/>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2" name="Google Shape;6092;p64"/>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3" name="Google Shape;6093;p64"/>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4" name="Google Shape;6094;p64"/>
          <p:cNvGrpSpPr/>
          <p:nvPr/>
        </p:nvGrpSpPr>
        <p:grpSpPr>
          <a:xfrm>
            <a:off x="2187559" y="1819647"/>
            <a:ext cx="312592" cy="367261"/>
            <a:chOff x="-64022550" y="3727425"/>
            <a:chExt cx="270175" cy="317425"/>
          </a:xfrm>
        </p:grpSpPr>
        <p:sp>
          <p:nvSpPr>
            <p:cNvPr id="6095" name="Google Shape;6095;p64"/>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6" name="Google Shape;6096;p64"/>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7" name="Google Shape;6097;p64"/>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8" name="Google Shape;6098;p64"/>
          <p:cNvGrpSpPr/>
          <p:nvPr/>
        </p:nvGrpSpPr>
        <p:grpSpPr>
          <a:xfrm>
            <a:off x="2211697" y="2248547"/>
            <a:ext cx="264317" cy="367290"/>
            <a:chOff x="-64001300" y="4093650"/>
            <a:chExt cx="228450" cy="317450"/>
          </a:xfrm>
        </p:grpSpPr>
        <p:sp>
          <p:nvSpPr>
            <p:cNvPr id="6099" name="Google Shape;6099;p64"/>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64"/>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64"/>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2" name="Google Shape;6102;p64"/>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3" name="Google Shape;6103;p64"/>
          <p:cNvGrpSpPr/>
          <p:nvPr/>
        </p:nvGrpSpPr>
        <p:grpSpPr>
          <a:xfrm>
            <a:off x="830701" y="2741838"/>
            <a:ext cx="359972" cy="366480"/>
            <a:chOff x="-62148800" y="3377700"/>
            <a:chExt cx="311125" cy="316750"/>
          </a:xfrm>
        </p:grpSpPr>
        <p:sp>
          <p:nvSpPr>
            <p:cNvPr id="6104" name="Google Shape;6104;p64"/>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64"/>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6" name="Google Shape;6106;p64"/>
          <p:cNvGrpSpPr/>
          <p:nvPr/>
        </p:nvGrpSpPr>
        <p:grpSpPr>
          <a:xfrm>
            <a:off x="826608" y="3191835"/>
            <a:ext cx="368157" cy="367290"/>
            <a:chOff x="-62154300" y="3743950"/>
            <a:chExt cx="318200" cy="317450"/>
          </a:xfrm>
        </p:grpSpPr>
        <p:sp>
          <p:nvSpPr>
            <p:cNvPr id="6107" name="Google Shape;6107;p64"/>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64"/>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9" name="Google Shape;6109;p64"/>
          <p:cNvGrpSpPr/>
          <p:nvPr/>
        </p:nvGrpSpPr>
        <p:grpSpPr>
          <a:xfrm>
            <a:off x="826594" y="3650815"/>
            <a:ext cx="368186" cy="366364"/>
            <a:chOff x="-62151950" y="4111775"/>
            <a:chExt cx="318225" cy="316650"/>
          </a:xfrm>
        </p:grpSpPr>
        <p:sp>
          <p:nvSpPr>
            <p:cNvPr id="6110" name="Google Shape;6110;p64"/>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1" name="Google Shape;6111;p64"/>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64"/>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3" name="Google Shape;6113;p64"/>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14" name="Google Shape;6114;p64"/>
          <p:cNvGrpSpPr/>
          <p:nvPr/>
        </p:nvGrpSpPr>
        <p:grpSpPr>
          <a:xfrm>
            <a:off x="3045218" y="2741361"/>
            <a:ext cx="368157" cy="367434"/>
            <a:chOff x="-60254550" y="3367325"/>
            <a:chExt cx="318200" cy="317575"/>
          </a:xfrm>
        </p:grpSpPr>
        <p:sp>
          <p:nvSpPr>
            <p:cNvPr id="6115" name="Google Shape;6115;p64"/>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64"/>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64"/>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8" name="Google Shape;6118;p64"/>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19" name="Google Shape;6119;p64"/>
          <p:cNvGrpSpPr/>
          <p:nvPr/>
        </p:nvGrpSpPr>
        <p:grpSpPr>
          <a:xfrm>
            <a:off x="3046115" y="3192355"/>
            <a:ext cx="366364" cy="366248"/>
            <a:chOff x="-60255350" y="3733825"/>
            <a:chExt cx="316650" cy="316550"/>
          </a:xfrm>
        </p:grpSpPr>
        <p:sp>
          <p:nvSpPr>
            <p:cNvPr id="6120" name="Google Shape;6120;p64"/>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1" name="Google Shape;6121;p64"/>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2" name="Google Shape;6122;p64"/>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3" name="Google Shape;6123;p64"/>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4" name="Google Shape;6124;p64"/>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5" name="Google Shape;6125;p64"/>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6" name="Google Shape;6126;p64"/>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27" name="Google Shape;6127;p64"/>
          <p:cNvGrpSpPr/>
          <p:nvPr/>
        </p:nvGrpSpPr>
        <p:grpSpPr>
          <a:xfrm>
            <a:off x="3073912" y="3651263"/>
            <a:ext cx="310770" cy="365467"/>
            <a:chOff x="-60232500" y="4101525"/>
            <a:chExt cx="268600" cy="315875"/>
          </a:xfrm>
        </p:grpSpPr>
        <p:sp>
          <p:nvSpPr>
            <p:cNvPr id="6128" name="Google Shape;6128;p64"/>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9" name="Google Shape;6129;p64"/>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30" name="Google Shape;6130;p64"/>
          <p:cNvSpPr/>
          <p:nvPr/>
        </p:nvSpPr>
        <p:spPr>
          <a:xfrm>
            <a:off x="2161686" y="4120197"/>
            <a:ext cx="366335" cy="36729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31" name="Google Shape;6131;p64"/>
          <p:cNvGrpSpPr/>
          <p:nvPr/>
        </p:nvGrpSpPr>
        <p:grpSpPr>
          <a:xfrm>
            <a:off x="2606912" y="1377094"/>
            <a:ext cx="368186" cy="366364"/>
            <a:chOff x="-63679950" y="3360375"/>
            <a:chExt cx="318225" cy="316650"/>
          </a:xfrm>
        </p:grpSpPr>
        <p:sp>
          <p:nvSpPr>
            <p:cNvPr id="6132" name="Google Shape;6132;p64"/>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3" name="Google Shape;6133;p64"/>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4" name="Google Shape;6134;p64"/>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64"/>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36" name="Google Shape;6136;p64"/>
          <p:cNvSpPr/>
          <p:nvPr/>
        </p:nvSpPr>
        <p:spPr>
          <a:xfrm>
            <a:off x="2605879" y="1819397"/>
            <a:ext cx="370009" cy="367724"/>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37" name="Google Shape;6137;p64"/>
          <p:cNvGrpSpPr/>
          <p:nvPr/>
        </p:nvGrpSpPr>
        <p:grpSpPr>
          <a:xfrm>
            <a:off x="2605539" y="2248431"/>
            <a:ext cx="370934" cy="367521"/>
            <a:chOff x="-63679950" y="4093450"/>
            <a:chExt cx="320600" cy="317650"/>
          </a:xfrm>
        </p:grpSpPr>
        <p:sp>
          <p:nvSpPr>
            <p:cNvPr id="6138" name="Google Shape;6138;p64"/>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64"/>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0" name="Google Shape;6140;p64"/>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1" name="Google Shape;6141;p64"/>
          <p:cNvGrpSpPr/>
          <p:nvPr/>
        </p:nvGrpSpPr>
        <p:grpSpPr>
          <a:xfrm>
            <a:off x="1265656" y="2741433"/>
            <a:ext cx="366364" cy="367290"/>
            <a:chOff x="-61784125" y="3377700"/>
            <a:chExt cx="316650" cy="317450"/>
          </a:xfrm>
        </p:grpSpPr>
        <p:sp>
          <p:nvSpPr>
            <p:cNvPr id="6142" name="Google Shape;6142;p64"/>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64"/>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4" name="Google Shape;6144;p64"/>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5" name="Google Shape;6145;p64"/>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6" name="Google Shape;6146;p64"/>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7" name="Google Shape;6147;p64"/>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64"/>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9" name="Google Shape;6149;p64"/>
          <p:cNvGrpSpPr/>
          <p:nvPr/>
        </p:nvGrpSpPr>
        <p:grpSpPr>
          <a:xfrm>
            <a:off x="1265656" y="3191835"/>
            <a:ext cx="366364" cy="367290"/>
            <a:chOff x="-61783350" y="3743950"/>
            <a:chExt cx="316650" cy="317450"/>
          </a:xfrm>
        </p:grpSpPr>
        <p:sp>
          <p:nvSpPr>
            <p:cNvPr id="6150" name="Google Shape;6150;p64"/>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1" name="Google Shape;6151;p64"/>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2" name="Google Shape;6152;p64"/>
          <p:cNvSpPr/>
          <p:nvPr/>
        </p:nvSpPr>
        <p:spPr>
          <a:xfrm>
            <a:off x="1265537" y="3650636"/>
            <a:ext cx="366364" cy="366682"/>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3" name="Google Shape;6153;p64"/>
          <p:cNvSpPr/>
          <p:nvPr/>
        </p:nvSpPr>
        <p:spPr>
          <a:xfrm>
            <a:off x="3488339" y="2751280"/>
            <a:ext cx="366364" cy="347563"/>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64"/>
          <p:cNvSpPr/>
          <p:nvPr/>
        </p:nvSpPr>
        <p:spPr>
          <a:xfrm>
            <a:off x="3487428" y="3231921"/>
            <a:ext cx="368186" cy="287081"/>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55" name="Google Shape;6155;p64"/>
          <p:cNvGrpSpPr/>
          <p:nvPr/>
        </p:nvGrpSpPr>
        <p:grpSpPr>
          <a:xfrm>
            <a:off x="3487080" y="3651668"/>
            <a:ext cx="369112" cy="364657"/>
            <a:chOff x="-59869425" y="4102225"/>
            <a:chExt cx="319025" cy="315175"/>
          </a:xfrm>
        </p:grpSpPr>
        <p:sp>
          <p:nvSpPr>
            <p:cNvPr id="6156" name="Google Shape;6156;p64"/>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64"/>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64"/>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9" name="Google Shape;6159;p64"/>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60" name="Google Shape;6160;p64"/>
          <p:cNvGrpSpPr/>
          <p:nvPr/>
        </p:nvGrpSpPr>
        <p:grpSpPr>
          <a:xfrm>
            <a:off x="2605883" y="4120490"/>
            <a:ext cx="366364" cy="365467"/>
            <a:chOff x="-59029025" y="3711650"/>
            <a:chExt cx="316650" cy="315875"/>
          </a:xfrm>
        </p:grpSpPr>
        <p:sp>
          <p:nvSpPr>
            <p:cNvPr id="6161" name="Google Shape;6161;p64"/>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64"/>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64"/>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64"/>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64"/>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6" name="Google Shape;6166;p64"/>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7" name="Google Shape;6167;p64"/>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68" name="Google Shape;6168;p64"/>
          <p:cNvGrpSpPr/>
          <p:nvPr/>
        </p:nvGrpSpPr>
        <p:grpSpPr>
          <a:xfrm>
            <a:off x="4841373" y="1398014"/>
            <a:ext cx="351940" cy="348188"/>
            <a:chOff x="581525" y="3254850"/>
            <a:chExt cx="297750" cy="294575"/>
          </a:xfrm>
        </p:grpSpPr>
        <p:sp>
          <p:nvSpPr>
            <p:cNvPr id="6169" name="Google Shape;6169;p64"/>
            <p:cNvSpPr/>
            <p:nvPr/>
          </p:nvSpPr>
          <p:spPr>
            <a:xfrm>
              <a:off x="616950" y="3358025"/>
              <a:ext cx="89025" cy="86650"/>
            </a:xfrm>
            <a:custGeom>
              <a:avLst/>
              <a:gdLst/>
              <a:ahLst/>
              <a:cxnLst/>
              <a:rect l="l" t="t" r="r" b="b"/>
              <a:pathLst>
                <a:path w="3561"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64"/>
            <p:cNvSpPr/>
            <p:nvPr/>
          </p:nvSpPr>
          <p:spPr>
            <a:xfrm>
              <a:off x="721725" y="3254850"/>
              <a:ext cx="157550" cy="155975"/>
            </a:xfrm>
            <a:custGeom>
              <a:avLst/>
              <a:gdLst/>
              <a:ahLst/>
              <a:cxnLst/>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1" name="Google Shape;6171;p64"/>
            <p:cNvSpPr/>
            <p:nvPr/>
          </p:nvSpPr>
          <p:spPr>
            <a:xfrm>
              <a:off x="581525" y="3440725"/>
              <a:ext cx="157550" cy="108700"/>
            </a:xfrm>
            <a:custGeom>
              <a:avLst/>
              <a:gdLst/>
              <a:ahLst/>
              <a:cxnLst/>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2" name="Google Shape;6172;p64"/>
          <p:cNvGrpSpPr/>
          <p:nvPr/>
        </p:nvGrpSpPr>
        <p:grpSpPr>
          <a:xfrm>
            <a:off x="4840442" y="1836950"/>
            <a:ext cx="353802" cy="351497"/>
            <a:chOff x="580725" y="3617925"/>
            <a:chExt cx="299325" cy="297375"/>
          </a:xfrm>
        </p:grpSpPr>
        <p:sp>
          <p:nvSpPr>
            <p:cNvPr id="6173" name="Google Shape;6173;p64"/>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4" name="Google Shape;6174;p64"/>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5" name="Google Shape;6175;p64"/>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6" name="Google Shape;6176;p64"/>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7" name="Google Shape;6177;p64"/>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8" name="Google Shape;6178;p64"/>
          <p:cNvGrpSpPr/>
          <p:nvPr/>
        </p:nvGrpSpPr>
        <p:grpSpPr>
          <a:xfrm>
            <a:off x="4842304" y="2284140"/>
            <a:ext cx="350079" cy="350079"/>
            <a:chOff x="583100" y="3982600"/>
            <a:chExt cx="296175" cy="296175"/>
          </a:xfrm>
        </p:grpSpPr>
        <p:sp>
          <p:nvSpPr>
            <p:cNvPr id="6179" name="Google Shape;6179;p64"/>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0" name="Google Shape;6180;p64"/>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64"/>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64"/>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3" name="Google Shape;6183;p64"/>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4" name="Google Shape;6184;p64"/>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5" name="Google Shape;6185;p64"/>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86" name="Google Shape;6186;p64"/>
          <p:cNvGrpSpPr/>
          <p:nvPr/>
        </p:nvGrpSpPr>
        <p:grpSpPr>
          <a:xfrm>
            <a:off x="7074918" y="1397764"/>
            <a:ext cx="307231" cy="348690"/>
            <a:chOff x="2423775" y="3226875"/>
            <a:chExt cx="259925" cy="295000"/>
          </a:xfrm>
        </p:grpSpPr>
        <p:sp>
          <p:nvSpPr>
            <p:cNvPr id="6187" name="Google Shape;6187;p64"/>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8" name="Google Shape;6188;p64"/>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64"/>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0" name="Google Shape;6190;p64"/>
          <p:cNvGrpSpPr/>
          <p:nvPr/>
        </p:nvGrpSpPr>
        <p:grpSpPr>
          <a:xfrm>
            <a:off x="7052106" y="1839049"/>
            <a:ext cx="352857" cy="347301"/>
            <a:chOff x="2404875" y="3592725"/>
            <a:chExt cx="298525" cy="293825"/>
          </a:xfrm>
        </p:grpSpPr>
        <p:sp>
          <p:nvSpPr>
            <p:cNvPr id="6191" name="Google Shape;6191;p64"/>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64"/>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3" name="Google Shape;6193;p64"/>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4" name="Google Shape;6194;p64"/>
          <p:cNvGrpSpPr/>
          <p:nvPr/>
        </p:nvGrpSpPr>
        <p:grpSpPr>
          <a:xfrm>
            <a:off x="7053036" y="2284614"/>
            <a:ext cx="350995" cy="349133"/>
            <a:chOff x="2404875" y="3955825"/>
            <a:chExt cx="296950" cy="295375"/>
          </a:xfrm>
        </p:grpSpPr>
        <p:sp>
          <p:nvSpPr>
            <p:cNvPr id="6195" name="Google Shape;6195;p64"/>
            <p:cNvSpPr/>
            <p:nvPr/>
          </p:nvSpPr>
          <p:spPr>
            <a:xfrm>
              <a:off x="2404875" y="3955825"/>
              <a:ext cx="219775" cy="224500"/>
            </a:xfrm>
            <a:custGeom>
              <a:avLst/>
              <a:gdLst/>
              <a:ahLst/>
              <a:cxnLst/>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6" name="Google Shape;6196;p64"/>
            <p:cNvSpPr/>
            <p:nvPr/>
          </p:nvSpPr>
          <p:spPr>
            <a:xfrm>
              <a:off x="2510400" y="4024075"/>
              <a:ext cx="191425" cy="87575"/>
            </a:xfrm>
            <a:custGeom>
              <a:avLst/>
              <a:gdLst/>
              <a:ahLst/>
              <a:cxnLst/>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7" name="Google Shape;6197;p64"/>
            <p:cNvSpPr/>
            <p:nvPr/>
          </p:nvSpPr>
          <p:spPr>
            <a:xfrm>
              <a:off x="2424550" y="4188175"/>
              <a:ext cx="189050" cy="63025"/>
            </a:xfrm>
            <a:custGeom>
              <a:avLst/>
              <a:gdLst/>
              <a:ahLst/>
              <a:cxnLst/>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64"/>
            <p:cNvSpPr/>
            <p:nvPr/>
          </p:nvSpPr>
          <p:spPr>
            <a:xfrm>
              <a:off x="2457625" y="4007025"/>
              <a:ext cx="115025" cy="122100"/>
            </a:xfrm>
            <a:custGeom>
              <a:avLst/>
              <a:gdLst/>
              <a:ahLst/>
              <a:cxnLst/>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9" name="Google Shape;6199;p64"/>
          <p:cNvGrpSpPr/>
          <p:nvPr/>
        </p:nvGrpSpPr>
        <p:grpSpPr>
          <a:xfrm>
            <a:off x="5747016" y="2748808"/>
            <a:ext cx="349163" cy="350079"/>
            <a:chOff x="4263650" y="3235150"/>
            <a:chExt cx="295400" cy="296175"/>
          </a:xfrm>
        </p:grpSpPr>
        <p:sp>
          <p:nvSpPr>
            <p:cNvPr id="6200" name="Google Shape;6200;p64"/>
            <p:cNvSpPr/>
            <p:nvPr/>
          </p:nvSpPr>
          <p:spPr>
            <a:xfrm>
              <a:off x="4393625" y="3391100"/>
              <a:ext cx="35450" cy="35475"/>
            </a:xfrm>
            <a:custGeom>
              <a:avLst/>
              <a:gdLst/>
              <a:ahLst/>
              <a:cxnLst/>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64"/>
            <p:cNvSpPr/>
            <p:nvPr/>
          </p:nvSpPr>
          <p:spPr>
            <a:xfrm>
              <a:off x="4377075" y="3443875"/>
              <a:ext cx="70125" cy="34675"/>
            </a:xfrm>
            <a:custGeom>
              <a:avLst/>
              <a:gdLst/>
              <a:ahLst/>
              <a:cxnLst/>
              <a:rect l="l" t="t" r="r" b="b"/>
              <a:pathLst>
                <a:path w="2805" h="1387" extrusionOk="0">
                  <a:moveTo>
                    <a:pt x="1387" y="0"/>
                  </a:moveTo>
                  <a:cubicBezTo>
                    <a:pt x="631" y="0"/>
                    <a:pt x="1" y="630"/>
                    <a:pt x="1" y="1387"/>
                  </a:cubicBezTo>
                  <a:lnTo>
                    <a:pt x="2805" y="1387"/>
                  </a:lnTo>
                  <a:cubicBezTo>
                    <a:pt x="2805" y="630"/>
                    <a:pt x="2174"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64"/>
            <p:cNvSpPr/>
            <p:nvPr/>
          </p:nvSpPr>
          <p:spPr>
            <a:xfrm>
              <a:off x="4333750" y="3357225"/>
              <a:ext cx="156775" cy="174100"/>
            </a:xfrm>
            <a:custGeom>
              <a:avLst/>
              <a:gdLst/>
              <a:ahLst/>
              <a:cxnLst/>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64"/>
            <p:cNvSpPr/>
            <p:nvPr/>
          </p:nvSpPr>
          <p:spPr>
            <a:xfrm>
              <a:off x="4316425" y="3235150"/>
              <a:ext cx="191425" cy="35475"/>
            </a:xfrm>
            <a:custGeom>
              <a:avLst/>
              <a:gdLst/>
              <a:ahLst/>
              <a:cxnLst/>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64"/>
            <p:cNvSpPr/>
            <p:nvPr/>
          </p:nvSpPr>
          <p:spPr>
            <a:xfrm>
              <a:off x="4263650" y="3288700"/>
              <a:ext cx="295400" cy="137875"/>
            </a:xfrm>
            <a:custGeom>
              <a:avLst/>
              <a:gdLst/>
              <a:ahLst/>
              <a:cxnLst/>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5" name="Google Shape;6205;p64"/>
          <p:cNvGrpSpPr/>
          <p:nvPr/>
        </p:nvGrpSpPr>
        <p:grpSpPr>
          <a:xfrm>
            <a:off x="5744696" y="3207969"/>
            <a:ext cx="353802" cy="327739"/>
            <a:chOff x="4266025" y="3609275"/>
            <a:chExt cx="299325" cy="277275"/>
          </a:xfrm>
        </p:grpSpPr>
        <p:sp>
          <p:nvSpPr>
            <p:cNvPr id="6206" name="Google Shape;6206;p64"/>
            <p:cNvSpPr/>
            <p:nvPr/>
          </p:nvSpPr>
          <p:spPr>
            <a:xfrm>
              <a:off x="4266025" y="3609275"/>
              <a:ext cx="299325" cy="224500"/>
            </a:xfrm>
            <a:custGeom>
              <a:avLst/>
              <a:gdLst/>
              <a:ahLst/>
              <a:cxnLst/>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64"/>
            <p:cNvSpPr/>
            <p:nvPr/>
          </p:nvSpPr>
          <p:spPr>
            <a:xfrm>
              <a:off x="4332975" y="3851850"/>
              <a:ext cx="157550" cy="34700"/>
            </a:xfrm>
            <a:custGeom>
              <a:avLst/>
              <a:gdLst/>
              <a:ahLst/>
              <a:cxnLst/>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8" name="Google Shape;6208;p64"/>
          <p:cNvGrpSpPr/>
          <p:nvPr/>
        </p:nvGrpSpPr>
        <p:grpSpPr>
          <a:xfrm>
            <a:off x="5745154" y="3673356"/>
            <a:ext cx="352886" cy="349133"/>
            <a:chOff x="4263650" y="3963700"/>
            <a:chExt cx="298550" cy="295375"/>
          </a:xfrm>
        </p:grpSpPr>
        <p:sp>
          <p:nvSpPr>
            <p:cNvPr id="6209" name="Google Shape;6209;p64"/>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0" name="Google Shape;6210;p64"/>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1" name="Google Shape;6211;p64"/>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64"/>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3" name="Google Shape;6213;p64"/>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4" name="Google Shape;6214;p64"/>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5" name="Google Shape;6215;p64"/>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6" name="Google Shape;6216;p64"/>
          <p:cNvGrpSpPr/>
          <p:nvPr/>
        </p:nvGrpSpPr>
        <p:grpSpPr>
          <a:xfrm>
            <a:off x="8023491" y="2748809"/>
            <a:ext cx="226264" cy="350079"/>
            <a:chOff x="6164975" y="3211525"/>
            <a:chExt cx="191425" cy="296175"/>
          </a:xfrm>
        </p:grpSpPr>
        <p:sp>
          <p:nvSpPr>
            <p:cNvPr id="6217" name="Google Shape;6217;p64"/>
            <p:cNvSpPr/>
            <p:nvPr/>
          </p:nvSpPr>
          <p:spPr>
            <a:xfrm>
              <a:off x="6269750" y="3371400"/>
              <a:ext cx="68525" cy="84300"/>
            </a:xfrm>
            <a:custGeom>
              <a:avLst/>
              <a:gdLst/>
              <a:ahLst/>
              <a:cxnLst/>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64"/>
            <p:cNvSpPr/>
            <p:nvPr/>
          </p:nvSpPr>
          <p:spPr>
            <a:xfrm>
              <a:off x="6228775" y="3424175"/>
              <a:ext cx="62250" cy="30750"/>
            </a:xfrm>
            <a:custGeom>
              <a:avLst/>
              <a:gdLst/>
              <a:ahLst/>
              <a:cxnLst/>
              <a:rect l="l" t="t" r="r" b="b"/>
              <a:pathLst>
                <a:path w="2490" h="1230" extrusionOk="0">
                  <a:moveTo>
                    <a:pt x="1229" y="1"/>
                  </a:moveTo>
                  <a:lnTo>
                    <a:pt x="1" y="1229"/>
                  </a:lnTo>
                  <a:lnTo>
                    <a:pt x="2490" y="1229"/>
                  </a:lnTo>
                  <a:lnTo>
                    <a:pt x="1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64"/>
            <p:cNvSpPr/>
            <p:nvPr/>
          </p:nvSpPr>
          <p:spPr>
            <a:xfrm>
              <a:off x="6182300" y="3369825"/>
              <a:ext cx="69350" cy="85100"/>
            </a:xfrm>
            <a:custGeom>
              <a:avLst/>
              <a:gdLst/>
              <a:ahLst/>
              <a:cxnLst/>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64"/>
            <p:cNvSpPr/>
            <p:nvPr/>
          </p:nvSpPr>
          <p:spPr>
            <a:xfrm>
              <a:off x="6164975" y="3472225"/>
              <a:ext cx="191425" cy="35475"/>
            </a:xfrm>
            <a:custGeom>
              <a:avLst/>
              <a:gdLst/>
              <a:ahLst/>
              <a:cxnLst/>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1" name="Google Shape;6221;p64"/>
            <p:cNvSpPr/>
            <p:nvPr/>
          </p:nvSpPr>
          <p:spPr>
            <a:xfrm>
              <a:off x="6164975" y="3211525"/>
              <a:ext cx="191425" cy="35475"/>
            </a:xfrm>
            <a:custGeom>
              <a:avLst/>
              <a:gdLst/>
              <a:ahLst/>
              <a:cxnLst/>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2" name="Google Shape;6222;p64"/>
            <p:cNvSpPr/>
            <p:nvPr/>
          </p:nvSpPr>
          <p:spPr>
            <a:xfrm>
              <a:off x="6183100" y="3262725"/>
              <a:ext cx="155175" cy="35650"/>
            </a:xfrm>
            <a:custGeom>
              <a:avLst/>
              <a:gdLst/>
              <a:ahLst/>
              <a:cxnLst/>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64"/>
            <p:cNvSpPr/>
            <p:nvPr/>
          </p:nvSpPr>
          <p:spPr>
            <a:xfrm>
              <a:off x="6181525" y="3294225"/>
              <a:ext cx="155975" cy="74050"/>
            </a:xfrm>
            <a:custGeom>
              <a:avLst/>
              <a:gdLst/>
              <a:ahLst/>
              <a:cxnLst/>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4" name="Google Shape;6224;p64"/>
          <p:cNvGrpSpPr/>
          <p:nvPr/>
        </p:nvGrpSpPr>
        <p:grpSpPr>
          <a:xfrm>
            <a:off x="5285528" y="1397084"/>
            <a:ext cx="352886" cy="350049"/>
            <a:chOff x="946175" y="3253275"/>
            <a:chExt cx="298550" cy="296150"/>
          </a:xfrm>
        </p:grpSpPr>
        <p:sp>
          <p:nvSpPr>
            <p:cNvPr id="6225" name="Google Shape;6225;p64"/>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64"/>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7" name="Google Shape;6227;p64"/>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8" name="Google Shape;6228;p64"/>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64"/>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0" name="Google Shape;6230;p64"/>
          <p:cNvGrpSpPr/>
          <p:nvPr/>
        </p:nvGrpSpPr>
        <p:grpSpPr>
          <a:xfrm>
            <a:off x="5286459" y="1839048"/>
            <a:ext cx="351024" cy="347301"/>
            <a:chOff x="946175" y="3619500"/>
            <a:chExt cx="296975" cy="293825"/>
          </a:xfrm>
        </p:grpSpPr>
        <p:sp>
          <p:nvSpPr>
            <p:cNvPr id="6231" name="Google Shape;6231;p64"/>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2" name="Google Shape;6232;p64"/>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3" name="Google Shape;6233;p64"/>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64"/>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64"/>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64"/>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7" name="Google Shape;6237;p64"/>
          <p:cNvGrpSpPr/>
          <p:nvPr/>
        </p:nvGrpSpPr>
        <p:grpSpPr>
          <a:xfrm>
            <a:off x="5286001" y="2283682"/>
            <a:ext cx="351940" cy="350995"/>
            <a:chOff x="944600" y="3981825"/>
            <a:chExt cx="297750" cy="296950"/>
          </a:xfrm>
        </p:grpSpPr>
        <p:sp>
          <p:nvSpPr>
            <p:cNvPr id="6238" name="Google Shape;6238;p64"/>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64"/>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64"/>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64"/>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2" name="Google Shape;6242;p64"/>
          <p:cNvGrpSpPr/>
          <p:nvPr/>
        </p:nvGrpSpPr>
        <p:grpSpPr>
          <a:xfrm>
            <a:off x="7502937" y="1397542"/>
            <a:ext cx="350079" cy="349133"/>
            <a:chOff x="2768750" y="3227275"/>
            <a:chExt cx="296175" cy="295375"/>
          </a:xfrm>
        </p:grpSpPr>
        <p:sp>
          <p:nvSpPr>
            <p:cNvPr id="6243" name="Google Shape;6243;p64"/>
            <p:cNvSpPr/>
            <p:nvPr/>
          </p:nvSpPr>
          <p:spPr>
            <a:xfrm>
              <a:off x="2882950" y="3227275"/>
              <a:ext cx="68550" cy="69325"/>
            </a:xfrm>
            <a:custGeom>
              <a:avLst/>
              <a:gdLst/>
              <a:ahLst/>
              <a:cxnLst/>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4" name="Google Shape;6244;p64"/>
            <p:cNvSpPr/>
            <p:nvPr/>
          </p:nvSpPr>
          <p:spPr>
            <a:xfrm>
              <a:off x="2856175" y="3436000"/>
              <a:ext cx="17350" cy="34675"/>
            </a:xfrm>
            <a:custGeom>
              <a:avLst/>
              <a:gdLst/>
              <a:ahLst/>
              <a:cxnLst/>
              <a:rect l="l" t="t" r="r" b="b"/>
              <a:pathLst>
                <a:path w="694" h="1387" extrusionOk="0">
                  <a:moveTo>
                    <a:pt x="0" y="0"/>
                  </a:moveTo>
                  <a:lnTo>
                    <a:pt x="0" y="1386"/>
                  </a:lnTo>
                  <a:lnTo>
                    <a:pt x="694" y="1386"/>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5" name="Google Shape;6245;p64"/>
            <p:cNvSpPr/>
            <p:nvPr/>
          </p:nvSpPr>
          <p:spPr>
            <a:xfrm>
              <a:off x="2890050" y="3436000"/>
              <a:ext cx="18125" cy="34675"/>
            </a:xfrm>
            <a:custGeom>
              <a:avLst/>
              <a:gdLst/>
              <a:ahLst/>
              <a:cxnLst/>
              <a:rect l="l" t="t" r="r" b="b"/>
              <a:pathLst>
                <a:path w="725" h="1387" extrusionOk="0">
                  <a:moveTo>
                    <a:pt x="0" y="0"/>
                  </a:moveTo>
                  <a:lnTo>
                    <a:pt x="0" y="1386"/>
                  </a:lnTo>
                  <a:lnTo>
                    <a:pt x="725" y="1386"/>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64"/>
            <p:cNvSpPr/>
            <p:nvPr/>
          </p:nvSpPr>
          <p:spPr>
            <a:xfrm>
              <a:off x="2821525" y="3436000"/>
              <a:ext cx="17350" cy="34675"/>
            </a:xfrm>
            <a:custGeom>
              <a:avLst/>
              <a:gdLst/>
              <a:ahLst/>
              <a:cxnLst/>
              <a:rect l="l" t="t" r="r" b="b"/>
              <a:pathLst>
                <a:path w="694" h="1387" extrusionOk="0">
                  <a:moveTo>
                    <a:pt x="0" y="0"/>
                  </a:moveTo>
                  <a:lnTo>
                    <a:pt x="0" y="1386"/>
                  </a:lnTo>
                  <a:lnTo>
                    <a:pt x="693" y="1386"/>
                  </a:lnTo>
                  <a:lnTo>
                    <a:pt x="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7" name="Google Shape;6247;p64"/>
            <p:cNvSpPr/>
            <p:nvPr/>
          </p:nvSpPr>
          <p:spPr>
            <a:xfrm>
              <a:off x="2924700" y="3436000"/>
              <a:ext cx="34675" cy="34675"/>
            </a:xfrm>
            <a:custGeom>
              <a:avLst/>
              <a:gdLst/>
              <a:ahLst/>
              <a:cxnLst/>
              <a:rect l="l" t="t" r="r" b="b"/>
              <a:pathLst>
                <a:path w="1387" h="1387" extrusionOk="0">
                  <a:moveTo>
                    <a:pt x="0" y="0"/>
                  </a:moveTo>
                  <a:lnTo>
                    <a:pt x="0" y="1386"/>
                  </a:lnTo>
                  <a:lnTo>
                    <a:pt x="1387" y="1386"/>
                  </a:lnTo>
                  <a:lnTo>
                    <a:pt x="13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8" name="Google Shape;6248;p64"/>
            <p:cNvSpPr/>
            <p:nvPr/>
          </p:nvSpPr>
          <p:spPr>
            <a:xfrm>
              <a:off x="2768750" y="3384800"/>
              <a:ext cx="244175" cy="137850"/>
            </a:xfrm>
            <a:custGeom>
              <a:avLst/>
              <a:gdLst/>
              <a:ahLst/>
              <a:cxnLst/>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64"/>
            <p:cNvSpPr/>
            <p:nvPr/>
          </p:nvSpPr>
          <p:spPr>
            <a:xfrm>
              <a:off x="3030250" y="3419450"/>
              <a:ext cx="34675" cy="68550"/>
            </a:xfrm>
            <a:custGeom>
              <a:avLst/>
              <a:gdLst/>
              <a:ahLst/>
              <a:cxnLst/>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0" name="Google Shape;6250;p64"/>
            <p:cNvSpPr/>
            <p:nvPr/>
          </p:nvSpPr>
          <p:spPr>
            <a:xfrm>
              <a:off x="2856175" y="3294225"/>
              <a:ext cx="122100" cy="73275"/>
            </a:xfrm>
            <a:custGeom>
              <a:avLst/>
              <a:gdLst/>
              <a:ahLst/>
              <a:cxnLst/>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1" name="Google Shape;6251;p64"/>
          <p:cNvGrpSpPr/>
          <p:nvPr/>
        </p:nvGrpSpPr>
        <p:grpSpPr>
          <a:xfrm>
            <a:off x="7523888" y="1838414"/>
            <a:ext cx="308177" cy="348572"/>
            <a:chOff x="2786075" y="3591800"/>
            <a:chExt cx="260725" cy="294900"/>
          </a:xfrm>
        </p:grpSpPr>
        <p:sp>
          <p:nvSpPr>
            <p:cNvPr id="6252" name="Google Shape;6252;p64"/>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3" name="Google Shape;6253;p64"/>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4" name="Google Shape;6254;p64"/>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64"/>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6" name="Google Shape;6256;p64"/>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7" name="Google Shape;6257;p64"/>
          <p:cNvGrpSpPr/>
          <p:nvPr/>
        </p:nvGrpSpPr>
        <p:grpSpPr>
          <a:xfrm>
            <a:off x="7564387" y="2284141"/>
            <a:ext cx="227180" cy="350079"/>
            <a:chOff x="2819150" y="3955025"/>
            <a:chExt cx="192200" cy="296175"/>
          </a:xfrm>
        </p:grpSpPr>
        <p:sp>
          <p:nvSpPr>
            <p:cNvPr id="6258" name="Google Shape;6258;p64"/>
            <p:cNvSpPr/>
            <p:nvPr/>
          </p:nvSpPr>
          <p:spPr>
            <a:xfrm>
              <a:off x="2856175" y="4007025"/>
              <a:ext cx="122100" cy="70125"/>
            </a:xfrm>
            <a:custGeom>
              <a:avLst/>
              <a:gdLst/>
              <a:ahLst/>
              <a:cxnLst/>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9" name="Google Shape;6259;p64"/>
            <p:cNvSpPr/>
            <p:nvPr/>
          </p:nvSpPr>
          <p:spPr>
            <a:xfrm>
              <a:off x="2819150" y="4180300"/>
              <a:ext cx="192200" cy="70900"/>
            </a:xfrm>
            <a:custGeom>
              <a:avLst/>
              <a:gdLst/>
              <a:ahLst/>
              <a:cxnLst/>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64"/>
            <p:cNvSpPr/>
            <p:nvPr/>
          </p:nvSpPr>
          <p:spPr>
            <a:xfrm>
              <a:off x="2882950" y="3955025"/>
              <a:ext cx="68550" cy="35475"/>
            </a:xfrm>
            <a:custGeom>
              <a:avLst/>
              <a:gdLst/>
              <a:ahLst/>
              <a:cxnLst/>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64"/>
            <p:cNvSpPr/>
            <p:nvPr/>
          </p:nvSpPr>
          <p:spPr>
            <a:xfrm>
              <a:off x="2856975" y="4093650"/>
              <a:ext cx="118950" cy="70125"/>
            </a:xfrm>
            <a:custGeom>
              <a:avLst/>
              <a:gdLst/>
              <a:ahLst/>
              <a:cxnLst/>
              <a:rect l="l" t="t" r="r" b="b"/>
              <a:pathLst>
                <a:path w="4758" h="2805" extrusionOk="0">
                  <a:moveTo>
                    <a:pt x="473" y="1"/>
                  </a:moveTo>
                  <a:lnTo>
                    <a:pt x="0" y="2805"/>
                  </a:lnTo>
                  <a:lnTo>
                    <a:pt x="4757" y="2805"/>
                  </a:lnTo>
                  <a:lnTo>
                    <a:pt x="4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2" name="Google Shape;6262;p64"/>
          <p:cNvGrpSpPr/>
          <p:nvPr/>
        </p:nvGrpSpPr>
        <p:grpSpPr>
          <a:xfrm>
            <a:off x="6188160" y="2749739"/>
            <a:ext cx="349133" cy="348217"/>
            <a:chOff x="4629125" y="3235150"/>
            <a:chExt cx="295375" cy="294600"/>
          </a:xfrm>
        </p:grpSpPr>
        <p:sp>
          <p:nvSpPr>
            <p:cNvPr id="6263" name="Google Shape;6263;p64"/>
            <p:cNvSpPr/>
            <p:nvPr/>
          </p:nvSpPr>
          <p:spPr>
            <a:xfrm>
              <a:off x="4696850" y="3391100"/>
              <a:ext cx="35475" cy="35475"/>
            </a:xfrm>
            <a:custGeom>
              <a:avLst/>
              <a:gdLst/>
              <a:ahLst/>
              <a:cxnLst/>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64"/>
            <p:cNvSpPr/>
            <p:nvPr/>
          </p:nvSpPr>
          <p:spPr>
            <a:xfrm>
              <a:off x="4680300" y="3443875"/>
              <a:ext cx="69350" cy="34675"/>
            </a:xfrm>
            <a:custGeom>
              <a:avLst/>
              <a:gdLst/>
              <a:ahLst/>
              <a:cxnLst/>
              <a:rect l="l" t="t" r="r" b="b"/>
              <a:pathLst>
                <a:path w="2774" h="1387" extrusionOk="0">
                  <a:moveTo>
                    <a:pt x="1387" y="0"/>
                  </a:moveTo>
                  <a:cubicBezTo>
                    <a:pt x="631" y="0"/>
                    <a:pt x="1" y="630"/>
                    <a:pt x="1" y="1387"/>
                  </a:cubicBezTo>
                  <a:lnTo>
                    <a:pt x="2773" y="1387"/>
                  </a:lnTo>
                  <a:cubicBezTo>
                    <a:pt x="2773" y="630"/>
                    <a:pt x="2175"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64"/>
            <p:cNvSpPr/>
            <p:nvPr/>
          </p:nvSpPr>
          <p:spPr>
            <a:xfrm>
              <a:off x="4629125" y="3339900"/>
              <a:ext cx="295375" cy="189850"/>
            </a:xfrm>
            <a:custGeom>
              <a:avLst/>
              <a:gdLst/>
              <a:ahLst/>
              <a:cxnLst/>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64"/>
            <p:cNvSpPr/>
            <p:nvPr/>
          </p:nvSpPr>
          <p:spPr>
            <a:xfrm>
              <a:off x="4714975" y="3287125"/>
              <a:ext cx="122100" cy="70125"/>
            </a:xfrm>
            <a:custGeom>
              <a:avLst/>
              <a:gdLst/>
              <a:ahLst/>
              <a:cxnLst/>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64"/>
            <p:cNvSpPr/>
            <p:nvPr/>
          </p:nvSpPr>
          <p:spPr>
            <a:xfrm>
              <a:off x="4732300" y="3235150"/>
              <a:ext cx="86650" cy="35475"/>
            </a:xfrm>
            <a:custGeom>
              <a:avLst/>
              <a:gdLst/>
              <a:ahLst/>
              <a:cxnLst/>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8" name="Google Shape;6268;p64"/>
          <p:cNvGrpSpPr/>
          <p:nvPr/>
        </p:nvGrpSpPr>
        <p:grpSpPr>
          <a:xfrm>
            <a:off x="6188145" y="3197272"/>
            <a:ext cx="349163" cy="349133"/>
            <a:chOff x="4628325" y="3599825"/>
            <a:chExt cx="295400" cy="295375"/>
          </a:xfrm>
        </p:grpSpPr>
        <p:sp>
          <p:nvSpPr>
            <p:cNvPr id="6269" name="Google Shape;6269;p64"/>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64"/>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64"/>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2" name="Google Shape;6272;p64"/>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3" name="Google Shape;6273;p64"/>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64"/>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64"/>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6" name="Google Shape;6276;p64"/>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7" name="Google Shape;6277;p64"/>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8" name="Google Shape;6278;p64"/>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64"/>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64"/>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1" name="Google Shape;6281;p64"/>
          <p:cNvGrpSpPr/>
          <p:nvPr/>
        </p:nvGrpSpPr>
        <p:grpSpPr>
          <a:xfrm>
            <a:off x="6209096" y="3672883"/>
            <a:ext cx="307261" cy="350079"/>
            <a:chOff x="4645650" y="3962900"/>
            <a:chExt cx="259950" cy="296175"/>
          </a:xfrm>
        </p:grpSpPr>
        <p:sp>
          <p:nvSpPr>
            <p:cNvPr id="6282" name="Google Shape;6282;p64"/>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3" name="Google Shape;6283;p64"/>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64"/>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64"/>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64"/>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64"/>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8" name="Google Shape;6288;p64"/>
          <p:cNvGrpSpPr/>
          <p:nvPr/>
        </p:nvGrpSpPr>
        <p:grpSpPr>
          <a:xfrm>
            <a:off x="7962056" y="3197745"/>
            <a:ext cx="349133" cy="348188"/>
            <a:chOff x="6143725" y="3582500"/>
            <a:chExt cx="295375" cy="294575"/>
          </a:xfrm>
        </p:grpSpPr>
        <p:sp>
          <p:nvSpPr>
            <p:cNvPr id="6289" name="Google Shape;6289;p64"/>
            <p:cNvSpPr/>
            <p:nvPr/>
          </p:nvSpPr>
          <p:spPr>
            <a:xfrm>
              <a:off x="6143725" y="3720325"/>
              <a:ext cx="295375" cy="156750"/>
            </a:xfrm>
            <a:custGeom>
              <a:avLst/>
              <a:gdLst/>
              <a:ahLst/>
              <a:cxnLst/>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64"/>
            <p:cNvSpPr/>
            <p:nvPr/>
          </p:nvSpPr>
          <p:spPr>
            <a:xfrm>
              <a:off x="6246900" y="3773100"/>
              <a:ext cx="88225" cy="17350"/>
            </a:xfrm>
            <a:custGeom>
              <a:avLst/>
              <a:gdLst/>
              <a:ahLst/>
              <a:cxnLst/>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64"/>
            <p:cNvSpPr/>
            <p:nvPr/>
          </p:nvSpPr>
          <p:spPr>
            <a:xfrm>
              <a:off x="6161050" y="3582500"/>
              <a:ext cx="86650" cy="34675"/>
            </a:xfrm>
            <a:custGeom>
              <a:avLst/>
              <a:gdLst/>
              <a:ahLst/>
              <a:cxnLst/>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64"/>
            <p:cNvSpPr/>
            <p:nvPr/>
          </p:nvSpPr>
          <p:spPr>
            <a:xfrm>
              <a:off x="6160250" y="3633675"/>
              <a:ext cx="86675" cy="69350"/>
            </a:xfrm>
            <a:custGeom>
              <a:avLst/>
              <a:gdLst/>
              <a:ahLst/>
              <a:cxnLst/>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64"/>
            <p:cNvSpPr/>
            <p:nvPr/>
          </p:nvSpPr>
          <p:spPr>
            <a:xfrm>
              <a:off x="6336675" y="3599025"/>
              <a:ext cx="85875" cy="69350"/>
            </a:xfrm>
            <a:custGeom>
              <a:avLst/>
              <a:gdLst/>
              <a:ahLst/>
              <a:cxnLst/>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64"/>
            <p:cNvSpPr/>
            <p:nvPr/>
          </p:nvSpPr>
          <p:spPr>
            <a:xfrm>
              <a:off x="6335100" y="3686450"/>
              <a:ext cx="86675" cy="17350"/>
            </a:xfrm>
            <a:custGeom>
              <a:avLst/>
              <a:gdLst/>
              <a:ahLst/>
              <a:cxnLst/>
              <a:rect l="l" t="t" r="r" b="b"/>
              <a:pathLst>
                <a:path w="3467" h="694" extrusionOk="0">
                  <a:moveTo>
                    <a:pt x="1" y="1"/>
                  </a:moveTo>
                  <a:lnTo>
                    <a:pt x="1" y="694"/>
                  </a:lnTo>
                  <a:lnTo>
                    <a:pt x="3466" y="694"/>
                  </a:ln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64"/>
            <p:cNvSpPr/>
            <p:nvPr/>
          </p:nvSpPr>
          <p:spPr>
            <a:xfrm>
              <a:off x="6264225" y="3617150"/>
              <a:ext cx="53575" cy="86650"/>
            </a:xfrm>
            <a:custGeom>
              <a:avLst/>
              <a:gdLst/>
              <a:ahLst/>
              <a:cxnLst/>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6" name="Google Shape;6296;p64"/>
          <p:cNvGrpSpPr/>
          <p:nvPr/>
        </p:nvGrpSpPr>
        <p:grpSpPr>
          <a:xfrm>
            <a:off x="5730883" y="1397084"/>
            <a:ext cx="350995" cy="350049"/>
            <a:chOff x="1310075" y="3253275"/>
            <a:chExt cx="296950" cy="296150"/>
          </a:xfrm>
        </p:grpSpPr>
        <p:sp>
          <p:nvSpPr>
            <p:cNvPr id="6297" name="Google Shape;6297;p64"/>
            <p:cNvSpPr/>
            <p:nvPr/>
          </p:nvSpPr>
          <p:spPr>
            <a:xfrm>
              <a:off x="1423475" y="3359600"/>
              <a:ext cx="69350" cy="68550"/>
            </a:xfrm>
            <a:custGeom>
              <a:avLst/>
              <a:gdLst/>
              <a:ahLst/>
              <a:cxnLst/>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64"/>
            <p:cNvSpPr/>
            <p:nvPr/>
          </p:nvSpPr>
          <p:spPr>
            <a:xfrm>
              <a:off x="1310075" y="3253275"/>
              <a:ext cx="296950" cy="296150"/>
            </a:xfrm>
            <a:custGeom>
              <a:avLst/>
              <a:gdLst/>
              <a:ahLst/>
              <a:cxnLst/>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9" name="Google Shape;6299;p64"/>
            <p:cNvSpPr/>
            <p:nvPr/>
          </p:nvSpPr>
          <p:spPr>
            <a:xfrm>
              <a:off x="1399850" y="3426550"/>
              <a:ext cx="116600" cy="52800"/>
            </a:xfrm>
            <a:custGeom>
              <a:avLst/>
              <a:gdLst/>
              <a:ahLst/>
              <a:cxnLst/>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00" name="Google Shape;6300;p64"/>
          <p:cNvSpPr/>
          <p:nvPr/>
        </p:nvSpPr>
        <p:spPr>
          <a:xfrm>
            <a:off x="5732303" y="1839172"/>
            <a:ext cx="348217" cy="347272"/>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01" name="Google Shape;6301;p64"/>
          <p:cNvGrpSpPr/>
          <p:nvPr/>
        </p:nvGrpSpPr>
        <p:grpSpPr>
          <a:xfrm>
            <a:off x="5730410" y="2283343"/>
            <a:ext cx="351941" cy="351675"/>
            <a:chOff x="1310075" y="3980250"/>
            <a:chExt cx="297750" cy="297525"/>
          </a:xfrm>
        </p:grpSpPr>
        <p:sp>
          <p:nvSpPr>
            <p:cNvPr id="6302" name="Google Shape;6302;p64"/>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64"/>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64"/>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64"/>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6" name="Google Shape;6306;p64"/>
          <p:cNvGrpSpPr/>
          <p:nvPr/>
        </p:nvGrpSpPr>
        <p:grpSpPr>
          <a:xfrm>
            <a:off x="7995198" y="1397542"/>
            <a:ext cx="266305" cy="349133"/>
            <a:chOff x="3167275" y="3227275"/>
            <a:chExt cx="225300" cy="295375"/>
          </a:xfrm>
        </p:grpSpPr>
        <p:sp>
          <p:nvSpPr>
            <p:cNvPr id="6307" name="Google Shape;6307;p64"/>
            <p:cNvSpPr/>
            <p:nvPr/>
          </p:nvSpPr>
          <p:spPr>
            <a:xfrm>
              <a:off x="3167275" y="3227275"/>
              <a:ext cx="225300" cy="207950"/>
            </a:xfrm>
            <a:custGeom>
              <a:avLst/>
              <a:gdLst/>
              <a:ahLst/>
              <a:cxnLst/>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64"/>
            <p:cNvSpPr/>
            <p:nvPr/>
          </p:nvSpPr>
          <p:spPr>
            <a:xfrm>
              <a:off x="3262600" y="3278475"/>
              <a:ext cx="35450" cy="35475"/>
            </a:xfrm>
            <a:custGeom>
              <a:avLst/>
              <a:gdLst/>
              <a:ahLst/>
              <a:cxnLst/>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64"/>
            <p:cNvSpPr/>
            <p:nvPr/>
          </p:nvSpPr>
          <p:spPr>
            <a:xfrm>
              <a:off x="3220050" y="3452525"/>
              <a:ext cx="121325" cy="35475"/>
            </a:xfrm>
            <a:custGeom>
              <a:avLst/>
              <a:gdLst/>
              <a:ahLst/>
              <a:cxnLst/>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0" name="Google Shape;6310;p64"/>
            <p:cNvSpPr/>
            <p:nvPr/>
          </p:nvSpPr>
          <p:spPr>
            <a:xfrm>
              <a:off x="3237375" y="3332025"/>
              <a:ext cx="86675" cy="52000"/>
            </a:xfrm>
            <a:custGeom>
              <a:avLst/>
              <a:gdLst/>
              <a:ahLst/>
              <a:cxnLst/>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1" name="Google Shape;6311;p64"/>
            <p:cNvSpPr/>
            <p:nvPr/>
          </p:nvSpPr>
          <p:spPr>
            <a:xfrm>
              <a:off x="3237375" y="3505300"/>
              <a:ext cx="87450" cy="17350"/>
            </a:xfrm>
            <a:custGeom>
              <a:avLst/>
              <a:gdLst/>
              <a:ahLst/>
              <a:cxnLst/>
              <a:rect l="l" t="t" r="r" b="b"/>
              <a:pathLst>
                <a:path w="3498" h="694" extrusionOk="0">
                  <a:moveTo>
                    <a:pt x="32" y="1"/>
                  </a:moveTo>
                  <a:cubicBezTo>
                    <a:pt x="1" y="379"/>
                    <a:pt x="284" y="694"/>
                    <a:pt x="694" y="694"/>
                  </a:cubicBezTo>
                  <a:lnTo>
                    <a:pt x="2773" y="694"/>
                  </a:lnTo>
                  <a:cubicBezTo>
                    <a:pt x="3183" y="694"/>
                    <a:pt x="3498" y="379"/>
                    <a:pt x="34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2" name="Google Shape;6312;p64"/>
          <p:cNvSpPr/>
          <p:nvPr/>
        </p:nvSpPr>
        <p:spPr>
          <a:xfrm>
            <a:off x="7944537" y="1837428"/>
            <a:ext cx="367779" cy="350758"/>
          </a:xfrm>
          <a:custGeom>
            <a:avLst/>
            <a:gdLst/>
            <a:ahLst/>
            <a:cxnLst/>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13" name="Google Shape;6313;p64"/>
          <p:cNvGrpSpPr/>
          <p:nvPr/>
        </p:nvGrpSpPr>
        <p:grpSpPr>
          <a:xfrm>
            <a:off x="7952380" y="2284599"/>
            <a:ext cx="351940" cy="349163"/>
            <a:chOff x="3133425" y="3955025"/>
            <a:chExt cx="297750" cy="295400"/>
          </a:xfrm>
        </p:grpSpPr>
        <p:sp>
          <p:nvSpPr>
            <p:cNvPr id="6314" name="Google Shape;6314;p64"/>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64"/>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64"/>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7" name="Google Shape;6317;p64"/>
          <p:cNvGrpSpPr/>
          <p:nvPr/>
        </p:nvGrpSpPr>
        <p:grpSpPr>
          <a:xfrm>
            <a:off x="6632554" y="2748187"/>
            <a:ext cx="350079" cy="351320"/>
            <a:chOff x="4991425" y="3234750"/>
            <a:chExt cx="296175" cy="297225"/>
          </a:xfrm>
        </p:grpSpPr>
        <p:sp>
          <p:nvSpPr>
            <p:cNvPr id="6318" name="Google Shape;6318;p64"/>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64"/>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64"/>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1" name="Google Shape;6321;p64"/>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2" name="Google Shape;6322;p64"/>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64"/>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4" name="Google Shape;6324;p64"/>
          <p:cNvGrpSpPr/>
          <p:nvPr/>
        </p:nvGrpSpPr>
        <p:grpSpPr>
          <a:xfrm>
            <a:off x="6632554" y="3217750"/>
            <a:ext cx="350079" cy="308177"/>
            <a:chOff x="4991425" y="3617150"/>
            <a:chExt cx="296175" cy="260725"/>
          </a:xfrm>
        </p:grpSpPr>
        <p:sp>
          <p:nvSpPr>
            <p:cNvPr id="6325" name="Google Shape;6325;p64"/>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64"/>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64"/>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64"/>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64"/>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64"/>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64"/>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2" name="Google Shape;6332;p64"/>
          <p:cNvGrpSpPr/>
          <p:nvPr/>
        </p:nvGrpSpPr>
        <p:grpSpPr>
          <a:xfrm>
            <a:off x="6709827" y="3673341"/>
            <a:ext cx="195532" cy="349163"/>
            <a:chOff x="5056800" y="3962900"/>
            <a:chExt cx="165425" cy="295400"/>
          </a:xfrm>
        </p:grpSpPr>
        <p:sp>
          <p:nvSpPr>
            <p:cNvPr id="6333" name="Google Shape;6333;p64"/>
            <p:cNvSpPr/>
            <p:nvPr/>
          </p:nvSpPr>
          <p:spPr>
            <a:xfrm>
              <a:off x="5155250" y="4042450"/>
              <a:ext cx="66975" cy="104800"/>
            </a:xfrm>
            <a:custGeom>
              <a:avLst/>
              <a:gdLst/>
              <a:ahLst/>
              <a:cxnLst/>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64"/>
            <p:cNvSpPr/>
            <p:nvPr/>
          </p:nvSpPr>
          <p:spPr>
            <a:xfrm>
              <a:off x="5065450" y="3962900"/>
              <a:ext cx="88250" cy="52025"/>
            </a:xfrm>
            <a:custGeom>
              <a:avLst/>
              <a:gdLst/>
              <a:ahLst/>
              <a:cxnLst/>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64"/>
            <p:cNvSpPr/>
            <p:nvPr/>
          </p:nvSpPr>
          <p:spPr>
            <a:xfrm>
              <a:off x="5056800" y="4032225"/>
              <a:ext cx="104000" cy="226075"/>
            </a:xfrm>
            <a:custGeom>
              <a:avLst/>
              <a:gdLst/>
              <a:ahLst/>
              <a:cxnLst/>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6" name="Google Shape;6336;p64"/>
          <p:cNvGrpSpPr/>
          <p:nvPr/>
        </p:nvGrpSpPr>
        <p:grpSpPr>
          <a:xfrm>
            <a:off x="7961125" y="3673357"/>
            <a:ext cx="350995" cy="349133"/>
            <a:chOff x="6168925" y="3936925"/>
            <a:chExt cx="296950" cy="295375"/>
          </a:xfrm>
        </p:grpSpPr>
        <p:sp>
          <p:nvSpPr>
            <p:cNvPr id="6337" name="Google Shape;6337;p64"/>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64"/>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64"/>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64"/>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64"/>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64"/>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3" name="Google Shape;6343;p64"/>
          <p:cNvGrpSpPr/>
          <p:nvPr/>
        </p:nvGrpSpPr>
        <p:grpSpPr>
          <a:xfrm>
            <a:off x="6174844" y="1390429"/>
            <a:ext cx="348188" cy="349133"/>
            <a:chOff x="1674750" y="3254050"/>
            <a:chExt cx="294575" cy="295375"/>
          </a:xfrm>
        </p:grpSpPr>
        <p:sp>
          <p:nvSpPr>
            <p:cNvPr id="6344" name="Google Shape;6344;p64"/>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64"/>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64"/>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7" name="Google Shape;6347;p64"/>
          <p:cNvGrpSpPr/>
          <p:nvPr/>
        </p:nvGrpSpPr>
        <p:grpSpPr>
          <a:xfrm>
            <a:off x="6189239" y="1838132"/>
            <a:ext cx="319347" cy="349133"/>
            <a:chOff x="1687350" y="3618725"/>
            <a:chExt cx="270175" cy="295375"/>
          </a:xfrm>
        </p:grpSpPr>
        <p:sp>
          <p:nvSpPr>
            <p:cNvPr id="6348" name="Google Shape;6348;p64"/>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64"/>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64"/>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1" name="Google Shape;6351;p64"/>
          <p:cNvGrpSpPr/>
          <p:nvPr/>
        </p:nvGrpSpPr>
        <p:grpSpPr>
          <a:xfrm>
            <a:off x="6172942" y="2284613"/>
            <a:ext cx="351940" cy="349133"/>
            <a:chOff x="1672375" y="3982600"/>
            <a:chExt cx="297750" cy="295375"/>
          </a:xfrm>
        </p:grpSpPr>
        <p:sp>
          <p:nvSpPr>
            <p:cNvPr id="6352" name="Google Shape;6352;p64"/>
            <p:cNvSpPr/>
            <p:nvPr/>
          </p:nvSpPr>
          <p:spPr>
            <a:xfrm>
              <a:off x="1796825" y="3982600"/>
              <a:ext cx="51225" cy="51225"/>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64"/>
            <p:cNvSpPr/>
            <p:nvPr/>
          </p:nvSpPr>
          <p:spPr>
            <a:xfrm>
              <a:off x="1672375" y="4092075"/>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64"/>
            <p:cNvSpPr/>
            <p:nvPr/>
          </p:nvSpPr>
          <p:spPr>
            <a:xfrm>
              <a:off x="1778700" y="4051125"/>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5" name="Google Shape;6355;p64"/>
          <p:cNvGrpSpPr/>
          <p:nvPr/>
        </p:nvGrpSpPr>
        <p:grpSpPr>
          <a:xfrm>
            <a:off x="4864934" y="2748808"/>
            <a:ext cx="350079" cy="350079"/>
            <a:chOff x="3497300" y="3227275"/>
            <a:chExt cx="296175" cy="296175"/>
          </a:xfrm>
        </p:grpSpPr>
        <p:sp>
          <p:nvSpPr>
            <p:cNvPr id="6356" name="Google Shape;6356;p64"/>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64"/>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64"/>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64"/>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64"/>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64"/>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64"/>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64"/>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4" name="Google Shape;6364;p64"/>
          <p:cNvGrpSpPr/>
          <p:nvPr/>
        </p:nvGrpSpPr>
        <p:grpSpPr>
          <a:xfrm>
            <a:off x="4865407" y="3198203"/>
            <a:ext cx="349133" cy="347272"/>
            <a:chOff x="3497300" y="3591950"/>
            <a:chExt cx="295375" cy="293800"/>
          </a:xfrm>
        </p:grpSpPr>
        <p:sp>
          <p:nvSpPr>
            <p:cNvPr id="6365" name="Google Shape;6365;p64"/>
            <p:cNvSpPr/>
            <p:nvPr/>
          </p:nvSpPr>
          <p:spPr>
            <a:xfrm>
              <a:off x="3628825" y="3724275"/>
              <a:ext cx="18150" cy="16550"/>
            </a:xfrm>
            <a:custGeom>
              <a:avLst/>
              <a:gdLst/>
              <a:ahLst/>
              <a:cxnLst/>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6" name="Google Shape;6366;p64"/>
            <p:cNvSpPr/>
            <p:nvPr/>
          </p:nvSpPr>
          <p:spPr>
            <a:xfrm>
              <a:off x="3590250" y="3689400"/>
              <a:ext cx="94525" cy="86675"/>
            </a:xfrm>
            <a:custGeom>
              <a:avLst/>
              <a:gdLst/>
              <a:ahLst/>
              <a:cxnLst/>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7" name="Google Shape;6367;p64"/>
            <p:cNvSpPr/>
            <p:nvPr/>
          </p:nvSpPr>
          <p:spPr>
            <a:xfrm>
              <a:off x="3674525" y="3601400"/>
              <a:ext cx="118150" cy="118950"/>
            </a:xfrm>
            <a:custGeom>
              <a:avLst/>
              <a:gdLst/>
              <a:ahLst/>
              <a:cxnLst/>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64"/>
            <p:cNvSpPr/>
            <p:nvPr/>
          </p:nvSpPr>
          <p:spPr>
            <a:xfrm>
              <a:off x="3631200" y="3774675"/>
              <a:ext cx="103200" cy="102400"/>
            </a:xfrm>
            <a:custGeom>
              <a:avLst/>
              <a:gdLst/>
              <a:ahLst/>
              <a:cxnLst/>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64"/>
            <p:cNvSpPr/>
            <p:nvPr/>
          </p:nvSpPr>
          <p:spPr>
            <a:xfrm>
              <a:off x="3691850" y="3726625"/>
              <a:ext cx="89800" cy="89050"/>
            </a:xfrm>
            <a:custGeom>
              <a:avLst/>
              <a:gdLst/>
              <a:ahLst/>
              <a:cxnLst/>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64"/>
            <p:cNvSpPr/>
            <p:nvPr/>
          </p:nvSpPr>
          <p:spPr>
            <a:xfrm>
              <a:off x="3505175" y="3767575"/>
              <a:ext cx="120525" cy="118175"/>
            </a:xfrm>
            <a:custGeom>
              <a:avLst/>
              <a:gdLst/>
              <a:ahLst/>
              <a:cxnLst/>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64"/>
            <p:cNvSpPr/>
            <p:nvPr/>
          </p:nvSpPr>
          <p:spPr>
            <a:xfrm>
              <a:off x="3631200" y="3591950"/>
              <a:ext cx="104000" cy="84300"/>
            </a:xfrm>
            <a:custGeom>
              <a:avLst/>
              <a:gdLst/>
              <a:ahLst/>
              <a:cxnLst/>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64"/>
            <p:cNvSpPr/>
            <p:nvPr/>
          </p:nvSpPr>
          <p:spPr>
            <a:xfrm>
              <a:off x="3497300" y="3721900"/>
              <a:ext cx="84300" cy="107150"/>
            </a:xfrm>
            <a:custGeom>
              <a:avLst/>
              <a:gdLst/>
              <a:ahLst/>
              <a:cxnLst/>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3" name="Google Shape;6373;p64"/>
          <p:cNvGrpSpPr/>
          <p:nvPr/>
        </p:nvGrpSpPr>
        <p:grpSpPr>
          <a:xfrm>
            <a:off x="4865407" y="3673341"/>
            <a:ext cx="349133" cy="349163"/>
            <a:chOff x="3497300" y="3955025"/>
            <a:chExt cx="295375" cy="295400"/>
          </a:xfrm>
        </p:grpSpPr>
        <p:sp>
          <p:nvSpPr>
            <p:cNvPr id="6374" name="Google Shape;6374;p64"/>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64"/>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6" name="Google Shape;6376;p64"/>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7" name="Google Shape;6377;p64"/>
          <p:cNvGrpSpPr/>
          <p:nvPr/>
        </p:nvGrpSpPr>
        <p:grpSpPr>
          <a:xfrm>
            <a:off x="7089979" y="2749532"/>
            <a:ext cx="327739" cy="348631"/>
            <a:chOff x="5364750" y="3235150"/>
            <a:chExt cx="277275" cy="294950"/>
          </a:xfrm>
        </p:grpSpPr>
        <p:sp>
          <p:nvSpPr>
            <p:cNvPr id="6378" name="Google Shape;6378;p64"/>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64"/>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64"/>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64"/>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64"/>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64"/>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64"/>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64"/>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6" name="Google Shape;6386;p64"/>
          <p:cNvGrpSpPr/>
          <p:nvPr/>
        </p:nvGrpSpPr>
        <p:grpSpPr>
          <a:xfrm>
            <a:off x="7078337" y="3195868"/>
            <a:ext cx="351024" cy="351941"/>
            <a:chOff x="5355300" y="3598250"/>
            <a:chExt cx="296975" cy="297750"/>
          </a:xfrm>
        </p:grpSpPr>
        <p:sp>
          <p:nvSpPr>
            <p:cNvPr id="6387" name="Google Shape;6387;p64"/>
            <p:cNvSpPr/>
            <p:nvPr/>
          </p:nvSpPr>
          <p:spPr>
            <a:xfrm>
              <a:off x="5355300" y="3703000"/>
              <a:ext cx="35475" cy="191425"/>
            </a:xfrm>
            <a:custGeom>
              <a:avLst/>
              <a:gdLst/>
              <a:ahLst/>
              <a:cxnLst/>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8" name="Google Shape;6388;p64"/>
            <p:cNvSpPr/>
            <p:nvPr/>
          </p:nvSpPr>
          <p:spPr>
            <a:xfrm>
              <a:off x="5389175" y="3773100"/>
              <a:ext cx="122900" cy="122900"/>
            </a:xfrm>
            <a:custGeom>
              <a:avLst/>
              <a:gdLst/>
              <a:ahLst/>
              <a:cxnLst/>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9" name="Google Shape;6389;p64"/>
            <p:cNvSpPr/>
            <p:nvPr/>
          </p:nvSpPr>
          <p:spPr>
            <a:xfrm>
              <a:off x="5527800" y="3598250"/>
              <a:ext cx="105550" cy="35450"/>
            </a:xfrm>
            <a:custGeom>
              <a:avLst/>
              <a:gdLst/>
              <a:ahLst/>
              <a:cxnLst/>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0" name="Google Shape;6390;p64"/>
            <p:cNvSpPr/>
            <p:nvPr/>
          </p:nvSpPr>
          <p:spPr>
            <a:xfrm>
              <a:off x="5545900" y="3651800"/>
              <a:ext cx="104800" cy="35475"/>
            </a:xfrm>
            <a:custGeom>
              <a:avLst/>
              <a:gdLst/>
              <a:ahLst/>
              <a:cxnLst/>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1" name="Google Shape;6391;p64"/>
            <p:cNvSpPr/>
            <p:nvPr/>
          </p:nvSpPr>
          <p:spPr>
            <a:xfrm>
              <a:off x="5529375" y="3754975"/>
              <a:ext cx="122100" cy="35475"/>
            </a:xfrm>
            <a:custGeom>
              <a:avLst/>
              <a:gdLst/>
              <a:ahLst/>
              <a:cxnLst/>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64"/>
            <p:cNvSpPr/>
            <p:nvPr/>
          </p:nvSpPr>
          <p:spPr>
            <a:xfrm>
              <a:off x="5511250" y="3703000"/>
              <a:ext cx="140225" cy="33900"/>
            </a:xfrm>
            <a:custGeom>
              <a:avLst/>
              <a:gdLst/>
              <a:ahLst/>
              <a:cxnLst/>
              <a:rect l="l" t="t" r="r" b="b"/>
              <a:pathLst>
                <a:path w="5609" h="1356" extrusionOk="0">
                  <a:moveTo>
                    <a:pt x="1" y="0"/>
                  </a:moveTo>
                  <a:lnTo>
                    <a:pt x="1" y="1355"/>
                  </a:lnTo>
                  <a:lnTo>
                    <a:pt x="5609" y="1355"/>
                  </a:lnTo>
                  <a:lnTo>
                    <a:pt x="5609" y="347"/>
                  </a:lnTo>
                  <a:cubicBezTo>
                    <a:pt x="5577" y="158"/>
                    <a:pt x="5451" y="0"/>
                    <a:pt x="5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64"/>
            <p:cNvSpPr/>
            <p:nvPr/>
          </p:nvSpPr>
          <p:spPr>
            <a:xfrm>
              <a:off x="5529375" y="3808550"/>
              <a:ext cx="122900" cy="87450"/>
            </a:xfrm>
            <a:custGeom>
              <a:avLst/>
              <a:gdLst/>
              <a:ahLst/>
              <a:cxnLst/>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4" name="Google Shape;6394;p64"/>
            <p:cNvSpPr/>
            <p:nvPr/>
          </p:nvSpPr>
          <p:spPr>
            <a:xfrm>
              <a:off x="5408075" y="3651025"/>
              <a:ext cx="86675" cy="103975"/>
            </a:xfrm>
            <a:custGeom>
              <a:avLst/>
              <a:gdLst/>
              <a:ahLst/>
              <a:cxnLst/>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5" name="Google Shape;6395;p64"/>
          <p:cNvGrpSpPr/>
          <p:nvPr/>
        </p:nvGrpSpPr>
        <p:grpSpPr>
          <a:xfrm>
            <a:off x="7082533" y="3734790"/>
            <a:ext cx="342632" cy="226264"/>
            <a:chOff x="5358450" y="4015675"/>
            <a:chExt cx="289875" cy="191425"/>
          </a:xfrm>
        </p:grpSpPr>
        <p:sp>
          <p:nvSpPr>
            <p:cNvPr id="6396" name="Google Shape;6396;p64"/>
            <p:cNvSpPr/>
            <p:nvPr/>
          </p:nvSpPr>
          <p:spPr>
            <a:xfrm>
              <a:off x="5358450" y="4015675"/>
              <a:ext cx="289875" cy="89025"/>
            </a:xfrm>
            <a:custGeom>
              <a:avLst/>
              <a:gdLst/>
              <a:ahLst/>
              <a:cxnLst/>
              <a:rect l="l" t="t" r="r" b="b"/>
              <a:pathLst>
                <a:path w="11595" h="3561"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7" name="Google Shape;6397;p64"/>
            <p:cNvSpPr/>
            <p:nvPr/>
          </p:nvSpPr>
          <p:spPr>
            <a:xfrm>
              <a:off x="5494725" y="4101525"/>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64"/>
            <p:cNvSpPr/>
            <p:nvPr/>
          </p:nvSpPr>
          <p:spPr>
            <a:xfrm>
              <a:off x="5460050" y="4077125"/>
              <a:ext cx="86675" cy="78000"/>
            </a:xfrm>
            <a:custGeom>
              <a:avLst/>
              <a:gdLst/>
              <a:ahLst/>
              <a:cxnLst/>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64"/>
            <p:cNvSpPr/>
            <p:nvPr/>
          </p:nvSpPr>
          <p:spPr>
            <a:xfrm>
              <a:off x="5362400" y="4084200"/>
              <a:ext cx="282000" cy="122900"/>
            </a:xfrm>
            <a:custGeom>
              <a:avLst/>
              <a:gdLst/>
              <a:ahLst/>
              <a:cxnLst/>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0" name="Google Shape;6400;p64"/>
          <p:cNvGrpSpPr/>
          <p:nvPr/>
        </p:nvGrpSpPr>
        <p:grpSpPr>
          <a:xfrm>
            <a:off x="6209015" y="4117322"/>
            <a:ext cx="351024" cy="325464"/>
            <a:chOff x="6543825" y="3202075"/>
            <a:chExt cx="296975" cy="275350"/>
          </a:xfrm>
        </p:grpSpPr>
        <p:sp>
          <p:nvSpPr>
            <p:cNvPr id="6401" name="Google Shape;6401;p64"/>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64"/>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64"/>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64"/>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5" name="Google Shape;6405;p64"/>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6" name="Google Shape;6406;p64"/>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7" name="Google Shape;6407;p64"/>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8" name="Google Shape;6408;p64"/>
          <p:cNvGrpSpPr/>
          <p:nvPr/>
        </p:nvGrpSpPr>
        <p:grpSpPr>
          <a:xfrm>
            <a:off x="6615996" y="1397069"/>
            <a:ext cx="350079" cy="350079"/>
            <a:chOff x="2037825" y="3254050"/>
            <a:chExt cx="296175" cy="296175"/>
          </a:xfrm>
        </p:grpSpPr>
        <p:sp>
          <p:nvSpPr>
            <p:cNvPr id="6409" name="Google Shape;6409;p64"/>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64"/>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1" name="Google Shape;6411;p64"/>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2" name="Google Shape;6412;p64"/>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3" name="Google Shape;6413;p64"/>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64"/>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5" name="Google Shape;6415;p64"/>
          <p:cNvGrpSpPr/>
          <p:nvPr/>
        </p:nvGrpSpPr>
        <p:grpSpPr>
          <a:xfrm>
            <a:off x="6614135" y="1838236"/>
            <a:ext cx="353802" cy="348926"/>
            <a:chOff x="2034675" y="3617925"/>
            <a:chExt cx="299325" cy="295200"/>
          </a:xfrm>
        </p:grpSpPr>
        <p:sp>
          <p:nvSpPr>
            <p:cNvPr id="6416" name="Google Shape;6416;p64"/>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64"/>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64"/>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9" name="Google Shape;6419;p64"/>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64"/>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1" name="Google Shape;6421;p64"/>
          <p:cNvGrpSpPr/>
          <p:nvPr/>
        </p:nvGrpSpPr>
        <p:grpSpPr>
          <a:xfrm>
            <a:off x="6615996" y="2284613"/>
            <a:ext cx="350079" cy="349133"/>
            <a:chOff x="2037825" y="3981825"/>
            <a:chExt cx="296175" cy="295375"/>
          </a:xfrm>
        </p:grpSpPr>
        <p:sp>
          <p:nvSpPr>
            <p:cNvPr id="6422" name="Google Shape;6422;p64"/>
            <p:cNvSpPr/>
            <p:nvPr/>
          </p:nvSpPr>
          <p:spPr>
            <a:xfrm>
              <a:off x="2072500" y="4085775"/>
              <a:ext cx="88225" cy="86675"/>
            </a:xfrm>
            <a:custGeom>
              <a:avLst/>
              <a:gdLst/>
              <a:ahLst/>
              <a:cxnLst/>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3" name="Google Shape;6423;p64"/>
            <p:cNvSpPr/>
            <p:nvPr/>
          </p:nvSpPr>
          <p:spPr>
            <a:xfrm>
              <a:off x="2176450" y="3981825"/>
              <a:ext cx="157550" cy="155975"/>
            </a:xfrm>
            <a:custGeom>
              <a:avLst/>
              <a:gdLst/>
              <a:ahLst/>
              <a:cxnLst/>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4" name="Google Shape;6424;p64"/>
            <p:cNvSpPr/>
            <p:nvPr/>
          </p:nvSpPr>
          <p:spPr>
            <a:xfrm>
              <a:off x="2037825" y="4168475"/>
              <a:ext cx="157550" cy="108725"/>
            </a:xfrm>
            <a:custGeom>
              <a:avLst/>
              <a:gdLst/>
              <a:ahLst/>
              <a:cxnLst/>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5" name="Google Shape;6425;p64"/>
          <p:cNvGrpSpPr/>
          <p:nvPr/>
        </p:nvGrpSpPr>
        <p:grpSpPr>
          <a:xfrm>
            <a:off x="5301014" y="2780929"/>
            <a:ext cx="350079" cy="285837"/>
            <a:chOff x="3860400" y="3254050"/>
            <a:chExt cx="296175" cy="241825"/>
          </a:xfrm>
        </p:grpSpPr>
        <p:sp>
          <p:nvSpPr>
            <p:cNvPr id="6426" name="Google Shape;6426;p64"/>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64"/>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64"/>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64"/>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64"/>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1" name="Google Shape;6431;p64"/>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2" name="Google Shape;6432;p64"/>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3" name="Google Shape;6433;p64"/>
          <p:cNvGrpSpPr/>
          <p:nvPr/>
        </p:nvGrpSpPr>
        <p:grpSpPr>
          <a:xfrm>
            <a:off x="5300541" y="3196800"/>
            <a:ext cx="351024" cy="350079"/>
            <a:chOff x="3859600" y="3591950"/>
            <a:chExt cx="296975" cy="296175"/>
          </a:xfrm>
        </p:grpSpPr>
        <p:sp>
          <p:nvSpPr>
            <p:cNvPr id="6434" name="Google Shape;6434;p64"/>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5" name="Google Shape;6435;p64"/>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64"/>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7" name="Google Shape;6437;p64"/>
          <p:cNvGrpSpPr/>
          <p:nvPr/>
        </p:nvGrpSpPr>
        <p:grpSpPr>
          <a:xfrm>
            <a:off x="5301014" y="3672883"/>
            <a:ext cx="350079" cy="350079"/>
            <a:chOff x="3860400" y="3955025"/>
            <a:chExt cx="296175" cy="296175"/>
          </a:xfrm>
        </p:grpSpPr>
        <p:sp>
          <p:nvSpPr>
            <p:cNvPr id="6438" name="Google Shape;6438;p64"/>
            <p:cNvSpPr/>
            <p:nvPr/>
          </p:nvSpPr>
          <p:spPr>
            <a:xfrm>
              <a:off x="3973825" y="3955025"/>
              <a:ext cx="68525" cy="68550"/>
            </a:xfrm>
            <a:custGeom>
              <a:avLst/>
              <a:gdLst/>
              <a:ahLst/>
              <a:cxnLst/>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64"/>
            <p:cNvSpPr/>
            <p:nvPr/>
          </p:nvSpPr>
          <p:spPr>
            <a:xfrm>
              <a:off x="3947025" y="4021975"/>
              <a:ext cx="122125" cy="71700"/>
            </a:xfrm>
            <a:custGeom>
              <a:avLst/>
              <a:gdLst/>
              <a:ahLst/>
              <a:cxnLst/>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64"/>
            <p:cNvSpPr/>
            <p:nvPr/>
          </p:nvSpPr>
          <p:spPr>
            <a:xfrm>
              <a:off x="4086450" y="4145650"/>
              <a:ext cx="70125" cy="104775"/>
            </a:xfrm>
            <a:custGeom>
              <a:avLst/>
              <a:gdLst/>
              <a:ahLst/>
              <a:cxnLst/>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64"/>
            <p:cNvSpPr/>
            <p:nvPr/>
          </p:nvSpPr>
          <p:spPr>
            <a:xfrm>
              <a:off x="3860400" y="4180300"/>
              <a:ext cx="70125" cy="70125"/>
            </a:xfrm>
            <a:custGeom>
              <a:avLst/>
              <a:gdLst/>
              <a:ahLst/>
              <a:cxnLst/>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64"/>
            <p:cNvSpPr/>
            <p:nvPr/>
          </p:nvSpPr>
          <p:spPr>
            <a:xfrm>
              <a:off x="3947025" y="4111775"/>
              <a:ext cx="122125" cy="139425"/>
            </a:xfrm>
            <a:custGeom>
              <a:avLst/>
              <a:gdLst/>
              <a:ahLst/>
              <a:cxnLst/>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3" name="Google Shape;6443;p64"/>
          <p:cNvGrpSpPr/>
          <p:nvPr/>
        </p:nvGrpSpPr>
        <p:grpSpPr>
          <a:xfrm>
            <a:off x="7516230" y="2749281"/>
            <a:ext cx="355664" cy="349133"/>
            <a:chOff x="5716825" y="3235950"/>
            <a:chExt cx="300900" cy="295375"/>
          </a:xfrm>
        </p:grpSpPr>
        <p:sp>
          <p:nvSpPr>
            <p:cNvPr id="6444" name="Google Shape;6444;p64"/>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64"/>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6" name="Google Shape;6446;p64"/>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7" name="Google Shape;6447;p64"/>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8" name="Google Shape;6448;p64"/>
          <p:cNvGrpSpPr/>
          <p:nvPr/>
        </p:nvGrpSpPr>
        <p:grpSpPr>
          <a:xfrm>
            <a:off x="7529261" y="3207969"/>
            <a:ext cx="329601" cy="327739"/>
            <a:chOff x="5727850" y="3609275"/>
            <a:chExt cx="278850" cy="277275"/>
          </a:xfrm>
        </p:grpSpPr>
        <p:sp>
          <p:nvSpPr>
            <p:cNvPr id="6449" name="Google Shape;6449;p64"/>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64"/>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64"/>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2" name="Google Shape;6452;p64"/>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3" name="Google Shape;6453;p64"/>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4" name="Google Shape;6454;p64"/>
          <p:cNvGrpSpPr/>
          <p:nvPr/>
        </p:nvGrpSpPr>
        <p:grpSpPr>
          <a:xfrm>
            <a:off x="7540446" y="3673356"/>
            <a:ext cx="307231" cy="349133"/>
            <a:chOff x="5736525" y="3963700"/>
            <a:chExt cx="259925" cy="295375"/>
          </a:xfrm>
        </p:grpSpPr>
        <p:sp>
          <p:nvSpPr>
            <p:cNvPr id="6455" name="Google Shape;6455;p64"/>
            <p:cNvSpPr/>
            <p:nvPr/>
          </p:nvSpPr>
          <p:spPr>
            <a:xfrm>
              <a:off x="5736525" y="4153525"/>
              <a:ext cx="121300" cy="105550"/>
            </a:xfrm>
            <a:custGeom>
              <a:avLst/>
              <a:gdLst/>
              <a:ahLst/>
              <a:cxnLst/>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6" name="Google Shape;6456;p64"/>
            <p:cNvSpPr/>
            <p:nvPr/>
          </p:nvSpPr>
          <p:spPr>
            <a:xfrm>
              <a:off x="5833400" y="4168475"/>
              <a:ext cx="66975" cy="33900"/>
            </a:xfrm>
            <a:custGeom>
              <a:avLst/>
              <a:gdLst/>
              <a:ahLst/>
              <a:cxnLst/>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7" name="Google Shape;6457;p64"/>
            <p:cNvSpPr/>
            <p:nvPr/>
          </p:nvSpPr>
          <p:spPr>
            <a:xfrm>
              <a:off x="5875925" y="4153525"/>
              <a:ext cx="120525" cy="105550"/>
            </a:xfrm>
            <a:custGeom>
              <a:avLst/>
              <a:gdLst/>
              <a:ahLst/>
              <a:cxnLst/>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8" name="Google Shape;6458;p64"/>
            <p:cNvSpPr/>
            <p:nvPr/>
          </p:nvSpPr>
          <p:spPr>
            <a:xfrm>
              <a:off x="5754625" y="3963700"/>
              <a:ext cx="224500" cy="154400"/>
            </a:xfrm>
            <a:custGeom>
              <a:avLst/>
              <a:gdLst/>
              <a:ahLst/>
              <a:cxnLst/>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9" name="Google Shape;6459;p64"/>
            <p:cNvSpPr/>
            <p:nvPr/>
          </p:nvSpPr>
          <p:spPr>
            <a:xfrm>
              <a:off x="5806625" y="3998350"/>
              <a:ext cx="69325" cy="52025"/>
            </a:xfrm>
            <a:custGeom>
              <a:avLst/>
              <a:gdLst/>
              <a:ahLst/>
              <a:cxnLst/>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0" name="Google Shape;6460;p64"/>
            <p:cNvSpPr/>
            <p:nvPr/>
          </p:nvSpPr>
          <p:spPr>
            <a:xfrm>
              <a:off x="5893250" y="3999150"/>
              <a:ext cx="34675" cy="51225"/>
            </a:xfrm>
            <a:custGeom>
              <a:avLst/>
              <a:gdLst/>
              <a:ahLst/>
              <a:cxnLst/>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1" name="Google Shape;6461;p64"/>
            <p:cNvSpPr/>
            <p:nvPr/>
          </p:nvSpPr>
          <p:spPr>
            <a:xfrm>
              <a:off x="5806625" y="4049550"/>
              <a:ext cx="121300" cy="104000"/>
            </a:xfrm>
            <a:custGeom>
              <a:avLst/>
              <a:gdLst/>
              <a:ahLst/>
              <a:cxnLst/>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2" name="Google Shape;6462;p64"/>
          <p:cNvGrpSpPr/>
          <p:nvPr/>
        </p:nvGrpSpPr>
        <p:grpSpPr>
          <a:xfrm>
            <a:off x="6632026" y="4122683"/>
            <a:ext cx="351024" cy="350079"/>
            <a:chOff x="6553275" y="3604550"/>
            <a:chExt cx="296975" cy="296175"/>
          </a:xfrm>
        </p:grpSpPr>
        <p:sp>
          <p:nvSpPr>
            <p:cNvPr id="6463" name="Google Shape;6463;p64"/>
            <p:cNvSpPr/>
            <p:nvPr/>
          </p:nvSpPr>
          <p:spPr>
            <a:xfrm>
              <a:off x="6657250" y="3604550"/>
              <a:ext cx="86650" cy="86650"/>
            </a:xfrm>
            <a:custGeom>
              <a:avLst/>
              <a:gdLst/>
              <a:ahLst/>
              <a:cxnLst/>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4" name="Google Shape;6464;p64"/>
            <p:cNvSpPr/>
            <p:nvPr/>
          </p:nvSpPr>
          <p:spPr>
            <a:xfrm>
              <a:off x="6553275" y="3777825"/>
              <a:ext cx="296975" cy="122900"/>
            </a:xfrm>
            <a:custGeom>
              <a:avLst/>
              <a:gdLst/>
              <a:ahLst/>
              <a:cxnLst/>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5" name="Google Shape;6465;p64"/>
            <p:cNvSpPr/>
            <p:nvPr/>
          </p:nvSpPr>
          <p:spPr>
            <a:xfrm>
              <a:off x="6755700" y="3640000"/>
              <a:ext cx="74850" cy="121300"/>
            </a:xfrm>
            <a:custGeom>
              <a:avLst/>
              <a:gdLst/>
              <a:ahLst/>
              <a:cxnLst/>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6" name="Google Shape;6466;p64"/>
            <p:cNvSpPr/>
            <p:nvPr/>
          </p:nvSpPr>
          <p:spPr>
            <a:xfrm>
              <a:off x="6570600" y="3640000"/>
              <a:ext cx="74850" cy="121300"/>
            </a:xfrm>
            <a:custGeom>
              <a:avLst/>
              <a:gdLst/>
              <a:ahLst/>
              <a:cxnLst/>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7" name="Google Shape;6467;p64"/>
            <p:cNvSpPr/>
            <p:nvPr/>
          </p:nvSpPr>
          <p:spPr>
            <a:xfrm>
              <a:off x="6707650" y="3688025"/>
              <a:ext cx="70925" cy="70925"/>
            </a:xfrm>
            <a:custGeom>
              <a:avLst/>
              <a:gdLst/>
              <a:ahLst/>
              <a:cxnLst/>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64"/>
            <p:cNvSpPr/>
            <p:nvPr/>
          </p:nvSpPr>
          <p:spPr>
            <a:xfrm>
              <a:off x="6621025" y="3688825"/>
              <a:ext cx="70900" cy="73275"/>
            </a:xfrm>
            <a:custGeom>
              <a:avLst/>
              <a:gdLst/>
              <a:ahLst/>
              <a:cxnLst/>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69" name="Google Shape;6469;p64"/>
          <p:cNvSpPr txBox="1"/>
          <p:nvPr/>
        </p:nvSpPr>
        <p:spPr>
          <a:xfrm>
            <a:off x="826588"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Business Icons</a:t>
            </a:r>
            <a:endParaRPr sz="2400">
              <a:solidFill>
                <a:schemeClr val="lt1"/>
              </a:solidFill>
            </a:endParaRPr>
          </a:p>
        </p:txBody>
      </p:sp>
      <p:sp>
        <p:nvSpPr>
          <p:cNvPr id="6470" name="Google Shape;6470;p64"/>
          <p:cNvSpPr txBox="1"/>
          <p:nvPr/>
        </p:nvSpPr>
        <p:spPr>
          <a:xfrm>
            <a:off x="4835313"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Teamwork Icons</a:t>
            </a:r>
            <a:endParaRPr sz="24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6474"/>
        <p:cNvGrpSpPr/>
        <p:nvPr/>
      </p:nvGrpSpPr>
      <p:grpSpPr>
        <a:xfrm>
          <a:off x="0" y="0"/>
          <a:ext cx="0" cy="0"/>
          <a:chOff x="0" y="0"/>
          <a:chExt cx="0" cy="0"/>
        </a:xfrm>
      </p:grpSpPr>
      <p:grpSp>
        <p:nvGrpSpPr>
          <p:cNvPr id="6475" name="Google Shape;6475;p65"/>
          <p:cNvGrpSpPr/>
          <p:nvPr/>
        </p:nvGrpSpPr>
        <p:grpSpPr>
          <a:xfrm>
            <a:off x="859032" y="1380546"/>
            <a:ext cx="294401" cy="353645"/>
            <a:chOff x="-35814600" y="3202075"/>
            <a:chExt cx="242625" cy="291450"/>
          </a:xfrm>
        </p:grpSpPr>
        <p:sp>
          <p:nvSpPr>
            <p:cNvPr id="6476" name="Google Shape;6476;p65"/>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65"/>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65"/>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9" name="Google Shape;6479;p65"/>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0" name="Google Shape;6480;p65"/>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1" name="Google Shape;6481;p65"/>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2" name="Google Shape;6482;p65"/>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3" name="Google Shape;6483;p65"/>
          <p:cNvGrpSpPr/>
          <p:nvPr/>
        </p:nvGrpSpPr>
        <p:grpSpPr>
          <a:xfrm>
            <a:off x="829410" y="1821466"/>
            <a:ext cx="353645" cy="353888"/>
            <a:chOff x="-35839800" y="3561025"/>
            <a:chExt cx="291450" cy="291650"/>
          </a:xfrm>
        </p:grpSpPr>
        <p:sp>
          <p:nvSpPr>
            <p:cNvPr id="6484" name="Google Shape;6484;p65"/>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5" name="Google Shape;6485;p65"/>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6" name="Google Shape;6486;p65"/>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7" name="Google Shape;6487;p65"/>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8" name="Google Shape;6488;p65"/>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9" name="Google Shape;6489;p65"/>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65"/>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1" name="Google Shape;6491;p65"/>
          <p:cNvSpPr/>
          <p:nvPr/>
        </p:nvSpPr>
        <p:spPr>
          <a:xfrm>
            <a:off x="827834" y="2257004"/>
            <a:ext cx="355557" cy="353645"/>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92" name="Google Shape;6492;p65"/>
          <p:cNvGrpSpPr/>
          <p:nvPr/>
        </p:nvGrpSpPr>
        <p:grpSpPr>
          <a:xfrm>
            <a:off x="3066955" y="1380546"/>
            <a:ext cx="353645" cy="353645"/>
            <a:chOff x="-34003850" y="3227275"/>
            <a:chExt cx="291450" cy="291450"/>
          </a:xfrm>
        </p:grpSpPr>
        <p:sp>
          <p:nvSpPr>
            <p:cNvPr id="6493" name="Google Shape;6493;p65"/>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4" name="Google Shape;6494;p65"/>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5" name="Google Shape;6495;p65"/>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65"/>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65"/>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8" name="Google Shape;6498;p65"/>
          <p:cNvGrpSpPr/>
          <p:nvPr/>
        </p:nvGrpSpPr>
        <p:grpSpPr>
          <a:xfrm>
            <a:off x="3066485" y="1821238"/>
            <a:ext cx="354586" cy="354343"/>
            <a:chOff x="-34004625" y="3585850"/>
            <a:chExt cx="292225" cy="292025"/>
          </a:xfrm>
        </p:grpSpPr>
        <p:sp>
          <p:nvSpPr>
            <p:cNvPr id="6499" name="Google Shape;6499;p65"/>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0" name="Google Shape;6500;p65"/>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1" name="Google Shape;6501;p65"/>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2" name="Google Shape;6502;p65"/>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3" name="Google Shape;6503;p65"/>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4" name="Google Shape;6504;p65"/>
          <p:cNvGrpSpPr/>
          <p:nvPr/>
        </p:nvGrpSpPr>
        <p:grpSpPr>
          <a:xfrm>
            <a:off x="3066000" y="2256439"/>
            <a:ext cx="355557" cy="354616"/>
            <a:chOff x="-34005425" y="3945575"/>
            <a:chExt cx="293025" cy="292250"/>
          </a:xfrm>
        </p:grpSpPr>
        <p:sp>
          <p:nvSpPr>
            <p:cNvPr id="6505" name="Google Shape;6505;p65"/>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6" name="Google Shape;6506;p65"/>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7" name="Google Shape;6507;p65"/>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8" name="Google Shape;6508;p65"/>
          <p:cNvGrpSpPr/>
          <p:nvPr/>
        </p:nvGrpSpPr>
        <p:grpSpPr>
          <a:xfrm>
            <a:off x="1713099" y="2729615"/>
            <a:ext cx="358408" cy="355557"/>
            <a:chOff x="-32174975" y="3192625"/>
            <a:chExt cx="295375" cy="293025"/>
          </a:xfrm>
        </p:grpSpPr>
        <p:sp>
          <p:nvSpPr>
            <p:cNvPr id="6509" name="Google Shape;6509;p65"/>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0" name="Google Shape;6510;p65"/>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1" name="Google Shape;6511;p65"/>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2" name="Google Shape;6512;p65"/>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13" name="Google Shape;6513;p65"/>
          <p:cNvSpPr/>
          <p:nvPr/>
        </p:nvSpPr>
        <p:spPr>
          <a:xfrm>
            <a:off x="1710145" y="3200679"/>
            <a:ext cx="363201" cy="354859"/>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4" name="Google Shape;6514;p65"/>
          <p:cNvSpPr/>
          <p:nvPr/>
        </p:nvSpPr>
        <p:spPr>
          <a:xfrm>
            <a:off x="1714923" y="3665764"/>
            <a:ext cx="353645" cy="354586"/>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5" name="Google Shape;6515;p65"/>
          <p:cNvGrpSpPr/>
          <p:nvPr/>
        </p:nvGrpSpPr>
        <p:grpSpPr>
          <a:xfrm>
            <a:off x="3952249" y="2730570"/>
            <a:ext cx="354586" cy="353645"/>
            <a:chOff x="-30345325" y="3184750"/>
            <a:chExt cx="292225" cy="291450"/>
          </a:xfrm>
        </p:grpSpPr>
        <p:sp>
          <p:nvSpPr>
            <p:cNvPr id="6516" name="Google Shape;6516;p65"/>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65"/>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65"/>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65"/>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0" name="Google Shape;6520;p65"/>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1" name="Google Shape;6521;p65"/>
          <p:cNvGrpSpPr/>
          <p:nvPr/>
        </p:nvGrpSpPr>
        <p:grpSpPr>
          <a:xfrm>
            <a:off x="1277001" y="1380546"/>
            <a:ext cx="353645" cy="353645"/>
            <a:chOff x="-35481425" y="3202075"/>
            <a:chExt cx="291450" cy="291450"/>
          </a:xfrm>
        </p:grpSpPr>
        <p:sp>
          <p:nvSpPr>
            <p:cNvPr id="6522" name="Google Shape;6522;p65"/>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3" name="Google Shape;6523;p65"/>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4" name="Google Shape;6524;p65"/>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5" name="Google Shape;6525;p65"/>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6" name="Google Shape;6526;p65"/>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65"/>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65"/>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9" name="Google Shape;6529;p65"/>
          <p:cNvGrpSpPr/>
          <p:nvPr/>
        </p:nvGrpSpPr>
        <p:grpSpPr>
          <a:xfrm>
            <a:off x="1276531" y="1822072"/>
            <a:ext cx="354586" cy="352675"/>
            <a:chOff x="-35482200" y="3561225"/>
            <a:chExt cx="292225" cy="290650"/>
          </a:xfrm>
        </p:grpSpPr>
        <p:sp>
          <p:nvSpPr>
            <p:cNvPr id="6530" name="Google Shape;6530;p65"/>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65"/>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65"/>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3" name="Google Shape;6533;p65"/>
          <p:cNvGrpSpPr/>
          <p:nvPr/>
        </p:nvGrpSpPr>
        <p:grpSpPr>
          <a:xfrm>
            <a:off x="1277001" y="2256940"/>
            <a:ext cx="353645" cy="353615"/>
            <a:chOff x="-35481425" y="3919600"/>
            <a:chExt cx="291450" cy="291425"/>
          </a:xfrm>
        </p:grpSpPr>
        <p:sp>
          <p:nvSpPr>
            <p:cNvPr id="6534" name="Google Shape;6534;p65"/>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65"/>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65"/>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65"/>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65"/>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9" name="Google Shape;6539;p65"/>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0" name="Google Shape;6540;p65"/>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1" name="Google Shape;6541;p65"/>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2" name="Google Shape;6542;p65"/>
          <p:cNvGrpSpPr/>
          <p:nvPr/>
        </p:nvGrpSpPr>
        <p:grpSpPr>
          <a:xfrm>
            <a:off x="3512636" y="1381031"/>
            <a:ext cx="357468" cy="352675"/>
            <a:chOff x="-33645475" y="3228075"/>
            <a:chExt cx="294600" cy="290650"/>
          </a:xfrm>
        </p:grpSpPr>
        <p:sp>
          <p:nvSpPr>
            <p:cNvPr id="6543" name="Google Shape;6543;p65"/>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4" name="Google Shape;6544;p65"/>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5" name="Google Shape;6545;p65"/>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6" name="Google Shape;6546;p65"/>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7" name="Google Shape;6547;p65"/>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8" name="Google Shape;6548;p65"/>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9" name="Google Shape;6549;p65"/>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0" name="Google Shape;6550;p65"/>
          <p:cNvGrpSpPr/>
          <p:nvPr/>
        </p:nvGrpSpPr>
        <p:grpSpPr>
          <a:xfrm>
            <a:off x="3513606" y="1821116"/>
            <a:ext cx="355526" cy="354586"/>
            <a:chOff x="-33646250" y="3586425"/>
            <a:chExt cx="293000" cy="292225"/>
          </a:xfrm>
        </p:grpSpPr>
        <p:sp>
          <p:nvSpPr>
            <p:cNvPr id="6551" name="Google Shape;6551;p65"/>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2" name="Google Shape;6552;p65"/>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3" name="Google Shape;6553;p65"/>
          <p:cNvGrpSpPr/>
          <p:nvPr/>
        </p:nvGrpSpPr>
        <p:grpSpPr>
          <a:xfrm>
            <a:off x="3514076" y="2255969"/>
            <a:ext cx="354586" cy="355557"/>
            <a:chOff x="-33645475" y="3944800"/>
            <a:chExt cx="292225" cy="293025"/>
          </a:xfrm>
        </p:grpSpPr>
        <p:sp>
          <p:nvSpPr>
            <p:cNvPr id="6554" name="Google Shape;6554;p65"/>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5" name="Google Shape;6555;p65"/>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6" name="Google Shape;6556;p65"/>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7" name="Google Shape;6557;p65"/>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8" name="Google Shape;6558;p65"/>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9" name="Google Shape;6559;p65"/>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65"/>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1" name="Google Shape;6561;p65"/>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2" name="Google Shape;6562;p65"/>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65"/>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4" name="Google Shape;6564;p65"/>
          <p:cNvGrpSpPr/>
          <p:nvPr/>
        </p:nvGrpSpPr>
        <p:grpSpPr>
          <a:xfrm>
            <a:off x="2167295" y="2729706"/>
            <a:ext cx="352675" cy="355375"/>
            <a:chOff x="-31809525" y="3192625"/>
            <a:chExt cx="290650" cy="292875"/>
          </a:xfrm>
        </p:grpSpPr>
        <p:sp>
          <p:nvSpPr>
            <p:cNvPr id="6565" name="Google Shape;6565;p65"/>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6" name="Google Shape;6566;p65"/>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7" name="Google Shape;6567;p65"/>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8" name="Google Shape;6568;p65"/>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9" name="Google Shape;6569;p65"/>
          <p:cNvGrpSpPr/>
          <p:nvPr/>
        </p:nvGrpSpPr>
        <p:grpSpPr>
          <a:xfrm>
            <a:off x="2166810" y="3200258"/>
            <a:ext cx="353645" cy="355557"/>
            <a:chOff x="-31811100" y="3550975"/>
            <a:chExt cx="291450" cy="293025"/>
          </a:xfrm>
        </p:grpSpPr>
        <p:sp>
          <p:nvSpPr>
            <p:cNvPr id="6570" name="Google Shape;6570;p65"/>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1" name="Google Shape;6571;p65"/>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2" name="Google Shape;6572;p65"/>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3" name="Google Shape;6573;p65"/>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4" name="Google Shape;6574;p65"/>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65"/>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6" name="Google Shape;6576;p65"/>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7" name="Google Shape;6577;p65"/>
          <p:cNvGrpSpPr/>
          <p:nvPr/>
        </p:nvGrpSpPr>
        <p:grpSpPr>
          <a:xfrm>
            <a:off x="2160606" y="3664562"/>
            <a:ext cx="366052" cy="356831"/>
            <a:chOff x="-31817400" y="3910025"/>
            <a:chExt cx="301675" cy="294075"/>
          </a:xfrm>
        </p:grpSpPr>
        <p:sp>
          <p:nvSpPr>
            <p:cNvPr id="6578" name="Google Shape;6578;p65"/>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9" name="Google Shape;6579;p65"/>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0" name="Google Shape;6580;p65"/>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1" name="Google Shape;6581;p65"/>
          <p:cNvGrpSpPr/>
          <p:nvPr/>
        </p:nvGrpSpPr>
        <p:grpSpPr>
          <a:xfrm>
            <a:off x="3952234" y="3200743"/>
            <a:ext cx="354616" cy="354586"/>
            <a:chOff x="-30354000" y="3569100"/>
            <a:chExt cx="292250" cy="292225"/>
          </a:xfrm>
        </p:grpSpPr>
        <p:sp>
          <p:nvSpPr>
            <p:cNvPr id="6582" name="Google Shape;6582;p65"/>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65"/>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4" name="Google Shape;6584;p65"/>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5" name="Google Shape;6585;p65"/>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6" name="Google Shape;6586;p65"/>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65"/>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8" name="Google Shape;6588;p65"/>
          <p:cNvGrpSpPr/>
          <p:nvPr/>
        </p:nvGrpSpPr>
        <p:grpSpPr>
          <a:xfrm>
            <a:off x="1730812" y="1380546"/>
            <a:ext cx="342148" cy="353645"/>
            <a:chOff x="-35118325" y="3202075"/>
            <a:chExt cx="281975" cy="291450"/>
          </a:xfrm>
        </p:grpSpPr>
        <p:sp>
          <p:nvSpPr>
            <p:cNvPr id="6589" name="Google Shape;6589;p65"/>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0" name="Google Shape;6590;p65"/>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1" name="Google Shape;6591;p65"/>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2" name="Google Shape;6592;p65"/>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3" name="Google Shape;6593;p65"/>
          <p:cNvGrpSpPr/>
          <p:nvPr/>
        </p:nvGrpSpPr>
        <p:grpSpPr>
          <a:xfrm>
            <a:off x="1724593" y="1821799"/>
            <a:ext cx="354586" cy="353221"/>
            <a:chOff x="-35123050" y="3561225"/>
            <a:chExt cx="292225" cy="291100"/>
          </a:xfrm>
        </p:grpSpPr>
        <p:sp>
          <p:nvSpPr>
            <p:cNvPr id="6594" name="Google Shape;6594;p65"/>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5" name="Google Shape;6595;p65"/>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6" name="Google Shape;6596;p65"/>
          <p:cNvGrpSpPr/>
          <p:nvPr/>
        </p:nvGrpSpPr>
        <p:grpSpPr>
          <a:xfrm>
            <a:off x="1766652" y="2256940"/>
            <a:ext cx="270467" cy="353615"/>
            <a:chOff x="-35089175" y="3919600"/>
            <a:chExt cx="222900" cy="291425"/>
          </a:xfrm>
        </p:grpSpPr>
        <p:sp>
          <p:nvSpPr>
            <p:cNvPr id="6597" name="Google Shape;6597;p65"/>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8" name="Google Shape;6598;p65"/>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9" name="Google Shape;6599;p65"/>
          <p:cNvGrpSpPr/>
          <p:nvPr/>
        </p:nvGrpSpPr>
        <p:grpSpPr>
          <a:xfrm>
            <a:off x="3963648" y="1380303"/>
            <a:ext cx="336445" cy="354131"/>
            <a:chOff x="-33277650" y="3226875"/>
            <a:chExt cx="277275" cy="291850"/>
          </a:xfrm>
        </p:grpSpPr>
        <p:sp>
          <p:nvSpPr>
            <p:cNvPr id="6600" name="Google Shape;6600;p65"/>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1" name="Google Shape;6601;p65"/>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2" name="Google Shape;6602;p65"/>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3" name="Google Shape;6603;p65"/>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4" name="Google Shape;6604;p65"/>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5" name="Google Shape;6605;p65"/>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6" name="Google Shape;6606;p65"/>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7" name="Google Shape;6607;p65"/>
          <p:cNvGrpSpPr/>
          <p:nvPr/>
        </p:nvGrpSpPr>
        <p:grpSpPr>
          <a:xfrm>
            <a:off x="3955048" y="1821587"/>
            <a:ext cx="353645" cy="353645"/>
            <a:chOff x="-33286325" y="3586425"/>
            <a:chExt cx="291450" cy="291450"/>
          </a:xfrm>
        </p:grpSpPr>
        <p:sp>
          <p:nvSpPr>
            <p:cNvPr id="6608" name="Google Shape;6608;p65"/>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9" name="Google Shape;6609;p65"/>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0" name="Google Shape;6610;p65"/>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1" name="Google Shape;6611;p65"/>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2" name="Google Shape;6612;p65"/>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3" name="Google Shape;6613;p65"/>
          <p:cNvGrpSpPr/>
          <p:nvPr/>
        </p:nvGrpSpPr>
        <p:grpSpPr>
          <a:xfrm>
            <a:off x="3955048" y="2255969"/>
            <a:ext cx="353645" cy="355557"/>
            <a:chOff x="-33286325" y="3944800"/>
            <a:chExt cx="291450" cy="293025"/>
          </a:xfrm>
        </p:grpSpPr>
        <p:sp>
          <p:nvSpPr>
            <p:cNvPr id="6614" name="Google Shape;6614;p65"/>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5" name="Google Shape;6615;p65"/>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6" name="Google Shape;6616;p65"/>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7" name="Google Shape;6617;p65"/>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8" name="Google Shape;6618;p65"/>
          <p:cNvGrpSpPr/>
          <p:nvPr/>
        </p:nvGrpSpPr>
        <p:grpSpPr>
          <a:xfrm>
            <a:off x="2613445" y="2729129"/>
            <a:ext cx="353645" cy="356527"/>
            <a:chOff x="-31452725" y="3191825"/>
            <a:chExt cx="291450" cy="293825"/>
          </a:xfrm>
        </p:grpSpPr>
        <p:sp>
          <p:nvSpPr>
            <p:cNvPr id="6619" name="Google Shape;6619;p65"/>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0" name="Google Shape;6620;p65"/>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1" name="Google Shape;6621;p65"/>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2" name="Google Shape;6622;p65"/>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3" name="Google Shape;6623;p65"/>
          <p:cNvGrpSpPr/>
          <p:nvPr/>
        </p:nvGrpSpPr>
        <p:grpSpPr>
          <a:xfrm>
            <a:off x="2612975" y="3200744"/>
            <a:ext cx="354586" cy="354586"/>
            <a:chOff x="-31452725" y="3551775"/>
            <a:chExt cx="292225" cy="292225"/>
          </a:xfrm>
        </p:grpSpPr>
        <p:sp>
          <p:nvSpPr>
            <p:cNvPr id="6624" name="Google Shape;6624;p65"/>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5" name="Google Shape;6625;p65"/>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6" name="Google Shape;6626;p65"/>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65"/>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8" name="Google Shape;6628;p65"/>
          <p:cNvGrpSpPr/>
          <p:nvPr/>
        </p:nvGrpSpPr>
        <p:grpSpPr>
          <a:xfrm>
            <a:off x="2611534" y="3664729"/>
            <a:ext cx="357468" cy="356497"/>
            <a:chOff x="-31455100" y="3909350"/>
            <a:chExt cx="294600" cy="293800"/>
          </a:xfrm>
        </p:grpSpPr>
        <p:sp>
          <p:nvSpPr>
            <p:cNvPr id="6629" name="Google Shape;6629;p65"/>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0" name="Google Shape;6630;p65"/>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1" name="Google Shape;6631;p65"/>
          <p:cNvGrpSpPr/>
          <p:nvPr/>
        </p:nvGrpSpPr>
        <p:grpSpPr>
          <a:xfrm>
            <a:off x="3952719" y="3665684"/>
            <a:ext cx="353645" cy="354586"/>
            <a:chOff x="-30345325" y="3918800"/>
            <a:chExt cx="291450" cy="292225"/>
          </a:xfrm>
        </p:grpSpPr>
        <p:sp>
          <p:nvSpPr>
            <p:cNvPr id="6632" name="Google Shape;6632;p65"/>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3" name="Google Shape;6633;p65"/>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65"/>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5" name="Google Shape;6635;p65"/>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6" name="Google Shape;6636;p65"/>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7" name="Google Shape;6637;p65"/>
          <p:cNvGrpSpPr/>
          <p:nvPr/>
        </p:nvGrpSpPr>
        <p:grpSpPr>
          <a:xfrm>
            <a:off x="2172184" y="1821587"/>
            <a:ext cx="353645" cy="353645"/>
            <a:chOff x="-34763900" y="3561225"/>
            <a:chExt cx="291450" cy="291450"/>
          </a:xfrm>
        </p:grpSpPr>
        <p:sp>
          <p:nvSpPr>
            <p:cNvPr id="6638" name="Google Shape;6638;p65"/>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9" name="Google Shape;6639;p65"/>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0" name="Google Shape;6640;p65"/>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41" name="Google Shape;6641;p65"/>
          <p:cNvSpPr/>
          <p:nvPr/>
        </p:nvSpPr>
        <p:spPr>
          <a:xfrm>
            <a:off x="2171583" y="2257019"/>
            <a:ext cx="353645" cy="353615"/>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42" name="Google Shape;6642;p65"/>
          <p:cNvGrpSpPr/>
          <p:nvPr/>
        </p:nvGrpSpPr>
        <p:grpSpPr>
          <a:xfrm>
            <a:off x="827081" y="2730099"/>
            <a:ext cx="354586" cy="354586"/>
            <a:chOff x="-32927950" y="3227275"/>
            <a:chExt cx="292225" cy="292225"/>
          </a:xfrm>
        </p:grpSpPr>
        <p:sp>
          <p:nvSpPr>
            <p:cNvPr id="6643" name="Google Shape;6643;p65"/>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4" name="Google Shape;6644;p65"/>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5" name="Google Shape;6645;p65"/>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6" name="Google Shape;6646;p65"/>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7" name="Google Shape;6647;p65"/>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8" name="Google Shape;6648;p65"/>
          <p:cNvGrpSpPr/>
          <p:nvPr/>
        </p:nvGrpSpPr>
        <p:grpSpPr>
          <a:xfrm>
            <a:off x="826596" y="3201213"/>
            <a:ext cx="355557" cy="353645"/>
            <a:chOff x="-32927950" y="3586425"/>
            <a:chExt cx="293025" cy="291450"/>
          </a:xfrm>
        </p:grpSpPr>
        <p:sp>
          <p:nvSpPr>
            <p:cNvPr id="6649" name="Google Shape;6649;p65"/>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0" name="Google Shape;6650;p65"/>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1" name="Google Shape;6651;p65"/>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2" name="Google Shape;6652;p65"/>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3" name="Google Shape;6653;p65"/>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4" name="Google Shape;6654;p65"/>
          <p:cNvGrpSpPr/>
          <p:nvPr/>
        </p:nvGrpSpPr>
        <p:grpSpPr>
          <a:xfrm>
            <a:off x="827081" y="3665198"/>
            <a:ext cx="354586" cy="355557"/>
            <a:chOff x="-32927950" y="3944800"/>
            <a:chExt cx="292225" cy="293025"/>
          </a:xfrm>
        </p:grpSpPr>
        <p:sp>
          <p:nvSpPr>
            <p:cNvPr id="6655" name="Google Shape;6655;p65"/>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6" name="Google Shape;6656;p65"/>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7" name="Google Shape;6657;p65"/>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8" name="Google Shape;6658;p65"/>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9" name="Google Shape;6659;p65"/>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0" name="Google Shape;6660;p65"/>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1" name="Google Shape;6661;p65"/>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2" name="Google Shape;6662;p65"/>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3" name="Google Shape;6663;p65"/>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64" name="Google Shape;6664;p65"/>
          <p:cNvGrpSpPr/>
          <p:nvPr/>
        </p:nvGrpSpPr>
        <p:grpSpPr>
          <a:xfrm>
            <a:off x="3055873" y="2730449"/>
            <a:ext cx="354586" cy="353888"/>
            <a:chOff x="-31094350" y="3194000"/>
            <a:chExt cx="292225" cy="291650"/>
          </a:xfrm>
        </p:grpSpPr>
        <p:sp>
          <p:nvSpPr>
            <p:cNvPr id="6665" name="Google Shape;6665;p65"/>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6" name="Google Shape;6666;p65"/>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7" name="Google Shape;6667;p65"/>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8" name="Google Shape;6668;p65"/>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9" name="Google Shape;6669;p65"/>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0" name="Google Shape;6670;p65"/>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1" name="Google Shape;6671;p65"/>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2" name="Google Shape;6672;p65"/>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73" name="Google Shape;6673;p65"/>
          <p:cNvGrpSpPr/>
          <p:nvPr/>
        </p:nvGrpSpPr>
        <p:grpSpPr>
          <a:xfrm>
            <a:off x="3056343" y="3200941"/>
            <a:ext cx="353645" cy="354191"/>
            <a:chOff x="-31093575" y="3552550"/>
            <a:chExt cx="291450" cy="291900"/>
          </a:xfrm>
        </p:grpSpPr>
        <p:sp>
          <p:nvSpPr>
            <p:cNvPr id="6674" name="Google Shape;6674;p65"/>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5" name="Google Shape;6675;p65"/>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6" name="Google Shape;6676;p65"/>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7" name="Google Shape;6677;p65"/>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78" name="Google Shape;6678;p65"/>
          <p:cNvGrpSpPr/>
          <p:nvPr/>
        </p:nvGrpSpPr>
        <p:grpSpPr>
          <a:xfrm>
            <a:off x="2182711" y="1380546"/>
            <a:ext cx="332593" cy="353645"/>
            <a:chOff x="-34755225" y="3202075"/>
            <a:chExt cx="274100" cy="291450"/>
          </a:xfrm>
        </p:grpSpPr>
        <p:sp>
          <p:nvSpPr>
            <p:cNvPr id="6679" name="Google Shape;6679;p65"/>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0" name="Google Shape;6680;p65"/>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1" name="Google Shape;6681;p65"/>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2" name="Google Shape;6682;p65"/>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3" name="Google Shape;6683;p65"/>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4" name="Google Shape;6684;p65"/>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5" name="Google Shape;6685;p65"/>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6" name="Google Shape;6686;p65"/>
          <p:cNvGrpSpPr/>
          <p:nvPr/>
        </p:nvGrpSpPr>
        <p:grpSpPr>
          <a:xfrm>
            <a:off x="3056343" y="3666169"/>
            <a:ext cx="353645" cy="353615"/>
            <a:chOff x="-31093575" y="3911725"/>
            <a:chExt cx="291450" cy="291425"/>
          </a:xfrm>
        </p:grpSpPr>
        <p:sp>
          <p:nvSpPr>
            <p:cNvPr id="6687" name="Google Shape;6687;p65"/>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8" name="Google Shape;6688;p65"/>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9" name="Google Shape;6689;p65"/>
          <p:cNvGrpSpPr/>
          <p:nvPr/>
        </p:nvGrpSpPr>
        <p:grpSpPr>
          <a:xfrm>
            <a:off x="2165773" y="4123136"/>
            <a:ext cx="356497" cy="354586"/>
            <a:chOff x="-29946000" y="3183175"/>
            <a:chExt cx="293800" cy="292225"/>
          </a:xfrm>
        </p:grpSpPr>
        <p:sp>
          <p:nvSpPr>
            <p:cNvPr id="6690" name="Google Shape;6690;p65"/>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1" name="Google Shape;6691;p65"/>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2" name="Google Shape;6692;p65"/>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3" name="Google Shape;6693;p65"/>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4" name="Google Shape;6694;p65"/>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5" name="Google Shape;6695;p65"/>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6" name="Google Shape;6696;p65"/>
          <p:cNvGrpSpPr/>
          <p:nvPr/>
        </p:nvGrpSpPr>
        <p:grpSpPr>
          <a:xfrm>
            <a:off x="2610305" y="1380289"/>
            <a:ext cx="358408" cy="354161"/>
            <a:chOff x="-34408675" y="3202075"/>
            <a:chExt cx="295375" cy="291875"/>
          </a:xfrm>
        </p:grpSpPr>
        <p:sp>
          <p:nvSpPr>
            <p:cNvPr id="6697" name="Google Shape;6697;p65"/>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8" name="Google Shape;6698;p65"/>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9" name="Google Shape;6699;p65"/>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0" name="Google Shape;6700;p65"/>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1" name="Google Shape;6701;p65"/>
          <p:cNvGrpSpPr/>
          <p:nvPr/>
        </p:nvGrpSpPr>
        <p:grpSpPr>
          <a:xfrm>
            <a:off x="2612216" y="1820283"/>
            <a:ext cx="354586" cy="356254"/>
            <a:chOff x="-34405525" y="3558075"/>
            <a:chExt cx="292225" cy="293600"/>
          </a:xfrm>
        </p:grpSpPr>
        <p:sp>
          <p:nvSpPr>
            <p:cNvPr id="6702" name="Google Shape;6702;p65"/>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3" name="Google Shape;6703;p65"/>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4" name="Google Shape;6704;p65"/>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5" name="Google Shape;6705;p65"/>
          <p:cNvGrpSpPr/>
          <p:nvPr/>
        </p:nvGrpSpPr>
        <p:grpSpPr>
          <a:xfrm>
            <a:off x="2611730" y="2256940"/>
            <a:ext cx="355557" cy="353615"/>
            <a:chOff x="-34406325" y="3919600"/>
            <a:chExt cx="293025" cy="291425"/>
          </a:xfrm>
        </p:grpSpPr>
        <p:sp>
          <p:nvSpPr>
            <p:cNvPr id="6706" name="Google Shape;6706;p65"/>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7" name="Google Shape;6707;p65"/>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8" name="Google Shape;6708;p65"/>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9" name="Google Shape;6709;p65"/>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0" name="Google Shape;6710;p65"/>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1" name="Google Shape;6711;p65"/>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2" name="Google Shape;6712;p65"/>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3" name="Google Shape;6713;p65"/>
          <p:cNvGrpSpPr/>
          <p:nvPr/>
        </p:nvGrpSpPr>
        <p:grpSpPr>
          <a:xfrm>
            <a:off x="1275628" y="2736303"/>
            <a:ext cx="353645" cy="342179"/>
            <a:chOff x="-32568800" y="3232000"/>
            <a:chExt cx="291450" cy="282000"/>
          </a:xfrm>
        </p:grpSpPr>
        <p:sp>
          <p:nvSpPr>
            <p:cNvPr id="6714" name="Google Shape;6714;p65"/>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5" name="Google Shape;6715;p65"/>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6" name="Google Shape;6716;p65"/>
          <p:cNvGrpSpPr/>
          <p:nvPr/>
        </p:nvGrpSpPr>
        <p:grpSpPr>
          <a:xfrm>
            <a:off x="1275158" y="3201213"/>
            <a:ext cx="354586" cy="353645"/>
            <a:chOff x="-32569575" y="3586425"/>
            <a:chExt cx="292225" cy="291450"/>
          </a:xfrm>
        </p:grpSpPr>
        <p:sp>
          <p:nvSpPr>
            <p:cNvPr id="6717" name="Google Shape;6717;p65"/>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8" name="Google Shape;6718;p65"/>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9" name="Google Shape;6719;p65"/>
          <p:cNvGrpSpPr/>
          <p:nvPr/>
        </p:nvGrpSpPr>
        <p:grpSpPr>
          <a:xfrm>
            <a:off x="1266073" y="3665805"/>
            <a:ext cx="372756" cy="354343"/>
            <a:chOff x="-32576675" y="3944600"/>
            <a:chExt cx="307200" cy="292025"/>
          </a:xfrm>
        </p:grpSpPr>
        <p:sp>
          <p:nvSpPr>
            <p:cNvPr id="6720" name="Google Shape;6720;p65"/>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1" name="Google Shape;6721;p65"/>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22" name="Google Shape;6722;p65"/>
          <p:cNvGrpSpPr/>
          <p:nvPr/>
        </p:nvGrpSpPr>
        <p:grpSpPr>
          <a:xfrm>
            <a:off x="3511040" y="2730100"/>
            <a:ext cx="354586" cy="354586"/>
            <a:chOff x="-30735200" y="3192625"/>
            <a:chExt cx="292225" cy="292225"/>
          </a:xfrm>
        </p:grpSpPr>
        <p:sp>
          <p:nvSpPr>
            <p:cNvPr id="6723" name="Google Shape;6723;p65"/>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4" name="Google Shape;6724;p65"/>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5" name="Google Shape;6725;p65"/>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6" name="Google Shape;6726;p65"/>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7" name="Google Shape;6727;p65"/>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8" name="Google Shape;6728;p65"/>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9" name="Google Shape;6729;p65"/>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0" name="Google Shape;6730;p65"/>
          <p:cNvGrpSpPr/>
          <p:nvPr/>
        </p:nvGrpSpPr>
        <p:grpSpPr>
          <a:xfrm>
            <a:off x="3511040" y="3201532"/>
            <a:ext cx="354586" cy="353008"/>
            <a:chOff x="-30735200" y="3552550"/>
            <a:chExt cx="292225" cy="290925"/>
          </a:xfrm>
        </p:grpSpPr>
        <p:sp>
          <p:nvSpPr>
            <p:cNvPr id="6731" name="Google Shape;6731;p65"/>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2" name="Google Shape;6732;p65"/>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3" name="Google Shape;6733;p65"/>
          <p:cNvGrpSpPr/>
          <p:nvPr/>
        </p:nvGrpSpPr>
        <p:grpSpPr>
          <a:xfrm>
            <a:off x="3511040" y="3666154"/>
            <a:ext cx="354586" cy="353645"/>
            <a:chOff x="-30735200" y="3910925"/>
            <a:chExt cx="292225" cy="291450"/>
          </a:xfrm>
        </p:grpSpPr>
        <p:sp>
          <p:nvSpPr>
            <p:cNvPr id="6734" name="Google Shape;6734;p65"/>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5" name="Google Shape;6735;p65"/>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36" name="Google Shape;6736;p65"/>
          <p:cNvSpPr/>
          <p:nvPr/>
        </p:nvSpPr>
        <p:spPr>
          <a:xfrm>
            <a:off x="2614155" y="4123242"/>
            <a:ext cx="354586" cy="353645"/>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37" name="Google Shape;6737;p65"/>
          <p:cNvGrpSpPr/>
          <p:nvPr/>
        </p:nvGrpSpPr>
        <p:grpSpPr>
          <a:xfrm>
            <a:off x="4864547" y="1375808"/>
            <a:ext cx="358971" cy="359224"/>
            <a:chOff x="-57956275" y="3197925"/>
            <a:chExt cx="319000" cy="319225"/>
          </a:xfrm>
        </p:grpSpPr>
        <p:sp>
          <p:nvSpPr>
            <p:cNvPr id="6738" name="Google Shape;6738;p65"/>
            <p:cNvSpPr/>
            <p:nvPr/>
          </p:nvSpPr>
          <p:spPr>
            <a:xfrm>
              <a:off x="-57940525" y="3353300"/>
              <a:ext cx="18150" cy="65400"/>
            </a:xfrm>
            <a:custGeom>
              <a:avLst/>
              <a:gdLst/>
              <a:ahLst/>
              <a:cxnLst/>
              <a:rect l="l" t="t" r="r" b="b"/>
              <a:pathLst>
                <a:path w="726" h="2616" extrusionOk="0">
                  <a:moveTo>
                    <a:pt x="725" y="0"/>
                  </a:moveTo>
                  <a:cubicBezTo>
                    <a:pt x="316" y="284"/>
                    <a:pt x="1" y="756"/>
                    <a:pt x="1" y="1292"/>
                  </a:cubicBezTo>
                  <a:cubicBezTo>
                    <a:pt x="1" y="1859"/>
                    <a:pt x="316" y="2332"/>
                    <a:pt x="725" y="2615"/>
                  </a:cubicBezTo>
                  <a:lnTo>
                    <a:pt x="725" y="2395"/>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9" name="Google Shape;6739;p65"/>
            <p:cNvSpPr/>
            <p:nvPr/>
          </p:nvSpPr>
          <p:spPr>
            <a:xfrm>
              <a:off x="-57679825" y="3353300"/>
              <a:ext cx="18925" cy="65400"/>
            </a:xfrm>
            <a:custGeom>
              <a:avLst/>
              <a:gdLst/>
              <a:ahLst/>
              <a:cxnLst/>
              <a:rect l="l" t="t" r="r" b="b"/>
              <a:pathLst>
                <a:path w="757" h="2616" extrusionOk="0">
                  <a:moveTo>
                    <a:pt x="1" y="0"/>
                  </a:moveTo>
                  <a:lnTo>
                    <a:pt x="1" y="2395"/>
                  </a:lnTo>
                  <a:lnTo>
                    <a:pt x="1" y="2615"/>
                  </a:lnTo>
                  <a:cubicBezTo>
                    <a:pt x="442" y="2332"/>
                    <a:pt x="757" y="1859"/>
                    <a:pt x="757" y="1292"/>
                  </a:cubicBezTo>
                  <a:cubicBezTo>
                    <a:pt x="757" y="756"/>
                    <a:pt x="442" y="28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0" name="Google Shape;6740;p65"/>
            <p:cNvSpPr/>
            <p:nvPr/>
          </p:nvSpPr>
          <p:spPr>
            <a:xfrm>
              <a:off x="-57956275" y="3255625"/>
              <a:ext cx="319000" cy="55175"/>
            </a:xfrm>
            <a:custGeom>
              <a:avLst/>
              <a:gdLst/>
              <a:ahLst/>
              <a:cxnLst/>
              <a:rect l="l" t="t" r="r" b="b"/>
              <a:pathLst>
                <a:path w="12760" h="2207" extrusionOk="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1" name="Google Shape;6741;p65"/>
            <p:cNvSpPr/>
            <p:nvPr/>
          </p:nvSpPr>
          <p:spPr>
            <a:xfrm>
              <a:off x="-57868050" y="3494275"/>
              <a:ext cx="18900" cy="22875"/>
            </a:xfrm>
            <a:custGeom>
              <a:avLst/>
              <a:gdLst/>
              <a:ahLst/>
              <a:cxnLst/>
              <a:rect l="l" t="t" r="r" b="b"/>
              <a:pathLst>
                <a:path w="756" h="915" extrusionOk="0">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2" name="Google Shape;6742;p65"/>
            <p:cNvSpPr/>
            <p:nvPr/>
          </p:nvSpPr>
          <p:spPr>
            <a:xfrm>
              <a:off x="-57755425" y="3494275"/>
              <a:ext cx="18125" cy="22875"/>
            </a:xfrm>
            <a:custGeom>
              <a:avLst/>
              <a:gdLst/>
              <a:ahLst/>
              <a:cxnLst/>
              <a:rect l="l" t="t" r="r" b="b"/>
              <a:pathLst>
                <a:path w="725" h="915" extrusionOk="0">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3" name="Google Shape;6743;p65"/>
            <p:cNvSpPr/>
            <p:nvPr/>
          </p:nvSpPr>
          <p:spPr>
            <a:xfrm>
              <a:off x="-57903500" y="3329675"/>
              <a:ext cx="204800" cy="187475"/>
            </a:xfrm>
            <a:custGeom>
              <a:avLst/>
              <a:gdLst/>
              <a:ahLst/>
              <a:cxnLst/>
              <a:rect l="l" t="t" r="r" b="b"/>
              <a:pathLst>
                <a:path w="8192" h="7499" extrusionOk="0">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4" name="Google Shape;6744;p65"/>
            <p:cNvSpPr/>
            <p:nvPr/>
          </p:nvSpPr>
          <p:spPr>
            <a:xfrm>
              <a:off x="-57860975" y="3197925"/>
              <a:ext cx="119750" cy="37250"/>
            </a:xfrm>
            <a:custGeom>
              <a:avLst/>
              <a:gdLst/>
              <a:ahLst/>
              <a:cxnLst/>
              <a:rect l="l" t="t" r="r" b="b"/>
              <a:pathLst>
                <a:path w="4790" h="1490" extrusionOk="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5" name="Google Shape;6745;p65"/>
          <p:cNvGrpSpPr/>
          <p:nvPr/>
        </p:nvGrpSpPr>
        <p:grpSpPr>
          <a:xfrm>
            <a:off x="4886701" y="1832234"/>
            <a:ext cx="314662" cy="358971"/>
            <a:chOff x="-57940525" y="3590375"/>
            <a:chExt cx="279625" cy="319000"/>
          </a:xfrm>
        </p:grpSpPr>
        <p:sp>
          <p:nvSpPr>
            <p:cNvPr id="6746" name="Google Shape;6746;p65"/>
            <p:cNvSpPr/>
            <p:nvPr/>
          </p:nvSpPr>
          <p:spPr>
            <a:xfrm>
              <a:off x="-57940525" y="3727425"/>
              <a:ext cx="18150" cy="63800"/>
            </a:xfrm>
            <a:custGeom>
              <a:avLst/>
              <a:gdLst/>
              <a:ahLst/>
              <a:cxnLst/>
              <a:rect l="l" t="t" r="r" b="b"/>
              <a:pathLst>
                <a:path w="726" h="2552" extrusionOk="0">
                  <a:moveTo>
                    <a:pt x="725" y="0"/>
                  </a:moveTo>
                  <a:cubicBezTo>
                    <a:pt x="253" y="252"/>
                    <a:pt x="1" y="725"/>
                    <a:pt x="1" y="1260"/>
                  </a:cubicBezTo>
                  <a:cubicBezTo>
                    <a:pt x="1" y="1827"/>
                    <a:pt x="316" y="2300"/>
                    <a:pt x="725" y="2552"/>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7" name="Google Shape;6747;p65"/>
            <p:cNvSpPr/>
            <p:nvPr/>
          </p:nvSpPr>
          <p:spPr>
            <a:xfrm>
              <a:off x="-57904300" y="3686450"/>
              <a:ext cx="205600" cy="111075"/>
            </a:xfrm>
            <a:custGeom>
              <a:avLst/>
              <a:gdLst/>
              <a:ahLst/>
              <a:cxnLst/>
              <a:rect l="l" t="t" r="r" b="b"/>
              <a:pathLst>
                <a:path w="8224" h="4443" extrusionOk="0">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8" name="Google Shape;6748;p65"/>
            <p:cNvSpPr/>
            <p:nvPr/>
          </p:nvSpPr>
          <p:spPr>
            <a:xfrm>
              <a:off x="-57903500" y="3590375"/>
              <a:ext cx="205575" cy="117375"/>
            </a:xfrm>
            <a:custGeom>
              <a:avLst/>
              <a:gdLst/>
              <a:ahLst/>
              <a:cxnLst/>
              <a:rect l="l" t="t" r="r" b="b"/>
              <a:pathLst>
                <a:path w="8223" h="4695" extrusionOk="0">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9" name="Google Shape;6749;p65"/>
            <p:cNvSpPr/>
            <p:nvPr/>
          </p:nvSpPr>
          <p:spPr>
            <a:xfrm>
              <a:off x="-57903500" y="3798700"/>
              <a:ext cx="204800" cy="110675"/>
            </a:xfrm>
            <a:custGeom>
              <a:avLst/>
              <a:gdLst/>
              <a:ahLst/>
              <a:cxnLst/>
              <a:rect l="l" t="t" r="r" b="b"/>
              <a:pathLst>
                <a:path w="8192" h="4427" extrusionOk="0">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0" name="Google Shape;6750;p65"/>
            <p:cNvSpPr/>
            <p:nvPr/>
          </p:nvSpPr>
          <p:spPr>
            <a:xfrm>
              <a:off x="-57679825" y="3726625"/>
              <a:ext cx="18925" cy="63825"/>
            </a:xfrm>
            <a:custGeom>
              <a:avLst/>
              <a:gdLst/>
              <a:ahLst/>
              <a:cxnLst/>
              <a:rect l="l" t="t" r="r" b="b"/>
              <a:pathLst>
                <a:path w="757" h="2553" extrusionOk="0">
                  <a:moveTo>
                    <a:pt x="1" y="1"/>
                  </a:moveTo>
                  <a:lnTo>
                    <a:pt x="1" y="2552"/>
                  </a:lnTo>
                  <a:cubicBezTo>
                    <a:pt x="442" y="2269"/>
                    <a:pt x="757" y="1796"/>
                    <a:pt x="757" y="1261"/>
                  </a:cubicBezTo>
                  <a:cubicBezTo>
                    <a:pt x="757" y="757"/>
                    <a:pt x="442"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1" name="Google Shape;6751;p65"/>
          <p:cNvGrpSpPr/>
          <p:nvPr/>
        </p:nvGrpSpPr>
        <p:grpSpPr>
          <a:xfrm>
            <a:off x="4857582" y="2273605"/>
            <a:ext cx="358099" cy="358999"/>
            <a:chOff x="-57959425" y="3982600"/>
            <a:chExt cx="318225" cy="319025"/>
          </a:xfrm>
        </p:grpSpPr>
        <p:sp>
          <p:nvSpPr>
            <p:cNvPr id="6752" name="Google Shape;6752;p65"/>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3" name="Google Shape;6753;p65"/>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4" name="Google Shape;6754;p65"/>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5" name="Google Shape;6755;p65"/>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6" name="Google Shape;6756;p65"/>
          <p:cNvGrpSpPr/>
          <p:nvPr/>
        </p:nvGrpSpPr>
        <p:grpSpPr>
          <a:xfrm>
            <a:off x="7057749" y="1376934"/>
            <a:ext cx="357226" cy="357226"/>
            <a:chOff x="-55987225" y="3198925"/>
            <a:chExt cx="317450" cy="317450"/>
          </a:xfrm>
        </p:grpSpPr>
        <p:sp>
          <p:nvSpPr>
            <p:cNvPr id="6757" name="Google Shape;6757;p65"/>
            <p:cNvSpPr/>
            <p:nvPr/>
          </p:nvSpPr>
          <p:spPr>
            <a:xfrm>
              <a:off x="-55987225" y="3261925"/>
              <a:ext cx="173300" cy="198500"/>
            </a:xfrm>
            <a:custGeom>
              <a:avLst/>
              <a:gdLst/>
              <a:ahLst/>
              <a:cxnLst/>
              <a:rect l="l" t="t" r="r" b="b"/>
              <a:pathLst>
                <a:path w="6932" h="7940" extrusionOk="0">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8" name="Google Shape;6758;p65"/>
            <p:cNvSpPr/>
            <p:nvPr/>
          </p:nvSpPr>
          <p:spPr>
            <a:xfrm>
              <a:off x="-55837575" y="3198925"/>
              <a:ext cx="167800" cy="298525"/>
            </a:xfrm>
            <a:custGeom>
              <a:avLst/>
              <a:gdLst/>
              <a:ahLst/>
              <a:cxnLst/>
              <a:rect l="l" t="t" r="r" b="b"/>
              <a:pathLst>
                <a:path w="6712" h="11941" extrusionOk="0">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9" name="Google Shape;6759;p65"/>
            <p:cNvSpPr/>
            <p:nvPr/>
          </p:nvSpPr>
          <p:spPr>
            <a:xfrm>
              <a:off x="-55931300" y="3435200"/>
              <a:ext cx="194575" cy="81175"/>
            </a:xfrm>
            <a:custGeom>
              <a:avLst/>
              <a:gdLst/>
              <a:ahLst/>
              <a:cxnLst/>
              <a:rect l="l" t="t" r="r" b="b"/>
              <a:pathLst>
                <a:path w="7783" h="3247" extrusionOk="0">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0" name="Google Shape;6760;p65"/>
            <p:cNvSpPr/>
            <p:nvPr/>
          </p:nvSpPr>
          <p:spPr>
            <a:xfrm>
              <a:off x="-55927350" y="3202850"/>
              <a:ext cx="70900" cy="71200"/>
            </a:xfrm>
            <a:custGeom>
              <a:avLst/>
              <a:gdLst/>
              <a:ahLst/>
              <a:cxnLst/>
              <a:rect l="l" t="t" r="r" b="b"/>
              <a:pathLst>
                <a:path w="2836" h="2848" extrusionOk="0">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1" name="Google Shape;6761;p65"/>
          <p:cNvGrpSpPr/>
          <p:nvPr/>
        </p:nvGrpSpPr>
        <p:grpSpPr>
          <a:xfrm>
            <a:off x="7057749" y="1832965"/>
            <a:ext cx="357226" cy="357367"/>
            <a:chOff x="-55987225" y="3591025"/>
            <a:chExt cx="317450" cy="317575"/>
          </a:xfrm>
        </p:grpSpPr>
        <p:sp>
          <p:nvSpPr>
            <p:cNvPr id="6762" name="Google Shape;6762;p65"/>
            <p:cNvSpPr/>
            <p:nvPr/>
          </p:nvSpPr>
          <p:spPr>
            <a:xfrm>
              <a:off x="-55950200" y="3740025"/>
              <a:ext cx="204800" cy="168575"/>
            </a:xfrm>
            <a:custGeom>
              <a:avLst/>
              <a:gdLst/>
              <a:ahLst/>
              <a:cxnLst/>
              <a:rect l="l" t="t" r="r" b="b"/>
              <a:pathLst>
                <a:path w="8192" h="6743" extrusionOk="0">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3" name="Google Shape;6763;p65"/>
            <p:cNvSpPr/>
            <p:nvPr/>
          </p:nvSpPr>
          <p:spPr>
            <a:xfrm>
              <a:off x="-55967525" y="3591025"/>
              <a:ext cx="297750" cy="131700"/>
            </a:xfrm>
            <a:custGeom>
              <a:avLst/>
              <a:gdLst/>
              <a:ahLst/>
              <a:cxnLst/>
              <a:rect l="l" t="t" r="r" b="b"/>
              <a:pathLst>
                <a:path w="11910" h="5268" extrusionOk="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4" name="Google Shape;6764;p65"/>
            <p:cNvSpPr/>
            <p:nvPr/>
          </p:nvSpPr>
          <p:spPr>
            <a:xfrm>
              <a:off x="-55875375" y="3703000"/>
              <a:ext cx="55950" cy="17350"/>
            </a:xfrm>
            <a:custGeom>
              <a:avLst/>
              <a:gdLst/>
              <a:ahLst/>
              <a:cxnLst/>
              <a:rect l="l" t="t" r="r" b="b"/>
              <a:pathLst>
                <a:path w="2238" h="694" extrusionOk="0">
                  <a:moveTo>
                    <a:pt x="347" y="0"/>
                  </a:moveTo>
                  <a:cubicBezTo>
                    <a:pt x="158" y="0"/>
                    <a:pt x="1" y="158"/>
                    <a:pt x="1" y="347"/>
                  </a:cubicBezTo>
                  <a:lnTo>
                    <a:pt x="1" y="694"/>
                  </a:lnTo>
                  <a:lnTo>
                    <a:pt x="2238" y="694"/>
                  </a:lnTo>
                  <a:lnTo>
                    <a:pt x="2238" y="347"/>
                  </a:lnTo>
                  <a:cubicBezTo>
                    <a:pt x="2238" y="158"/>
                    <a:pt x="2080" y="0"/>
                    <a:pt x="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5" name="Google Shape;6765;p65"/>
            <p:cNvSpPr/>
            <p:nvPr/>
          </p:nvSpPr>
          <p:spPr>
            <a:xfrm>
              <a:off x="-55987225" y="3746325"/>
              <a:ext cx="18150" cy="63825"/>
            </a:xfrm>
            <a:custGeom>
              <a:avLst/>
              <a:gdLst/>
              <a:ahLst/>
              <a:cxnLst/>
              <a:rect l="l" t="t" r="r" b="b"/>
              <a:pathLst>
                <a:path w="726" h="2553" extrusionOk="0">
                  <a:moveTo>
                    <a:pt x="726" y="0"/>
                  </a:moveTo>
                  <a:cubicBezTo>
                    <a:pt x="253" y="221"/>
                    <a:pt x="1" y="693"/>
                    <a:pt x="1" y="1260"/>
                  </a:cubicBezTo>
                  <a:cubicBezTo>
                    <a:pt x="1" y="1796"/>
                    <a:pt x="316" y="2269"/>
                    <a:pt x="726" y="2552"/>
                  </a:cubicBezTo>
                  <a:lnTo>
                    <a:pt x="7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6" name="Google Shape;6766;p65"/>
            <p:cNvSpPr/>
            <p:nvPr/>
          </p:nvSpPr>
          <p:spPr>
            <a:xfrm>
              <a:off x="-55725725"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7" name="Google Shape;6767;p65"/>
          <p:cNvGrpSpPr/>
          <p:nvPr/>
        </p:nvGrpSpPr>
        <p:grpSpPr>
          <a:xfrm>
            <a:off x="7071665" y="2273605"/>
            <a:ext cx="358999" cy="358999"/>
            <a:chOff x="-55988800" y="3982600"/>
            <a:chExt cx="319025" cy="319025"/>
          </a:xfrm>
        </p:grpSpPr>
        <p:sp>
          <p:nvSpPr>
            <p:cNvPr id="6768" name="Google Shape;6768;p65"/>
            <p:cNvSpPr/>
            <p:nvPr/>
          </p:nvSpPr>
          <p:spPr>
            <a:xfrm>
              <a:off x="-55791875" y="3982600"/>
              <a:ext cx="102400" cy="102425"/>
            </a:xfrm>
            <a:custGeom>
              <a:avLst/>
              <a:gdLst/>
              <a:ahLst/>
              <a:cxnLst/>
              <a:rect l="l" t="t" r="r" b="b"/>
              <a:pathLst>
                <a:path w="4096" h="4097" extrusionOk="0">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9" name="Google Shape;6769;p65"/>
            <p:cNvSpPr/>
            <p:nvPr/>
          </p:nvSpPr>
          <p:spPr>
            <a:xfrm>
              <a:off x="-55969100" y="3982600"/>
              <a:ext cx="102400" cy="102425"/>
            </a:xfrm>
            <a:custGeom>
              <a:avLst/>
              <a:gdLst/>
              <a:ahLst/>
              <a:cxnLst/>
              <a:rect l="l" t="t" r="r" b="b"/>
              <a:pathLst>
                <a:path w="4096" h="4097" extrusionOk="0">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0" name="Google Shape;6770;p65"/>
            <p:cNvSpPr/>
            <p:nvPr/>
          </p:nvSpPr>
          <p:spPr>
            <a:xfrm>
              <a:off x="-55819450" y="4021200"/>
              <a:ext cx="92950" cy="92175"/>
            </a:xfrm>
            <a:custGeom>
              <a:avLst/>
              <a:gdLst/>
              <a:ahLst/>
              <a:cxnLst/>
              <a:rect l="l" t="t" r="r" b="b"/>
              <a:pathLst>
                <a:path w="3718" h="3687" extrusionOk="0">
                  <a:moveTo>
                    <a:pt x="32" y="0"/>
                  </a:moveTo>
                  <a:lnTo>
                    <a:pt x="32" y="1103"/>
                  </a:lnTo>
                  <a:cubicBezTo>
                    <a:pt x="1" y="2521"/>
                    <a:pt x="1198" y="3686"/>
                    <a:pt x="2615" y="3686"/>
                  </a:cubicBezTo>
                  <a:lnTo>
                    <a:pt x="3718" y="3686"/>
                  </a:lnTo>
                  <a:cubicBezTo>
                    <a:pt x="3529" y="1733"/>
                    <a:pt x="1985" y="158"/>
                    <a:pt x="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1" name="Google Shape;6771;p65"/>
            <p:cNvSpPr/>
            <p:nvPr/>
          </p:nvSpPr>
          <p:spPr>
            <a:xfrm>
              <a:off x="-55930500" y="4021200"/>
              <a:ext cx="92950" cy="92175"/>
            </a:xfrm>
            <a:custGeom>
              <a:avLst/>
              <a:gdLst/>
              <a:ahLst/>
              <a:cxnLst/>
              <a:rect l="l" t="t" r="r" b="b"/>
              <a:pathLst>
                <a:path w="3718" h="3687" extrusionOk="0">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2" name="Google Shape;6772;p65"/>
            <p:cNvSpPr/>
            <p:nvPr/>
          </p:nvSpPr>
          <p:spPr>
            <a:xfrm>
              <a:off x="-55988800" y="4086575"/>
              <a:ext cx="319025" cy="215050"/>
            </a:xfrm>
            <a:custGeom>
              <a:avLst/>
              <a:gdLst/>
              <a:ahLst/>
              <a:cxnLst/>
              <a:rect l="l" t="t" r="r" b="b"/>
              <a:pathLst>
                <a:path w="12761" h="8602" extrusionOk="0">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3" name="Google Shape;6773;p65"/>
          <p:cNvGrpSpPr/>
          <p:nvPr/>
        </p:nvGrpSpPr>
        <p:grpSpPr>
          <a:xfrm>
            <a:off x="5730184" y="2731562"/>
            <a:ext cx="356326" cy="358971"/>
            <a:chOff x="-54026025" y="3192625"/>
            <a:chExt cx="316650" cy="319000"/>
          </a:xfrm>
        </p:grpSpPr>
        <p:sp>
          <p:nvSpPr>
            <p:cNvPr id="6774" name="Google Shape;6774;p65"/>
            <p:cNvSpPr/>
            <p:nvPr/>
          </p:nvSpPr>
          <p:spPr>
            <a:xfrm>
              <a:off x="-54026025" y="3312350"/>
              <a:ext cx="18125" cy="63800"/>
            </a:xfrm>
            <a:custGeom>
              <a:avLst/>
              <a:gdLst/>
              <a:ahLst/>
              <a:cxnLst/>
              <a:rect l="l" t="t" r="r" b="b"/>
              <a:pathLst>
                <a:path w="725" h="2552" extrusionOk="0">
                  <a:moveTo>
                    <a:pt x="725" y="0"/>
                  </a:moveTo>
                  <a:cubicBezTo>
                    <a:pt x="315" y="189"/>
                    <a:pt x="0" y="693"/>
                    <a:pt x="0" y="1260"/>
                  </a:cubicBezTo>
                  <a:cubicBezTo>
                    <a:pt x="0" y="1796"/>
                    <a:pt x="315" y="2268"/>
                    <a:pt x="725" y="2552"/>
                  </a:cubicBezTo>
                  <a:lnTo>
                    <a:pt x="725" y="158"/>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5" name="Google Shape;6775;p65"/>
            <p:cNvSpPr/>
            <p:nvPr/>
          </p:nvSpPr>
          <p:spPr>
            <a:xfrm>
              <a:off x="-53890550" y="3192625"/>
              <a:ext cx="125250" cy="56725"/>
            </a:xfrm>
            <a:custGeom>
              <a:avLst/>
              <a:gdLst/>
              <a:ahLst/>
              <a:cxnLst/>
              <a:rect l="l" t="t" r="r" b="b"/>
              <a:pathLst>
                <a:path w="5010" h="2269" extrusionOk="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6" name="Google Shape;6776;p65"/>
            <p:cNvSpPr/>
            <p:nvPr/>
          </p:nvSpPr>
          <p:spPr>
            <a:xfrm>
              <a:off x="-53839375" y="3306025"/>
              <a:ext cx="55175" cy="55175"/>
            </a:xfrm>
            <a:custGeom>
              <a:avLst/>
              <a:gdLst/>
              <a:ahLst/>
              <a:cxnLst/>
              <a:rect l="l" t="t" r="r" b="b"/>
              <a:pathLst>
                <a:path w="2207" h="2207" extrusionOk="0">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7" name="Google Shape;6777;p65"/>
            <p:cNvSpPr/>
            <p:nvPr/>
          </p:nvSpPr>
          <p:spPr>
            <a:xfrm>
              <a:off x="-53950425" y="3306025"/>
              <a:ext cx="55150" cy="55175"/>
            </a:xfrm>
            <a:custGeom>
              <a:avLst/>
              <a:gdLst/>
              <a:ahLst/>
              <a:cxnLst/>
              <a:rect l="l" t="t" r="r" b="b"/>
              <a:pathLst>
                <a:path w="2206" h="2207" extrusionOk="0">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8" name="Google Shape;6778;p65"/>
            <p:cNvSpPr/>
            <p:nvPr/>
          </p:nvSpPr>
          <p:spPr>
            <a:xfrm>
              <a:off x="-53985075" y="3400950"/>
              <a:ext cx="236300" cy="110675"/>
            </a:xfrm>
            <a:custGeom>
              <a:avLst/>
              <a:gdLst/>
              <a:ahLst/>
              <a:cxnLst/>
              <a:rect l="l" t="t" r="r" b="b"/>
              <a:pathLst>
                <a:path w="9452" h="4427" extrusionOk="0">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9" name="Google Shape;6779;p65"/>
            <p:cNvSpPr/>
            <p:nvPr/>
          </p:nvSpPr>
          <p:spPr>
            <a:xfrm>
              <a:off x="-53986650" y="3342275"/>
              <a:ext cx="241025" cy="55150"/>
            </a:xfrm>
            <a:custGeom>
              <a:avLst/>
              <a:gdLst/>
              <a:ahLst/>
              <a:cxnLst/>
              <a:rect l="l" t="t" r="r" b="b"/>
              <a:pathLst>
                <a:path w="9641" h="2206" extrusionOk="0">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0" name="Google Shape;6780;p65"/>
            <p:cNvSpPr/>
            <p:nvPr/>
          </p:nvSpPr>
          <p:spPr>
            <a:xfrm>
              <a:off x="-53989000" y="3199700"/>
              <a:ext cx="241800" cy="123700"/>
            </a:xfrm>
            <a:custGeom>
              <a:avLst/>
              <a:gdLst/>
              <a:ahLst/>
              <a:cxnLst/>
              <a:rect l="l" t="t" r="r" b="b"/>
              <a:pathLst>
                <a:path w="9672" h="4948" extrusionOk="0">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1" name="Google Shape;6781;p65"/>
            <p:cNvSpPr/>
            <p:nvPr/>
          </p:nvSpPr>
          <p:spPr>
            <a:xfrm>
              <a:off x="-53728300" y="3310775"/>
              <a:ext cx="18925" cy="64600"/>
            </a:xfrm>
            <a:custGeom>
              <a:avLst/>
              <a:gdLst/>
              <a:ahLst/>
              <a:cxnLst/>
              <a:rect l="l" t="t" r="r" b="b"/>
              <a:pathLst>
                <a:path w="757" h="2584" extrusionOk="0">
                  <a:moveTo>
                    <a:pt x="0" y="0"/>
                  </a:moveTo>
                  <a:lnTo>
                    <a:pt x="0" y="158"/>
                  </a:lnTo>
                  <a:lnTo>
                    <a:pt x="0" y="2583"/>
                  </a:lnTo>
                  <a:cubicBezTo>
                    <a:pt x="441" y="2300"/>
                    <a:pt x="756" y="1827"/>
                    <a:pt x="756" y="1260"/>
                  </a:cubicBezTo>
                  <a:cubicBezTo>
                    <a:pt x="756" y="756"/>
                    <a:pt x="473"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82" name="Google Shape;6782;p65"/>
          <p:cNvGrpSpPr/>
          <p:nvPr/>
        </p:nvGrpSpPr>
        <p:grpSpPr>
          <a:xfrm>
            <a:off x="5750130" y="3202536"/>
            <a:ext cx="316434" cy="358099"/>
            <a:chOff x="-54007925" y="3584850"/>
            <a:chExt cx="281200" cy="318225"/>
          </a:xfrm>
        </p:grpSpPr>
        <p:sp>
          <p:nvSpPr>
            <p:cNvPr id="6783" name="Google Shape;6783;p65"/>
            <p:cNvSpPr/>
            <p:nvPr/>
          </p:nvSpPr>
          <p:spPr>
            <a:xfrm>
              <a:off x="-53943325" y="3716375"/>
              <a:ext cx="151250" cy="18950"/>
            </a:xfrm>
            <a:custGeom>
              <a:avLst/>
              <a:gdLst/>
              <a:ahLst/>
              <a:cxnLst/>
              <a:rect l="l" t="t" r="r" b="b"/>
              <a:pathLst>
                <a:path w="6050" h="758" extrusionOk="0">
                  <a:moveTo>
                    <a:pt x="0" y="1"/>
                  </a:moveTo>
                  <a:cubicBezTo>
                    <a:pt x="441" y="474"/>
                    <a:pt x="1040" y="757"/>
                    <a:pt x="1702" y="757"/>
                  </a:cubicBezTo>
                  <a:lnTo>
                    <a:pt x="4348" y="757"/>
                  </a:lnTo>
                  <a:cubicBezTo>
                    <a:pt x="5041" y="757"/>
                    <a:pt x="5608" y="474"/>
                    <a:pt x="6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4" name="Google Shape;6784;p65"/>
            <p:cNvSpPr/>
            <p:nvPr/>
          </p:nvSpPr>
          <p:spPr>
            <a:xfrm>
              <a:off x="-53970100" y="3679375"/>
              <a:ext cx="205575" cy="18125"/>
            </a:xfrm>
            <a:custGeom>
              <a:avLst/>
              <a:gdLst/>
              <a:ahLst/>
              <a:cxnLst/>
              <a:rect l="l" t="t" r="r" b="b"/>
              <a:pathLst>
                <a:path w="8223" h="725" extrusionOk="0">
                  <a:moveTo>
                    <a:pt x="0" y="0"/>
                  </a:moveTo>
                  <a:lnTo>
                    <a:pt x="0" y="725"/>
                  </a:lnTo>
                  <a:lnTo>
                    <a:pt x="8223" y="725"/>
                  </a:lnTo>
                  <a:lnTo>
                    <a:pt x="82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5" name="Google Shape;6785;p65"/>
            <p:cNvSpPr/>
            <p:nvPr/>
          </p:nvSpPr>
          <p:spPr>
            <a:xfrm>
              <a:off x="-53970100" y="3715600"/>
              <a:ext cx="204800" cy="187475"/>
            </a:xfrm>
            <a:custGeom>
              <a:avLst/>
              <a:gdLst/>
              <a:ahLst/>
              <a:cxnLst/>
              <a:rect l="l" t="t" r="r" b="b"/>
              <a:pathLst>
                <a:path w="8192" h="7499" extrusionOk="0">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6" name="Google Shape;6786;p65"/>
            <p:cNvSpPr/>
            <p:nvPr/>
          </p:nvSpPr>
          <p:spPr>
            <a:xfrm>
              <a:off x="-54007125" y="3584850"/>
              <a:ext cx="278825" cy="74850"/>
            </a:xfrm>
            <a:custGeom>
              <a:avLst/>
              <a:gdLst/>
              <a:ahLst/>
              <a:cxnLst/>
              <a:rect l="l" t="t" r="r" b="b"/>
              <a:pathLst>
                <a:path w="11153" h="2994" extrusionOk="0">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7" name="Google Shape;6787;p65"/>
            <p:cNvSpPr/>
            <p:nvPr/>
          </p:nvSpPr>
          <p:spPr>
            <a:xfrm>
              <a:off x="-54007925"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8" name="Google Shape;6788;p65"/>
            <p:cNvSpPr/>
            <p:nvPr/>
          </p:nvSpPr>
          <p:spPr>
            <a:xfrm>
              <a:off x="-53745625" y="3740025"/>
              <a:ext cx="18900" cy="64600"/>
            </a:xfrm>
            <a:custGeom>
              <a:avLst/>
              <a:gdLst/>
              <a:ahLst/>
              <a:cxnLst/>
              <a:rect l="l" t="t" r="r" b="b"/>
              <a:pathLst>
                <a:path w="756" h="2584" extrusionOk="0">
                  <a:moveTo>
                    <a:pt x="0" y="0"/>
                  </a:moveTo>
                  <a:lnTo>
                    <a:pt x="0" y="2584"/>
                  </a:lnTo>
                  <a:cubicBezTo>
                    <a:pt x="441" y="2300"/>
                    <a:pt x="756" y="1827"/>
                    <a:pt x="756" y="1260"/>
                  </a:cubicBezTo>
                  <a:cubicBezTo>
                    <a:pt x="693" y="725"/>
                    <a:pt x="441"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89" name="Google Shape;6789;p65"/>
          <p:cNvGrpSpPr/>
          <p:nvPr/>
        </p:nvGrpSpPr>
        <p:grpSpPr>
          <a:xfrm>
            <a:off x="5750130" y="3664421"/>
            <a:ext cx="316434" cy="358914"/>
            <a:chOff x="-54007925" y="3975575"/>
            <a:chExt cx="281200" cy="318950"/>
          </a:xfrm>
        </p:grpSpPr>
        <p:sp>
          <p:nvSpPr>
            <p:cNvPr id="6790" name="Google Shape;6790;p65"/>
            <p:cNvSpPr/>
            <p:nvPr/>
          </p:nvSpPr>
          <p:spPr>
            <a:xfrm>
              <a:off x="-53988225" y="3975575"/>
              <a:ext cx="244175" cy="142825"/>
            </a:xfrm>
            <a:custGeom>
              <a:avLst/>
              <a:gdLst/>
              <a:ahLst/>
              <a:cxnLst/>
              <a:rect l="l" t="t" r="r" b="b"/>
              <a:pathLst>
                <a:path w="9767" h="5713" extrusionOk="0">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1" name="Google Shape;6791;p65"/>
            <p:cNvSpPr/>
            <p:nvPr/>
          </p:nvSpPr>
          <p:spPr>
            <a:xfrm>
              <a:off x="-53970100" y="4100750"/>
              <a:ext cx="204800" cy="193775"/>
            </a:xfrm>
            <a:custGeom>
              <a:avLst/>
              <a:gdLst/>
              <a:ahLst/>
              <a:cxnLst/>
              <a:rect l="l" t="t" r="r" b="b"/>
              <a:pathLst>
                <a:path w="8192" h="7751" extrusionOk="0">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2" name="Google Shape;6792;p65"/>
            <p:cNvSpPr/>
            <p:nvPr/>
          </p:nvSpPr>
          <p:spPr>
            <a:xfrm>
              <a:off x="-53745625" y="4132250"/>
              <a:ext cx="18900" cy="63825"/>
            </a:xfrm>
            <a:custGeom>
              <a:avLst/>
              <a:gdLst/>
              <a:ahLst/>
              <a:cxnLst/>
              <a:rect l="l" t="t" r="r" b="b"/>
              <a:pathLst>
                <a:path w="756" h="2553" extrusionOk="0">
                  <a:moveTo>
                    <a:pt x="0" y="1"/>
                  </a:moveTo>
                  <a:lnTo>
                    <a:pt x="0" y="2552"/>
                  </a:lnTo>
                  <a:cubicBezTo>
                    <a:pt x="441" y="2269"/>
                    <a:pt x="756" y="1796"/>
                    <a:pt x="756" y="1261"/>
                  </a:cubicBezTo>
                  <a:cubicBezTo>
                    <a:pt x="693" y="694"/>
                    <a:pt x="441" y="22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3" name="Google Shape;6793;p65"/>
            <p:cNvSpPr/>
            <p:nvPr/>
          </p:nvSpPr>
          <p:spPr>
            <a:xfrm>
              <a:off x="-54007925"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94" name="Google Shape;6794;p65"/>
          <p:cNvGrpSpPr/>
          <p:nvPr/>
        </p:nvGrpSpPr>
        <p:grpSpPr>
          <a:xfrm>
            <a:off x="7984996" y="2748891"/>
            <a:ext cx="274770" cy="358492"/>
            <a:chOff x="-52005775" y="3208025"/>
            <a:chExt cx="244175" cy="318575"/>
          </a:xfrm>
        </p:grpSpPr>
        <p:sp>
          <p:nvSpPr>
            <p:cNvPr id="6795" name="Google Shape;6795;p65"/>
            <p:cNvSpPr/>
            <p:nvPr/>
          </p:nvSpPr>
          <p:spPr>
            <a:xfrm>
              <a:off x="-51800200" y="3469850"/>
              <a:ext cx="38600" cy="56750"/>
            </a:xfrm>
            <a:custGeom>
              <a:avLst/>
              <a:gdLst/>
              <a:ahLst/>
              <a:cxnLst/>
              <a:rect l="l" t="t" r="r" b="b"/>
              <a:pathLst>
                <a:path w="1544" h="2270" extrusionOk="0">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6" name="Google Shape;6796;p65"/>
            <p:cNvSpPr/>
            <p:nvPr/>
          </p:nvSpPr>
          <p:spPr>
            <a:xfrm>
              <a:off x="-52005775" y="3208025"/>
              <a:ext cx="111875" cy="131900"/>
            </a:xfrm>
            <a:custGeom>
              <a:avLst/>
              <a:gdLst/>
              <a:ahLst/>
              <a:cxnLst/>
              <a:rect l="l" t="t" r="r" b="b"/>
              <a:pathLst>
                <a:path w="4475" h="5276" extrusionOk="0">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7" name="Google Shape;6797;p65"/>
            <p:cNvSpPr/>
            <p:nvPr/>
          </p:nvSpPr>
          <p:spPr>
            <a:xfrm>
              <a:off x="-51800200" y="3385575"/>
              <a:ext cx="37025" cy="37850"/>
            </a:xfrm>
            <a:custGeom>
              <a:avLst/>
              <a:gdLst/>
              <a:ahLst/>
              <a:cxnLst/>
              <a:rect l="l" t="t" r="r" b="b"/>
              <a:pathLst>
                <a:path w="1481" h="1514" extrusionOk="0">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8" name="Google Shape;6798;p65"/>
            <p:cNvSpPr/>
            <p:nvPr/>
          </p:nvSpPr>
          <p:spPr>
            <a:xfrm>
              <a:off x="-51800200" y="3348575"/>
              <a:ext cx="37025" cy="37025"/>
            </a:xfrm>
            <a:custGeom>
              <a:avLst/>
              <a:gdLst/>
              <a:ahLst/>
              <a:cxnLst/>
              <a:rect l="l" t="t" r="r" b="b"/>
              <a:pathLst>
                <a:path w="1481" h="1481" extrusionOk="0">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9" name="Google Shape;6799;p65"/>
            <p:cNvSpPr/>
            <p:nvPr/>
          </p:nvSpPr>
          <p:spPr>
            <a:xfrm>
              <a:off x="-51800200" y="3423400"/>
              <a:ext cx="37025" cy="37025"/>
            </a:xfrm>
            <a:custGeom>
              <a:avLst/>
              <a:gdLst/>
              <a:ahLst/>
              <a:cxnLst/>
              <a:rect l="l" t="t" r="r" b="b"/>
              <a:pathLst>
                <a:path w="1481" h="1481" extrusionOk="0">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0" name="Google Shape;6800;p65"/>
            <p:cNvSpPr/>
            <p:nvPr/>
          </p:nvSpPr>
          <p:spPr>
            <a:xfrm>
              <a:off x="-51875025" y="3208025"/>
              <a:ext cx="111850" cy="131125"/>
            </a:xfrm>
            <a:custGeom>
              <a:avLst/>
              <a:gdLst/>
              <a:ahLst/>
              <a:cxnLst/>
              <a:rect l="l" t="t" r="r" b="b"/>
              <a:pathLst>
                <a:path w="4474" h="5245" extrusionOk="0">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1" name="Google Shape;6801;p65"/>
            <p:cNvSpPr/>
            <p:nvPr/>
          </p:nvSpPr>
          <p:spPr>
            <a:xfrm>
              <a:off x="-52005000" y="3469850"/>
              <a:ext cx="38625" cy="56750"/>
            </a:xfrm>
            <a:custGeom>
              <a:avLst/>
              <a:gdLst/>
              <a:ahLst/>
              <a:cxnLst/>
              <a:rect l="l" t="t" r="r" b="b"/>
              <a:pathLst>
                <a:path w="1545" h="2270" extrusionOk="0">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2" name="Google Shape;6802;p65"/>
            <p:cNvSpPr/>
            <p:nvPr/>
          </p:nvSpPr>
          <p:spPr>
            <a:xfrm>
              <a:off x="-52005000" y="3423400"/>
              <a:ext cx="37050" cy="37025"/>
            </a:xfrm>
            <a:custGeom>
              <a:avLst/>
              <a:gdLst/>
              <a:ahLst/>
              <a:cxnLst/>
              <a:rect l="l" t="t" r="r" b="b"/>
              <a:pathLst>
                <a:path w="1482" h="1481" extrusionOk="0">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3" name="Google Shape;6803;p65"/>
            <p:cNvSpPr/>
            <p:nvPr/>
          </p:nvSpPr>
          <p:spPr>
            <a:xfrm>
              <a:off x="-52005000" y="3385575"/>
              <a:ext cx="37050" cy="37850"/>
            </a:xfrm>
            <a:custGeom>
              <a:avLst/>
              <a:gdLst/>
              <a:ahLst/>
              <a:cxnLst/>
              <a:rect l="l" t="t" r="r" b="b"/>
              <a:pathLst>
                <a:path w="1482" h="1514" extrusionOk="0">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4" name="Google Shape;6804;p65"/>
            <p:cNvSpPr/>
            <p:nvPr/>
          </p:nvSpPr>
          <p:spPr>
            <a:xfrm>
              <a:off x="-51957725" y="3298150"/>
              <a:ext cx="148100" cy="209550"/>
            </a:xfrm>
            <a:custGeom>
              <a:avLst/>
              <a:gdLst/>
              <a:ahLst/>
              <a:cxnLst/>
              <a:rect l="l" t="t" r="r" b="b"/>
              <a:pathLst>
                <a:path w="5924" h="8382" extrusionOk="0">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5" name="Google Shape;6805;p65"/>
            <p:cNvSpPr/>
            <p:nvPr/>
          </p:nvSpPr>
          <p:spPr>
            <a:xfrm>
              <a:off x="-52005000" y="3348575"/>
              <a:ext cx="37050" cy="37025"/>
            </a:xfrm>
            <a:custGeom>
              <a:avLst/>
              <a:gdLst/>
              <a:ahLst/>
              <a:cxnLst/>
              <a:rect l="l" t="t" r="r" b="b"/>
              <a:pathLst>
                <a:path w="1482" h="1481" extrusionOk="0">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6" name="Google Shape;6806;p65"/>
          <p:cNvGrpSpPr/>
          <p:nvPr/>
        </p:nvGrpSpPr>
        <p:grpSpPr>
          <a:xfrm>
            <a:off x="5291462" y="1376934"/>
            <a:ext cx="358099" cy="358099"/>
            <a:chOff x="-57568775" y="3198925"/>
            <a:chExt cx="318225" cy="318225"/>
          </a:xfrm>
        </p:grpSpPr>
        <p:sp>
          <p:nvSpPr>
            <p:cNvPr id="6807" name="Google Shape;6807;p65"/>
            <p:cNvSpPr/>
            <p:nvPr/>
          </p:nvSpPr>
          <p:spPr>
            <a:xfrm>
              <a:off x="-57530950" y="3373775"/>
              <a:ext cx="18125" cy="64600"/>
            </a:xfrm>
            <a:custGeom>
              <a:avLst/>
              <a:gdLst/>
              <a:ahLst/>
              <a:cxnLst/>
              <a:rect l="l" t="t" r="r" b="b"/>
              <a:pathLst>
                <a:path w="725" h="2584" extrusionOk="0">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8" name="Google Shape;6808;p65"/>
            <p:cNvSpPr/>
            <p:nvPr/>
          </p:nvSpPr>
          <p:spPr>
            <a:xfrm>
              <a:off x="-57568775" y="3406850"/>
              <a:ext cx="99275" cy="110300"/>
            </a:xfrm>
            <a:custGeom>
              <a:avLst/>
              <a:gdLst/>
              <a:ahLst/>
              <a:cxnLst/>
              <a:rect l="l" t="t" r="r" b="b"/>
              <a:pathLst>
                <a:path w="3971" h="4412" extrusionOk="0">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9" name="Google Shape;6809;p65"/>
            <p:cNvSpPr/>
            <p:nvPr/>
          </p:nvSpPr>
          <p:spPr>
            <a:xfrm>
              <a:off x="-57494725" y="3254850"/>
              <a:ext cx="207175" cy="262300"/>
            </a:xfrm>
            <a:custGeom>
              <a:avLst/>
              <a:gdLst/>
              <a:ahLst/>
              <a:cxnLst/>
              <a:rect l="l" t="t" r="r" b="b"/>
              <a:pathLst>
                <a:path w="8287" h="10492" extrusionOk="0">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0" name="Google Shape;6810;p65"/>
            <p:cNvSpPr/>
            <p:nvPr/>
          </p:nvSpPr>
          <p:spPr>
            <a:xfrm>
              <a:off x="-57269475" y="3372975"/>
              <a:ext cx="18925" cy="63825"/>
            </a:xfrm>
            <a:custGeom>
              <a:avLst/>
              <a:gdLst/>
              <a:ahLst/>
              <a:cxnLst/>
              <a:rect l="l" t="t" r="r" b="b"/>
              <a:pathLst>
                <a:path w="757" h="2553" extrusionOk="0">
                  <a:moveTo>
                    <a:pt x="1" y="1"/>
                  </a:moveTo>
                  <a:lnTo>
                    <a:pt x="1" y="2553"/>
                  </a:lnTo>
                  <a:cubicBezTo>
                    <a:pt x="442" y="2301"/>
                    <a:pt x="757" y="1828"/>
                    <a:pt x="757" y="1261"/>
                  </a:cubicBezTo>
                  <a:cubicBezTo>
                    <a:pt x="757" y="757"/>
                    <a:pt x="473"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1" name="Google Shape;6811;p65"/>
            <p:cNvSpPr/>
            <p:nvPr/>
          </p:nvSpPr>
          <p:spPr>
            <a:xfrm>
              <a:off x="-57436450" y="3198925"/>
              <a:ext cx="185900" cy="154400"/>
            </a:xfrm>
            <a:custGeom>
              <a:avLst/>
              <a:gdLst/>
              <a:ahLst/>
              <a:cxnLst/>
              <a:rect l="l" t="t" r="r" b="b"/>
              <a:pathLst>
                <a:path w="7436" h="6176" extrusionOk="0">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2" name="Google Shape;6812;p65"/>
            <p:cNvSpPr/>
            <p:nvPr/>
          </p:nvSpPr>
          <p:spPr>
            <a:xfrm>
              <a:off x="-57532525" y="3215450"/>
              <a:ext cx="77975" cy="148900"/>
            </a:xfrm>
            <a:custGeom>
              <a:avLst/>
              <a:gdLst/>
              <a:ahLst/>
              <a:cxnLst/>
              <a:rect l="l" t="t" r="r" b="b"/>
              <a:pathLst>
                <a:path w="3119" h="5956" extrusionOk="0">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3" name="Google Shape;6813;p65"/>
          <p:cNvGrpSpPr/>
          <p:nvPr/>
        </p:nvGrpSpPr>
        <p:grpSpPr>
          <a:xfrm>
            <a:off x="5313181" y="1832234"/>
            <a:ext cx="314662" cy="358099"/>
            <a:chOff x="-57549075" y="3590375"/>
            <a:chExt cx="279625" cy="318225"/>
          </a:xfrm>
        </p:grpSpPr>
        <p:sp>
          <p:nvSpPr>
            <p:cNvPr id="6814" name="Google Shape;6814;p65"/>
            <p:cNvSpPr/>
            <p:nvPr/>
          </p:nvSpPr>
          <p:spPr>
            <a:xfrm>
              <a:off x="-57493150" y="3777825"/>
              <a:ext cx="167000" cy="74850"/>
            </a:xfrm>
            <a:custGeom>
              <a:avLst/>
              <a:gdLst/>
              <a:ahLst/>
              <a:cxnLst/>
              <a:rect l="l" t="t" r="r" b="b"/>
              <a:pathLst>
                <a:path w="6680" h="2994" extrusionOk="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5" name="Google Shape;6815;p65"/>
            <p:cNvSpPr/>
            <p:nvPr/>
          </p:nvSpPr>
          <p:spPr>
            <a:xfrm>
              <a:off x="-57478975" y="3647075"/>
              <a:ext cx="139425" cy="37050"/>
            </a:xfrm>
            <a:custGeom>
              <a:avLst/>
              <a:gdLst/>
              <a:ahLst/>
              <a:cxnLst/>
              <a:rect l="l" t="t" r="r" b="b"/>
              <a:pathLst>
                <a:path w="5577" h="1482" extrusionOk="0">
                  <a:moveTo>
                    <a:pt x="2804" y="1"/>
                  </a:moveTo>
                  <a:cubicBezTo>
                    <a:pt x="1639" y="1"/>
                    <a:pt x="599" y="568"/>
                    <a:pt x="1" y="1481"/>
                  </a:cubicBezTo>
                  <a:lnTo>
                    <a:pt x="5577" y="1481"/>
                  </a:lnTo>
                  <a:cubicBezTo>
                    <a:pt x="4947" y="568"/>
                    <a:pt x="3939" y="1"/>
                    <a:pt x="28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6" name="Google Shape;6816;p65"/>
            <p:cNvSpPr/>
            <p:nvPr/>
          </p:nvSpPr>
          <p:spPr>
            <a:xfrm>
              <a:off x="-57493950" y="3703775"/>
              <a:ext cx="168575" cy="55175"/>
            </a:xfrm>
            <a:custGeom>
              <a:avLst/>
              <a:gdLst/>
              <a:ahLst/>
              <a:cxnLst/>
              <a:rect l="l" t="t" r="r" b="b"/>
              <a:pathLst>
                <a:path w="6743" h="2207" extrusionOk="0">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7" name="Google Shape;6817;p65"/>
            <p:cNvSpPr/>
            <p:nvPr/>
          </p:nvSpPr>
          <p:spPr>
            <a:xfrm>
              <a:off x="-57549075" y="3590375"/>
              <a:ext cx="279625" cy="318225"/>
            </a:xfrm>
            <a:custGeom>
              <a:avLst/>
              <a:gdLst/>
              <a:ahLst/>
              <a:cxnLst/>
              <a:rect l="l" t="t" r="r" b="b"/>
              <a:pathLst>
                <a:path w="11185" h="12729" extrusionOk="0">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8" name="Google Shape;6818;p65"/>
          <p:cNvGrpSpPr/>
          <p:nvPr/>
        </p:nvGrpSpPr>
        <p:grpSpPr>
          <a:xfrm>
            <a:off x="5305378" y="2273605"/>
            <a:ext cx="359871" cy="359871"/>
            <a:chOff x="-57570350" y="3982600"/>
            <a:chExt cx="319800" cy="319800"/>
          </a:xfrm>
        </p:grpSpPr>
        <p:sp>
          <p:nvSpPr>
            <p:cNvPr id="6819" name="Google Shape;6819;p65"/>
            <p:cNvSpPr/>
            <p:nvPr/>
          </p:nvSpPr>
          <p:spPr>
            <a:xfrm>
              <a:off x="-57570350" y="4033000"/>
              <a:ext cx="319800" cy="269400"/>
            </a:xfrm>
            <a:custGeom>
              <a:avLst/>
              <a:gdLst/>
              <a:ahLst/>
              <a:cxnLst/>
              <a:rect l="l" t="t" r="r" b="b"/>
              <a:pathLst>
                <a:path w="12792" h="10776" extrusionOk="0">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0" name="Google Shape;6820;p65"/>
            <p:cNvSpPr/>
            <p:nvPr/>
          </p:nvSpPr>
          <p:spPr>
            <a:xfrm>
              <a:off x="-57493150" y="4151150"/>
              <a:ext cx="55150" cy="36250"/>
            </a:xfrm>
            <a:custGeom>
              <a:avLst/>
              <a:gdLst/>
              <a:ahLst/>
              <a:cxnLst/>
              <a:rect l="l" t="t" r="r" b="b"/>
              <a:pathLst>
                <a:path w="2206" h="1450" extrusionOk="0">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1" name="Google Shape;6821;p65"/>
            <p:cNvSpPr/>
            <p:nvPr/>
          </p:nvSpPr>
          <p:spPr>
            <a:xfrm>
              <a:off x="-57381300" y="4151150"/>
              <a:ext cx="55925" cy="36250"/>
            </a:xfrm>
            <a:custGeom>
              <a:avLst/>
              <a:gdLst/>
              <a:ahLst/>
              <a:cxnLst/>
              <a:rect l="l" t="t" r="r" b="b"/>
              <a:pathLst>
                <a:path w="2237" h="1450" extrusionOk="0">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2" name="Google Shape;6822;p65"/>
            <p:cNvSpPr/>
            <p:nvPr/>
          </p:nvSpPr>
          <p:spPr>
            <a:xfrm>
              <a:off x="-57442750" y="3982600"/>
              <a:ext cx="65400" cy="93750"/>
            </a:xfrm>
            <a:custGeom>
              <a:avLst/>
              <a:gdLst/>
              <a:ahLst/>
              <a:cxnLst/>
              <a:rect l="l" t="t" r="r" b="b"/>
              <a:pathLst>
                <a:path w="2616" h="3750" extrusionOk="0">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3" name="Google Shape;6823;p65"/>
          <p:cNvGrpSpPr/>
          <p:nvPr/>
        </p:nvGrpSpPr>
        <p:grpSpPr>
          <a:xfrm>
            <a:off x="7520416" y="1376033"/>
            <a:ext cx="314662" cy="358999"/>
            <a:chOff x="-55576850" y="3198125"/>
            <a:chExt cx="279625" cy="319025"/>
          </a:xfrm>
        </p:grpSpPr>
        <p:sp>
          <p:nvSpPr>
            <p:cNvPr id="6824" name="Google Shape;6824;p65"/>
            <p:cNvSpPr/>
            <p:nvPr/>
          </p:nvSpPr>
          <p:spPr>
            <a:xfrm>
              <a:off x="-55576850" y="3335975"/>
              <a:ext cx="18900" cy="63825"/>
            </a:xfrm>
            <a:custGeom>
              <a:avLst/>
              <a:gdLst/>
              <a:ahLst/>
              <a:cxnLst/>
              <a:rect l="l" t="t" r="r" b="b"/>
              <a:pathLst>
                <a:path w="756" h="2553" extrusionOk="0">
                  <a:moveTo>
                    <a:pt x="756" y="0"/>
                  </a:moveTo>
                  <a:cubicBezTo>
                    <a:pt x="315" y="221"/>
                    <a:pt x="0" y="693"/>
                    <a:pt x="0" y="1260"/>
                  </a:cubicBezTo>
                  <a:cubicBezTo>
                    <a:pt x="0" y="1796"/>
                    <a:pt x="315" y="2269"/>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5" name="Google Shape;6825;p65"/>
            <p:cNvSpPr/>
            <p:nvPr/>
          </p:nvSpPr>
          <p:spPr>
            <a:xfrm>
              <a:off x="-55539850" y="3198125"/>
              <a:ext cx="206375" cy="99275"/>
            </a:xfrm>
            <a:custGeom>
              <a:avLst/>
              <a:gdLst/>
              <a:ahLst/>
              <a:cxnLst/>
              <a:rect l="l" t="t" r="r" b="b"/>
              <a:pathLst>
                <a:path w="8255" h="3971" extrusionOk="0">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6" name="Google Shape;6826;p65"/>
            <p:cNvSpPr/>
            <p:nvPr/>
          </p:nvSpPr>
          <p:spPr>
            <a:xfrm>
              <a:off x="-55539850" y="3275325"/>
              <a:ext cx="204800" cy="241825"/>
            </a:xfrm>
            <a:custGeom>
              <a:avLst/>
              <a:gdLst/>
              <a:ahLst/>
              <a:cxnLst/>
              <a:rect l="l" t="t" r="r" b="b"/>
              <a:pathLst>
                <a:path w="8192" h="9673" extrusionOk="0">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7" name="Google Shape;6827;p65"/>
            <p:cNvSpPr/>
            <p:nvPr/>
          </p:nvSpPr>
          <p:spPr>
            <a:xfrm>
              <a:off x="-55316150" y="3335975"/>
              <a:ext cx="18925" cy="63825"/>
            </a:xfrm>
            <a:custGeom>
              <a:avLst/>
              <a:gdLst/>
              <a:ahLst/>
              <a:cxnLst/>
              <a:rect l="l" t="t" r="r" b="b"/>
              <a:pathLst>
                <a:path w="757" h="2553" extrusionOk="0">
                  <a:moveTo>
                    <a:pt x="0" y="0"/>
                  </a:moveTo>
                  <a:lnTo>
                    <a:pt x="0" y="2552"/>
                  </a:lnTo>
                  <a:cubicBezTo>
                    <a:pt x="441" y="2269"/>
                    <a:pt x="756" y="1796"/>
                    <a:pt x="756" y="1260"/>
                  </a:cubicBezTo>
                  <a:cubicBezTo>
                    <a:pt x="756" y="693"/>
                    <a:pt x="473" y="22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8" name="Google Shape;6828;p65"/>
          <p:cNvGrpSpPr/>
          <p:nvPr/>
        </p:nvGrpSpPr>
        <p:grpSpPr>
          <a:xfrm>
            <a:off x="7497812" y="1832009"/>
            <a:ext cx="359871" cy="358324"/>
            <a:chOff x="-55596550" y="3590175"/>
            <a:chExt cx="319800" cy="318425"/>
          </a:xfrm>
        </p:grpSpPr>
        <p:sp>
          <p:nvSpPr>
            <p:cNvPr id="6829" name="Google Shape;6829;p65"/>
            <p:cNvSpPr/>
            <p:nvPr/>
          </p:nvSpPr>
          <p:spPr>
            <a:xfrm>
              <a:off x="-55596550" y="3590175"/>
              <a:ext cx="319800" cy="112850"/>
            </a:xfrm>
            <a:custGeom>
              <a:avLst/>
              <a:gdLst/>
              <a:ahLst/>
              <a:cxnLst/>
              <a:rect l="l" t="t" r="r" b="b"/>
              <a:pathLst>
                <a:path w="12792" h="4514" extrusionOk="0">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0" name="Google Shape;6830;p65"/>
            <p:cNvSpPr/>
            <p:nvPr/>
          </p:nvSpPr>
          <p:spPr>
            <a:xfrm>
              <a:off x="-55539850" y="3721900"/>
              <a:ext cx="204800" cy="186700"/>
            </a:xfrm>
            <a:custGeom>
              <a:avLst/>
              <a:gdLst/>
              <a:ahLst/>
              <a:cxnLst/>
              <a:rect l="l" t="t" r="r" b="b"/>
              <a:pathLst>
                <a:path w="8192" h="7468" extrusionOk="0">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1" name="Google Shape;6831;p65"/>
            <p:cNvSpPr/>
            <p:nvPr/>
          </p:nvSpPr>
          <p:spPr>
            <a:xfrm>
              <a:off x="-55316150" y="3726625"/>
              <a:ext cx="18925" cy="63825"/>
            </a:xfrm>
            <a:custGeom>
              <a:avLst/>
              <a:gdLst/>
              <a:ahLst/>
              <a:cxnLst/>
              <a:rect l="l" t="t" r="r" b="b"/>
              <a:pathLst>
                <a:path w="757" h="2553" extrusionOk="0">
                  <a:moveTo>
                    <a:pt x="0" y="1"/>
                  </a:moveTo>
                  <a:lnTo>
                    <a:pt x="0" y="2552"/>
                  </a:lnTo>
                  <a:cubicBezTo>
                    <a:pt x="441" y="2269"/>
                    <a:pt x="756" y="1796"/>
                    <a:pt x="756" y="1261"/>
                  </a:cubicBezTo>
                  <a:cubicBezTo>
                    <a:pt x="756" y="757"/>
                    <a:pt x="473" y="284"/>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2" name="Google Shape;6832;p65"/>
            <p:cNvSpPr/>
            <p:nvPr/>
          </p:nvSpPr>
          <p:spPr>
            <a:xfrm>
              <a:off x="-55576850" y="3727425"/>
              <a:ext cx="18900" cy="63800"/>
            </a:xfrm>
            <a:custGeom>
              <a:avLst/>
              <a:gdLst/>
              <a:ahLst/>
              <a:cxnLst/>
              <a:rect l="l" t="t" r="r" b="b"/>
              <a:pathLst>
                <a:path w="756" h="2552" extrusionOk="0">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3" name="Google Shape;6833;p65"/>
          <p:cNvGrpSpPr/>
          <p:nvPr/>
        </p:nvGrpSpPr>
        <p:grpSpPr>
          <a:xfrm>
            <a:off x="7513049" y="2273351"/>
            <a:ext cx="358999" cy="359252"/>
            <a:chOff x="-55595775" y="3982375"/>
            <a:chExt cx="319025" cy="319250"/>
          </a:xfrm>
        </p:grpSpPr>
        <p:sp>
          <p:nvSpPr>
            <p:cNvPr id="6834" name="Google Shape;6834;p65"/>
            <p:cNvSpPr/>
            <p:nvPr/>
          </p:nvSpPr>
          <p:spPr>
            <a:xfrm>
              <a:off x="-55441400" y="3982375"/>
              <a:ext cx="125250" cy="145175"/>
            </a:xfrm>
            <a:custGeom>
              <a:avLst/>
              <a:gdLst/>
              <a:ahLst/>
              <a:cxnLst/>
              <a:rect l="l" t="t" r="r" b="b"/>
              <a:pathLst>
                <a:path w="5010" h="5807" extrusionOk="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5" name="Google Shape;6835;p65"/>
            <p:cNvSpPr/>
            <p:nvPr/>
          </p:nvSpPr>
          <p:spPr>
            <a:xfrm>
              <a:off x="-55343725" y="4203125"/>
              <a:ext cx="66975" cy="41000"/>
            </a:xfrm>
            <a:custGeom>
              <a:avLst/>
              <a:gdLst/>
              <a:ahLst/>
              <a:cxnLst/>
              <a:rect l="l" t="t" r="r" b="b"/>
              <a:pathLst>
                <a:path w="2679" h="1640" extrusionOk="0">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6" name="Google Shape;6836;p65"/>
            <p:cNvSpPr/>
            <p:nvPr/>
          </p:nvSpPr>
          <p:spPr>
            <a:xfrm>
              <a:off x="-55557950" y="4019625"/>
              <a:ext cx="147300" cy="94525"/>
            </a:xfrm>
            <a:custGeom>
              <a:avLst/>
              <a:gdLst/>
              <a:ahLst/>
              <a:cxnLst/>
              <a:rect l="l" t="t" r="r" b="b"/>
              <a:pathLst>
                <a:path w="5892" h="3781" extrusionOk="0">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7" name="Google Shape;6837;p65"/>
            <p:cNvSpPr/>
            <p:nvPr/>
          </p:nvSpPr>
          <p:spPr>
            <a:xfrm>
              <a:off x="-55557950" y="4042450"/>
              <a:ext cx="206375" cy="259175"/>
            </a:xfrm>
            <a:custGeom>
              <a:avLst/>
              <a:gdLst/>
              <a:ahLst/>
              <a:cxnLst/>
              <a:rect l="l" t="t" r="r" b="b"/>
              <a:pathLst>
                <a:path w="8255" h="10367" extrusionOk="0">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8" name="Google Shape;6838;p65"/>
            <p:cNvSpPr/>
            <p:nvPr/>
          </p:nvSpPr>
          <p:spPr>
            <a:xfrm>
              <a:off x="-55335050" y="4136200"/>
              <a:ext cx="18900" cy="64600"/>
            </a:xfrm>
            <a:custGeom>
              <a:avLst/>
              <a:gdLst/>
              <a:ahLst/>
              <a:cxnLst/>
              <a:rect l="l" t="t" r="r" b="b"/>
              <a:pathLst>
                <a:path w="756" h="2584" extrusionOk="0">
                  <a:moveTo>
                    <a:pt x="0" y="0"/>
                  </a:moveTo>
                  <a:lnTo>
                    <a:pt x="0" y="2426"/>
                  </a:lnTo>
                  <a:lnTo>
                    <a:pt x="0" y="2583"/>
                  </a:lnTo>
                  <a:cubicBezTo>
                    <a:pt x="441" y="2331"/>
                    <a:pt x="756" y="1859"/>
                    <a:pt x="756" y="1292"/>
                  </a:cubicBezTo>
                  <a:cubicBezTo>
                    <a:pt x="756" y="756"/>
                    <a:pt x="441" y="28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9" name="Google Shape;6839;p65"/>
            <p:cNvSpPr/>
            <p:nvPr/>
          </p:nvSpPr>
          <p:spPr>
            <a:xfrm>
              <a:off x="-55595775" y="4136975"/>
              <a:ext cx="18925" cy="65400"/>
            </a:xfrm>
            <a:custGeom>
              <a:avLst/>
              <a:gdLst/>
              <a:ahLst/>
              <a:cxnLst/>
              <a:rect l="l" t="t" r="r" b="b"/>
              <a:pathLst>
                <a:path w="757" h="2616" extrusionOk="0">
                  <a:moveTo>
                    <a:pt x="757" y="1"/>
                  </a:moveTo>
                  <a:cubicBezTo>
                    <a:pt x="284" y="284"/>
                    <a:pt x="1" y="757"/>
                    <a:pt x="1" y="1292"/>
                  </a:cubicBezTo>
                  <a:cubicBezTo>
                    <a:pt x="1" y="1859"/>
                    <a:pt x="316" y="2332"/>
                    <a:pt x="757" y="2615"/>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0" name="Google Shape;6840;p65"/>
          <p:cNvGrpSpPr/>
          <p:nvPr/>
        </p:nvGrpSpPr>
        <p:grpSpPr>
          <a:xfrm>
            <a:off x="6170232" y="2731562"/>
            <a:ext cx="358999" cy="358099"/>
            <a:chOff x="-53635375" y="3192625"/>
            <a:chExt cx="319025" cy="318225"/>
          </a:xfrm>
        </p:grpSpPr>
        <p:sp>
          <p:nvSpPr>
            <p:cNvPr id="6841" name="Google Shape;6841;p65"/>
            <p:cNvSpPr/>
            <p:nvPr/>
          </p:nvSpPr>
          <p:spPr>
            <a:xfrm>
              <a:off x="-53560550" y="3342275"/>
              <a:ext cx="167000" cy="151250"/>
            </a:xfrm>
            <a:custGeom>
              <a:avLst/>
              <a:gdLst/>
              <a:ahLst/>
              <a:cxnLst/>
              <a:rect l="l" t="t" r="r" b="b"/>
              <a:pathLst>
                <a:path w="6680" h="6050" extrusionOk="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2" name="Google Shape;6842;p65"/>
            <p:cNvSpPr/>
            <p:nvPr/>
          </p:nvSpPr>
          <p:spPr>
            <a:xfrm>
              <a:off x="-53559750" y="3305250"/>
              <a:ext cx="168575" cy="18150"/>
            </a:xfrm>
            <a:custGeom>
              <a:avLst/>
              <a:gdLst/>
              <a:ahLst/>
              <a:cxnLst/>
              <a:rect l="l" t="t" r="r" b="b"/>
              <a:pathLst>
                <a:path w="6743" h="726" extrusionOk="0">
                  <a:moveTo>
                    <a:pt x="0" y="0"/>
                  </a:moveTo>
                  <a:lnTo>
                    <a:pt x="0" y="725"/>
                  </a:lnTo>
                  <a:lnTo>
                    <a:pt x="6742" y="725"/>
                  </a:lnTo>
                  <a:lnTo>
                    <a:pt x="6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3" name="Google Shape;6843;p65"/>
            <p:cNvSpPr/>
            <p:nvPr/>
          </p:nvSpPr>
          <p:spPr>
            <a:xfrm>
              <a:off x="-53635375" y="3192625"/>
              <a:ext cx="319025" cy="318225"/>
            </a:xfrm>
            <a:custGeom>
              <a:avLst/>
              <a:gdLst/>
              <a:ahLst/>
              <a:cxnLst/>
              <a:rect l="l" t="t" r="r" b="b"/>
              <a:pathLst>
                <a:path w="12761" h="12729" extrusionOk="0">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4" name="Google Shape;6844;p65"/>
          <p:cNvGrpSpPr/>
          <p:nvPr/>
        </p:nvGrpSpPr>
        <p:grpSpPr>
          <a:xfrm>
            <a:off x="6192401" y="3202536"/>
            <a:ext cx="314662" cy="358999"/>
            <a:chOff x="-53615675" y="3584850"/>
            <a:chExt cx="279625" cy="319025"/>
          </a:xfrm>
        </p:grpSpPr>
        <p:sp>
          <p:nvSpPr>
            <p:cNvPr id="6845" name="Google Shape;6845;p65"/>
            <p:cNvSpPr/>
            <p:nvPr/>
          </p:nvSpPr>
          <p:spPr>
            <a:xfrm>
              <a:off x="-53577075" y="3584850"/>
              <a:ext cx="204800" cy="319025"/>
            </a:xfrm>
            <a:custGeom>
              <a:avLst/>
              <a:gdLst/>
              <a:ahLst/>
              <a:cxnLst/>
              <a:rect l="l" t="t" r="r" b="b"/>
              <a:pathLst>
                <a:path w="8192" h="12761" extrusionOk="0">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6" name="Google Shape;6846;p65"/>
            <p:cNvSpPr/>
            <p:nvPr/>
          </p:nvSpPr>
          <p:spPr>
            <a:xfrm>
              <a:off x="-53615675" y="3739225"/>
              <a:ext cx="20500" cy="65400"/>
            </a:xfrm>
            <a:custGeom>
              <a:avLst/>
              <a:gdLst/>
              <a:ahLst/>
              <a:cxnLst/>
              <a:rect l="l" t="t" r="r" b="b"/>
              <a:pathLst>
                <a:path w="820" h="2616" extrusionOk="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7" name="Google Shape;6847;p65"/>
            <p:cNvSpPr/>
            <p:nvPr/>
          </p:nvSpPr>
          <p:spPr>
            <a:xfrm>
              <a:off x="-53356550" y="3738450"/>
              <a:ext cx="20500" cy="64600"/>
            </a:xfrm>
            <a:custGeom>
              <a:avLst/>
              <a:gdLst/>
              <a:ahLst/>
              <a:cxnLst/>
              <a:rect l="l" t="t" r="r" b="b"/>
              <a:pathLst>
                <a:path w="820" h="2584" extrusionOk="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8" name="Google Shape;6848;p65"/>
          <p:cNvGrpSpPr/>
          <p:nvPr/>
        </p:nvGrpSpPr>
        <p:grpSpPr>
          <a:xfrm>
            <a:off x="6170246" y="3665461"/>
            <a:ext cx="358971" cy="357874"/>
            <a:chOff x="-53634575" y="3976500"/>
            <a:chExt cx="319000" cy="318025"/>
          </a:xfrm>
        </p:grpSpPr>
        <p:sp>
          <p:nvSpPr>
            <p:cNvPr id="6849" name="Google Shape;6849;p65"/>
            <p:cNvSpPr/>
            <p:nvPr/>
          </p:nvSpPr>
          <p:spPr>
            <a:xfrm>
              <a:off x="-53634575" y="3976500"/>
              <a:ext cx="319000" cy="93550"/>
            </a:xfrm>
            <a:custGeom>
              <a:avLst/>
              <a:gdLst/>
              <a:ahLst/>
              <a:cxnLst/>
              <a:rect l="l" t="t" r="r" b="b"/>
              <a:pathLst>
                <a:path w="12760" h="3742" extrusionOk="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0" name="Google Shape;6850;p65"/>
            <p:cNvSpPr/>
            <p:nvPr/>
          </p:nvSpPr>
          <p:spPr>
            <a:xfrm>
              <a:off x="-53614900" y="4163750"/>
              <a:ext cx="140225" cy="130775"/>
            </a:xfrm>
            <a:custGeom>
              <a:avLst/>
              <a:gdLst/>
              <a:ahLst/>
              <a:cxnLst/>
              <a:rect l="l" t="t" r="r" b="b"/>
              <a:pathLst>
                <a:path w="5609" h="5231" extrusionOk="0">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1" name="Google Shape;6851;p65"/>
            <p:cNvSpPr/>
            <p:nvPr/>
          </p:nvSpPr>
          <p:spPr>
            <a:xfrm>
              <a:off x="-53616475" y="4088925"/>
              <a:ext cx="126050" cy="74850"/>
            </a:xfrm>
            <a:custGeom>
              <a:avLst/>
              <a:gdLst/>
              <a:ahLst/>
              <a:cxnLst/>
              <a:rect l="l" t="t" r="r" b="b"/>
              <a:pathLst>
                <a:path w="5042" h="2994" extrusionOk="0">
                  <a:moveTo>
                    <a:pt x="1" y="1"/>
                  </a:moveTo>
                  <a:lnTo>
                    <a:pt x="1" y="2994"/>
                  </a:lnTo>
                  <a:cubicBezTo>
                    <a:pt x="32" y="2175"/>
                    <a:pt x="694" y="1481"/>
                    <a:pt x="1513" y="1481"/>
                  </a:cubicBezTo>
                  <a:lnTo>
                    <a:pt x="2521" y="1481"/>
                  </a:lnTo>
                  <a:cubicBezTo>
                    <a:pt x="3561" y="1481"/>
                    <a:pt x="4569" y="914"/>
                    <a:pt x="50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2" name="Google Shape;6852;p65"/>
            <p:cNvSpPr/>
            <p:nvPr/>
          </p:nvSpPr>
          <p:spPr>
            <a:xfrm>
              <a:off x="-53475475" y="4163750"/>
              <a:ext cx="139425" cy="130775"/>
            </a:xfrm>
            <a:custGeom>
              <a:avLst/>
              <a:gdLst/>
              <a:ahLst/>
              <a:cxnLst/>
              <a:rect l="l" t="t" r="r" b="b"/>
              <a:pathLst>
                <a:path w="5577" h="5231" extrusionOk="0">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3" name="Google Shape;6853;p65"/>
            <p:cNvSpPr/>
            <p:nvPr/>
          </p:nvSpPr>
          <p:spPr>
            <a:xfrm>
              <a:off x="-53559750" y="4100750"/>
              <a:ext cx="167775" cy="174875"/>
            </a:xfrm>
            <a:custGeom>
              <a:avLst/>
              <a:gdLst/>
              <a:ahLst/>
              <a:cxnLst/>
              <a:rect l="l" t="t" r="r" b="b"/>
              <a:pathLst>
                <a:path w="6711" h="6995" extrusionOk="0">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4" name="Google Shape;6854;p65"/>
            <p:cNvSpPr/>
            <p:nvPr/>
          </p:nvSpPr>
          <p:spPr>
            <a:xfrm>
              <a:off x="-53373875" y="4144850"/>
              <a:ext cx="18925" cy="37825"/>
            </a:xfrm>
            <a:custGeom>
              <a:avLst/>
              <a:gdLst/>
              <a:ahLst/>
              <a:cxnLst/>
              <a:rect l="l" t="t" r="r" b="b"/>
              <a:pathLst>
                <a:path w="757" h="1513" extrusionOk="0">
                  <a:moveTo>
                    <a:pt x="0" y="1"/>
                  </a:moveTo>
                  <a:lnTo>
                    <a:pt x="0" y="1513"/>
                  </a:lnTo>
                  <a:cubicBezTo>
                    <a:pt x="410" y="1513"/>
                    <a:pt x="757" y="1135"/>
                    <a:pt x="757" y="757"/>
                  </a:cubicBezTo>
                  <a:cubicBezTo>
                    <a:pt x="757" y="347"/>
                    <a:pt x="44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5" name="Google Shape;6855;p65"/>
            <p:cNvSpPr/>
            <p:nvPr/>
          </p:nvSpPr>
          <p:spPr>
            <a:xfrm>
              <a:off x="-53596775" y="4144850"/>
              <a:ext cx="18125" cy="37825"/>
            </a:xfrm>
            <a:custGeom>
              <a:avLst/>
              <a:gdLst/>
              <a:ahLst/>
              <a:cxnLst/>
              <a:rect l="l" t="t" r="r" b="b"/>
              <a:pathLst>
                <a:path w="725" h="1513" extrusionOk="0">
                  <a:moveTo>
                    <a:pt x="725" y="1"/>
                  </a:moveTo>
                  <a:cubicBezTo>
                    <a:pt x="347" y="1"/>
                    <a:pt x="1" y="347"/>
                    <a:pt x="1" y="757"/>
                  </a:cubicBezTo>
                  <a:cubicBezTo>
                    <a:pt x="1" y="1135"/>
                    <a:pt x="347" y="1513"/>
                    <a:pt x="725" y="1513"/>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6" name="Google Shape;6856;p65"/>
            <p:cNvSpPr/>
            <p:nvPr/>
          </p:nvSpPr>
          <p:spPr>
            <a:xfrm>
              <a:off x="-53461300" y="4088925"/>
              <a:ext cx="125250" cy="74850"/>
            </a:xfrm>
            <a:custGeom>
              <a:avLst/>
              <a:gdLst/>
              <a:ahLst/>
              <a:cxnLst/>
              <a:rect l="l" t="t" r="r" b="b"/>
              <a:pathLst>
                <a:path w="5010" h="2994" extrusionOk="0">
                  <a:moveTo>
                    <a:pt x="0" y="1"/>
                  </a:moveTo>
                  <a:cubicBezTo>
                    <a:pt x="504" y="914"/>
                    <a:pt x="1450" y="1481"/>
                    <a:pt x="2521" y="1481"/>
                  </a:cubicBezTo>
                  <a:lnTo>
                    <a:pt x="3497" y="1481"/>
                  </a:lnTo>
                  <a:cubicBezTo>
                    <a:pt x="4348" y="1481"/>
                    <a:pt x="5010" y="2175"/>
                    <a:pt x="5010" y="2994"/>
                  </a:cubicBezTo>
                  <a:lnTo>
                    <a:pt x="50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7" name="Google Shape;6857;p65"/>
          <p:cNvGrpSpPr/>
          <p:nvPr/>
        </p:nvGrpSpPr>
        <p:grpSpPr>
          <a:xfrm>
            <a:off x="7965050" y="3208415"/>
            <a:ext cx="314662" cy="358436"/>
            <a:chOff x="-52023900" y="3590075"/>
            <a:chExt cx="279625" cy="318525"/>
          </a:xfrm>
        </p:grpSpPr>
        <p:sp>
          <p:nvSpPr>
            <p:cNvPr id="6858" name="Google Shape;6858;p65"/>
            <p:cNvSpPr/>
            <p:nvPr/>
          </p:nvSpPr>
          <p:spPr>
            <a:xfrm>
              <a:off x="-52005000" y="3611625"/>
              <a:ext cx="92175" cy="92175"/>
            </a:xfrm>
            <a:custGeom>
              <a:avLst/>
              <a:gdLst/>
              <a:ahLst/>
              <a:cxnLst/>
              <a:rect l="l" t="t" r="r" b="b"/>
              <a:pathLst>
                <a:path w="3687" h="3687" extrusionOk="0">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9" name="Google Shape;6859;p65"/>
            <p:cNvSpPr/>
            <p:nvPr/>
          </p:nvSpPr>
          <p:spPr>
            <a:xfrm>
              <a:off x="-51894725" y="3614000"/>
              <a:ext cx="121325" cy="106350"/>
            </a:xfrm>
            <a:custGeom>
              <a:avLst/>
              <a:gdLst/>
              <a:ahLst/>
              <a:cxnLst/>
              <a:rect l="l" t="t" r="r" b="b"/>
              <a:pathLst>
                <a:path w="4853" h="4254" extrusionOk="0">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0" name="Google Shape;6860;p65"/>
            <p:cNvSpPr/>
            <p:nvPr/>
          </p:nvSpPr>
          <p:spPr>
            <a:xfrm>
              <a:off x="-51838000" y="3590075"/>
              <a:ext cx="76400" cy="74350"/>
            </a:xfrm>
            <a:custGeom>
              <a:avLst/>
              <a:gdLst/>
              <a:ahLst/>
              <a:cxnLst/>
              <a:rect l="l" t="t" r="r" b="b"/>
              <a:pathLst>
                <a:path w="3056" h="2974" extrusionOk="0">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1" name="Google Shape;6861;p65"/>
            <p:cNvSpPr/>
            <p:nvPr/>
          </p:nvSpPr>
          <p:spPr>
            <a:xfrm>
              <a:off x="-51988450" y="3666775"/>
              <a:ext cx="204800" cy="241825"/>
            </a:xfrm>
            <a:custGeom>
              <a:avLst/>
              <a:gdLst/>
              <a:ahLst/>
              <a:cxnLst/>
              <a:rect l="l" t="t" r="r" b="b"/>
              <a:pathLst>
                <a:path w="8192" h="9673" extrusionOk="0">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2" name="Google Shape;6862;p65"/>
            <p:cNvSpPr/>
            <p:nvPr/>
          </p:nvSpPr>
          <p:spPr>
            <a:xfrm>
              <a:off x="-51893150" y="3797500"/>
              <a:ext cx="18150" cy="17375"/>
            </a:xfrm>
            <a:custGeom>
              <a:avLst/>
              <a:gdLst/>
              <a:ahLst/>
              <a:cxnLst/>
              <a:rect l="l" t="t" r="r" b="b"/>
              <a:pathLst>
                <a:path w="726" h="695" extrusionOk="0">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3" name="Google Shape;6863;p65"/>
            <p:cNvSpPr/>
            <p:nvPr/>
          </p:nvSpPr>
          <p:spPr>
            <a:xfrm>
              <a:off x="-51763200"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4" name="Google Shape;6864;p65"/>
            <p:cNvSpPr/>
            <p:nvPr/>
          </p:nvSpPr>
          <p:spPr>
            <a:xfrm>
              <a:off x="-52023900" y="374632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5" name="Google Shape;6865;p65"/>
          <p:cNvGrpSpPr/>
          <p:nvPr/>
        </p:nvGrpSpPr>
        <p:grpSpPr>
          <a:xfrm>
            <a:off x="5728292" y="1376934"/>
            <a:ext cx="358971" cy="358971"/>
            <a:chOff x="-57173375" y="3198925"/>
            <a:chExt cx="319000" cy="319000"/>
          </a:xfrm>
        </p:grpSpPr>
        <p:sp>
          <p:nvSpPr>
            <p:cNvPr id="6866" name="Google Shape;6866;p65"/>
            <p:cNvSpPr/>
            <p:nvPr/>
          </p:nvSpPr>
          <p:spPr>
            <a:xfrm>
              <a:off x="-57120600" y="3237525"/>
              <a:ext cx="204800" cy="92825"/>
            </a:xfrm>
            <a:custGeom>
              <a:avLst/>
              <a:gdLst/>
              <a:ahLst/>
              <a:cxnLst/>
              <a:rect l="l" t="t" r="r" b="b"/>
              <a:pathLst>
                <a:path w="8192" h="3713" extrusionOk="0">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7" name="Google Shape;6867;p65"/>
            <p:cNvSpPr/>
            <p:nvPr/>
          </p:nvSpPr>
          <p:spPr>
            <a:xfrm>
              <a:off x="-57053650" y="3273750"/>
              <a:ext cx="70100" cy="74850"/>
            </a:xfrm>
            <a:custGeom>
              <a:avLst/>
              <a:gdLst/>
              <a:ahLst/>
              <a:cxnLst/>
              <a:rect l="l" t="t" r="r" b="b"/>
              <a:pathLst>
                <a:path w="2804" h="2994" extrusionOk="0">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8" name="Google Shape;6868;p65"/>
            <p:cNvSpPr/>
            <p:nvPr/>
          </p:nvSpPr>
          <p:spPr>
            <a:xfrm>
              <a:off x="-57058375" y="3198925"/>
              <a:ext cx="82700" cy="26800"/>
            </a:xfrm>
            <a:custGeom>
              <a:avLst/>
              <a:gdLst/>
              <a:ahLst/>
              <a:cxnLst/>
              <a:rect l="l" t="t" r="r" b="b"/>
              <a:pathLst>
                <a:path w="3308" h="1072" extrusionOk="0">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9" name="Google Shape;6869;p65"/>
            <p:cNvSpPr/>
            <p:nvPr/>
          </p:nvSpPr>
          <p:spPr>
            <a:xfrm>
              <a:off x="-57173375" y="3338325"/>
              <a:ext cx="319000" cy="179600"/>
            </a:xfrm>
            <a:custGeom>
              <a:avLst/>
              <a:gdLst/>
              <a:ahLst/>
              <a:cxnLst/>
              <a:rect l="l" t="t" r="r" b="b"/>
              <a:pathLst>
                <a:path w="12760" h="7184" extrusionOk="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0" name="Google Shape;6870;p65"/>
          <p:cNvGrpSpPr/>
          <p:nvPr/>
        </p:nvGrpSpPr>
        <p:grpSpPr>
          <a:xfrm>
            <a:off x="5729178" y="1854374"/>
            <a:ext cx="357198" cy="314690"/>
            <a:chOff x="-57176525" y="3610050"/>
            <a:chExt cx="317425" cy="279650"/>
          </a:xfrm>
        </p:grpSpPr>
        <p:sp>
          <p:nvSpPr>
            <p:cNvPr id="6871" name="Google Shape;6871;p65"/>
            <p:cNvSpPr/>
            <p:nvPr/>
          </p:nvSpPr>
          <p:spPr>
            <a:xfrm>
              <a:off x="-57109575" y="3610050"/>
              <a:ext cx="181950" cy="56750"/>
            </a:xfrm>
            <a:custGeom>
              <a:avLst/>
              <a:gdLst/>
              <a:ahLst/>
              <a:cxnLst/>
              <a:rect l="l" t="t" r="r" b="b"/>
              <a:pathLst>
                <a:path w="7278" h="2270" extrusionOk="0">
                  <a:moveTo>
                    <a:pt x="3655" y="1"/>
                  </a:moveTo>
                  <a:cubicBezTo>
                    <a:pt x="2080" y="1"/>
                    <a:pt x="693" y="914"/>
                    <a:pt x="0" y="2269"/>
                  </a:cubicBezTo>
                  <a:lnTo>
                    <a:pt x="7278" y="2269"/>
                  </a:lnTo>
                  <a:cubicBezTo>
                    <a:pt x="6648" y="914"/>
                    <a:pt x="526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2" name="Google Shape;6872;p65"/>
            <p:cNvSpPr/>
            <p:nvPr/>
          </p:nvSpPr>
          <p:spPr>
            <a:xfrm>
              <a:off x="-57120600" y="3684100"/>
              <a:ext cx="88225" cy="36375"/>
            </a:xfrm>
            <a:custGeom>
              <a:avLst/>
              <a:gdLst/>
              <a:ahLst/>
              <a:cxnLst/>
              <a:rect l="l" t="t" r="r" b="b"/>
              <a:pathLst>
                <a:path w="3529" h="1455" extrusionOk="0">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3" name="Google Shape;6873;p65"/>
            <p:cNvSpPr/>
            <p:nvPr/>
          </p:nvSpPr>
          <p:spPr>
            <a:xfrm>
              <a:off x="-57176525" y="3747100"/>
              <a:ext cx="28375" cy="67775"/>
            </a:xfrm>
            <a:custGeom>
              <a:avLst/>
              <a:gdLst/>
              <a:ahLst/>
              <a:cxnLst/>
              <a:rect l="l" t="t" r="r" b="b"/>
              <a:pathLst>
                <a:path w="1135" h="2711" extrusionOk="0">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4" name="Google Shape;6874;p65"/>
            <p:cNvSpPr/>
            <p:nvPr/>
          </p:nvSpPr>
          <p:spPr>
            <a:xfrm>
              <a:off x="-57139500" y="3743175"/>
              <a:ext cx="37825" cy="89025"/>
            </a:xfrm>
            <a:custGeom>
              <a:avLst/>
              <a:gdLst/>
              <a:ahLst/>
              <a:cxnLst/>
              <a:rect l="l" t="t" r="r" b="b"/>
              <a:pathLst>
                <a:path w="1513" h="3561" extrusionOk="0">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5" name="Google Shape;6875;p65"/>
            <p:cNvSpPr/>
            <p:nvPr/>
          </p:nvSpPr>
          <p:spPr>
            <a:xfrm>
              <a:off x="-57104075" y="3684875"/>
              <a:ext cx="244975" cy="204825"/>
            </a:xfrm>
            <a:custGeom>
              <a:avLst/>
              <a:gdLst/>
              <a:ahLst/>
              <a:cxnLst/>
              <a:rect l="l" t="t" r="r" b="b"/>
              <a:pathLst>
                <a:path w="9799" h="8193" extrusionOk="0">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6" name="Google Shape;6876;p65"/>
          <p:cNvGrpSpPr/>
          <p:nvPr/>
        </p:nvGrpSpPr>
        <p:grpSpPr>
          <a:xfrm>
            <a:off x="7939633" y="1376934"/>
            <a:ext cx="358099" cy="356326"/>
            <a:chOff x="-55202750" y="3198925"/>
            <a:chExt cx="318225" cy="316650"/>
          </a:xfrm>
        </p:grpSpPr>
        <p:sp>
          <p:nvSpPr>
            <p:cNvPr id="6877" name="Google Shape;6877;p65"/>
            <p:cNvSpPr/>
            <p:nvPr/>
          </p:nvSpPr>
          <p:spPr>
            <a:xfrm>
              <a:off x="-55130275" y="3293425"/>
              <a:ext cx="167775" cy="168575"/>
            </a:xfrm>
            <a:custGeom>
              <a:avLst/>
              <a:gdLst/>
              <a:ahLst/>
              <a:cxnLst/>
              <a:rect l="l" t="t" r="r" b="b"/>
              <a:pathLst>
                <a:path w="6711" h="6743" extrusionOk="0">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8" name="Google Shape;6878;p65"/>
            <p:cNvSpPr/>
            <p:nvPr/>
          </p:nvSpPr>
          <p:spPr>
            <a:xfrm>
              <a:off x="-55202750" y="3198925"/>
              <a:ext cx="318225" cy="316650"/>
            </a:xfrm>
            <a:custGeom>
              <a:avLst/>
              <a:gdLst/>
              <a:ahLst/>
              <a:cxnLst/>
              <a:rect l="l" t="t" r="r" b="b"/>
              <a:pathLst>
                <a:path w="12729" h="12666" extrusionOk="0">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9" name="Google Shape;6879;p65"/>
          <p:cNvGrpSpPr/>
          <p:nvPr/>
        </p:nvGrpSpPr>
        <p:grpSpPr>
          <a:xfrm>
            <a:off x="7950267" y="1832234"/>
            <a:ext cx="336830" cy="358099"/>
            <a:chOff x="-55194875" y="3590375"/>
            <a:chExt cx="299325" cy="318225"/>
          </a:xfrm>
        </p:grpSpPr>
        <p:sp>
          <p:nvSpPr>
            <p:cNvPr id="6880" name="Google Shape;6880;p65"/>
            <p:cNvSpPr/>
            <p:nvPr/>
          </p:nvSpPr>
          <p:spPr>
            <a:xfrm>
              <a:off x="-55194875" y="3667550"/>
              <a:ext cx="37050" cy="241050"/>
            </a:xfrm>
            <a:custGeom>
              <a:avLst/>
              <a:gdLst/>
              <a:ahLst/>
              <a:cxnLst/>
              <a:rect l="l" t="t" r="r" b="b"/>
              <a:pathLst>
                <a:path w="1482" h="9642" extrusionOk="0">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1" name="Google Shape;6881;p65"/>
            <p:cNvSpPr/>
            <p:nvPr/>
          </p:nvSpPr>
          <p:spPr>
            <a:xfrm>
              <a:off x="-55065700" y="3643925"/>
              <a:ext cx="132350" cy="40200"/>
            </a:xfrm>
            <a:custGeom>
              <a:avLst/>
              <a:gdLst/>
              <a:ahLst/>
              <a:cxnLst/>
              <a:rect l="l" t="t" r="r" b="b"/>
              <a:pathLst>
                <a:path w="5294" h="1608" extrusionOk="0">
                  <a:moveTo>
                    <a:pt x="5294" y="1"/>
                  </a:moveTo>
                  <a:lnTo>
                    <a:pt x="1" y="1607"/>
                  </a:lnTo>
                  <a:lnTo>
                    <a:pt x="5294" y="1607"/>
                  </a:lnTo>
                  <a:lnTo>
                    <a:pt x="5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2" name="Google Shape;6882;p65"/>
            <p:cNvSpPr/>
            <p:nvPr/>
          </p:nvSpPr>
          <p:spPr>
            <a:xfrm>
              <a:off x="-55138950" y="3703000"/>
              <a:ext cx="204800" cy="168575"/>
            </a:xfrm>
            <a:custGeom>
              <a:avLst/>
              <a:gdLst/>
              <a:ahLst/>
              <a:cxnLst/>
              <a:rect l="l" t="t" r="r" b="b"/>
              <a:pathLst>
                <a:path w="8192" h="6743" extrusionOk="0">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3" name="Google Shape;6883;p65"/>
            <p:cNvSpPr/>
            <p:nvPr/>
          </p:nvSpPr>
          <p:spPr>
            <a:xfrm>
              <a:off x="-55138950" y="3590375"/>
              <a:ext cx="204025" cy="92950"/>
            </a:xfrm>
            <a:custGeom>
              <a:avLst/>
              <a:gdLst/>
              <a:ahLst/>
              <a:cxnLst/>
              <a:rect l="l" t="t" r="r" b="b"/>
              <a:pathLst>
                <a:path w="8161" h="3718" extrusionOk="0">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4" name="Google Shape;6884;p65"/>
            <p:cNvSpPr/>
            <p:nvPr/>
          </p:nvSpPr>
          <p:spPr>
            <a:xfrm>
              <a:off x="-54914475" y="3688825"/>
              <a:ext cx="18925" cy="64600"/>
            </a:xfrm>
            <a:custGeom>
              <a:avLst/>
              <a:gdLst/>
              <a:ahLst/>
              <a:cxnLst/>
              <a:rect l="l" t="t" r="r" b="b"/>
              <a:pathLst>
                <a:path w="757" h="2584" extrusionOk="0">
                  <a:moveTo>
                    <a:pt x="1" y="0"/>
                  </a:moveTo>
                  <a:lnTo>
                    <a:pt x="1" y="2584"/>
                  </a:lnTo>
                  <a:cubicBezTo>
                    <a:pt x="442" y="2300"/>
                    <a:pt x="757" y="1828"/>
                    <a:pt x="757" y="1261"/>
                  </a:cubicBezTo>
                  <a:cubicBezTo>
                    <a:pt x="757" y="756"/>
                    <a:pt x="442" y="28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5" name="Google Shape;6885;p65"/>
          <p:cNvGrpSpPr/>
          <p:nvPr/>
        </p:nvGrpSpPr>
        <p:grpSpPr>
          <a:xfrm>
            <a:off x="7954884" y="2274505"/>
            <a:ext cx="357198" cy="357198"/>
            <a:chOff x="-55203525" y="3983400"/>
            <a:chExt cx="317425" cy="317425"/>
          </a:xfrm>
        </p:grpSpPr>
        <p:sp>
          <p:nvSpPr>
            <p:cNvPr id="6886" name="Google Shape;6886;p65"/>
            <p:cNvSpPr/>
            <p:nvPr/>
          </p:nvSpPr>
          <p:spPr>
            <a:xfrm>
              <a:off x="-55147600" y="4094450"/>
              <a:ext cx="204800" cy="206375"/>
            </a:xfrm>
            <a:custGeom>
              <a:avLst/>
              <a:gdLst/>
              <a:ahLst/>
              <a:cxnLst/>
              <a:rect l="l" t="t" r="r" b="b"/>
              <a:pathLst>
                <a:path w="8192" h="8255" extrusionOk="0">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7" name="Google Shape;6887;p65"/>
            <p:cNvSpPr/>
            <p:nvPr/>
          </p:nvSpPr>
          <p:spPr>
            <a:xfrm>
              <a:off x="-55203525" y="4027500"/>
              <a:ext cx="317425" cy="196925"/>
            </a:xfrm>
            <a:custGeom>
              <a:avLst/>
              <a:gdLst/>
              <a:ahLst/>
              <a:cxnLst/>
              <a:rect l="l" t="t" r="r" b="b"/>
              <a:pathLst>
                <a:path w="12697" h="7877" extrusionOk="0">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8" name="Google Shape;6888;p65"/>
            <p:cNvSpPr/>
            <p:nvPr/>
          </p:nvSpPr>
          <p:spPr>
            <a:xfrm>
              <a:off x="-55128700" y="3983400"/>
              <a:ext cx="166200" cy="54350"/>
            </a:xfrm>
            <a:custGeom>
              <a:avLst/>
              <a:gdLst/>
              <a:ahLst/>
              <a:cxnLst/>
              <a:rect l="l" t="t" r="r" b="b"/>
              <a:pathLst>
                <a:path w="6648" h="2174" extrusionOk="0">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9" name="Google Shape;6889;p65"/>
          <p:cNvGrpSpPr/>
          <p:nvPr/>
        </p:nvGrpSpPr>
        <p:grpSpPr>
          <a:xfrm>
            <a:off x="6621365" y="2731562"/>
            <a:ext cx="335930" cy="358971"/>
            <a:chOff x="-53232900" y="3192625"/>
            <a:chExt cx="298525" cy="319000"/>
          </a:xfrm>
        </p:grpSpPr>
        <p:sp>
          <p:nvSpPr>
            <p:cNvPr id="6890" name="Google Shape;6890;p65"/>
            <p:cNvSpPr/>
            <p:nvPr/>
          </p:nvSpPr>
          <p:spPr>
            <a:xfrm>
              <a:off x="-52972975" y="3315500"/>
              <a:ext cx="37825" cy="55925"/>
            </a:xfrm>
            <a:custGeom>
              <a:avLst/>
              <a:gdLst/>
              <a:ahLst/>
              <a:cxnLst/>
              <a:rect l="l" t="t" r="r" b="b"/>
              <a:pathLst>
                <a:path w="1513" h="2237" extrusionOk="0">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1" name="Google Shape;6891;p65"/>
            <p:cNvSpPr/>
            <p:nvPr/>
          </p:nvSpPr>
          <p:spPr>
            <a:xfrm>
              <a:off x="-52978500" y="3259575"/>
              <a:ext cx="44125" cy="55950"/>
            </a:xfrm>
            <a:custGeom>
              <a:avLst/>
              <a:gdLst/>
              <a:ahLst/>
              <a:cxnLst/>
              <a:rect l="l" t="t" r="r" b="b"/>
              <a:pathLst>
                <a:path w="1765" h="2238" extrusionOk="0">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2" name="Google Shape;6892;p65"/>
            <p:cNvSpPr/>
            <p:nvPr/>
          </p:nvSpPr>
          <p:spPr>
            <a:xfrm>
              <a:off x="-53232900" y="3324950"/>
              <a:ext cx="242625" cy="55925"/>
            </a:xfrm>
            <a:custGeom>
              <a:avLst/>
              <a:gdLst/>
              <a:ahLst/>
              <a:cxnLst/>
              <a:rect l="l" t="t" r="r" b="b"/>
              <a:pathLst>
                <a:path w="9705" h="2237" extrusionOk="0">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3" name="Google Shape;6893;p65"/>
            <p:cNvSpPr/>
            <p:nvPr/>
          </p:nvSpPr>
          <p:spPr>
            <a:xfrm>
              <a:off x="-53232100" y="3399775"/>
              <a:ext cx="241825" cy="111850"/>
            </a:xfrm>
            <a:custGeom>
              <a:avLst/>
              <a:gdLst/>
              <a:ahLst/>
              <a:cxnLst/>
              <a:rect l="l" t="t" r="r" b="b"/>
              <a:pathLst>
                <a:path w="9673" h="4474" extrusionOk="0">
                  <a:moveTo>
                    <a:pt x="0" y="0"/>
                  </a:moveTo>
                  <a:cubicBezTo>
                    <a:pt x="158" y="2457"/>
                    <a:pt x="2269" y="4474"/>
                    <a:pt x="4821" y="4474"/>
                  </a:cubicBezTo>
                  <a:cubicBezTo>
                    <a:pt x="7372" y="4474"/>
                    <a:pt x="9452" y="2457"/>
                    <a:pt x="96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4" name="Google Shape;6894;p65"/>
            <p:cNvSpPr/>
            <p:nvPr/>
          </p:nvSpPr>
          <p:spPr>
            <a:xfrm>
              <a:off x="-53134450" y="3287125"/>
              <a:ext cx="44125" cy="18925"/>
            </a:xfrm>
            <a:custGeom>
              <a:avLst/>
              <a:gdLst/>
              <a:ahLst/>
              <a:cxnLst/>
              <a:rect l="l" t="t" r="r" b="b"/>
              <a:pathLst>
                <a:path w="1765" h="757" extrusionOk="0">
                  <a:moveTo>
                    <a:pt x="1" y="1"/>
                  </a:moveTo>
                  <a:lnTo>
                    <a:pt x="410" y="757"/>
                  </a:lnTo>
                  <a:lnTo>
                    <a:pt x="1419" y="757"/>
                  </a:lnTo>
                  <a:lnTo>
                    <a:pt x="1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5" name="Google Shape;6895;p65"/>
            <p:cNvSpPr/>
            <p:nvPr/>
          </p:nvSpPr>
          <p:spPr>
            <a:xfrm>
              <a:off x="-53232900" y="3287125"/>
              <a:ext cx="86675" cy="18925"/>
            </a:xfrm>
            <a:custGeom>
              <a:avLst/>
              <a:gdLst/>
              <a:ahLst/>
              <a:cxnLst/>
              <a:rect l="l" t="t" r="r" b="b"/>
              <a:pathLst>
                <a:path w="3467" h="757" extrusionOk="0">
                  <a:moveTo>
                    <a:pt x="127" y="1"/>
                  </a:moveTo>
                  <a:cubicBezTo>
                    <a:pt x="95" y="253"/>
                    <a:pt x="32" y="473"/>
                    <a:pt x="1" y="757"/>
                  </a:cubicBezTo>
                  <a:lnTo>
                    <a:pt x="3466" y="757"/>
                  </a:lnTo>
                  <a:lnTo>
                    <a:pt x="31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6" name="Google Shape;6896;p65"/>
            <p:cNvSpPr/>
            <p:nvPr/>
          </p:nvSpPr>
          <p:spPr>
            <a:xfrm>
              <a:off x="-53078525" y="3287125"/>
              <a:ext cx="86675" cy="18925"/>
            </a:xfrm>
            <a:custGeom>
              <a:avLst/>
              <a:gdLst/>
              <a:ahLst/>
              <a:cxnLst/>
              <a:rect l="l" t="t" r="r" b="b"/>
              <a:pathLst>
                <a:path w="3467" h="757" extrusionOk="0">
                  <a:moveTo>
                    <a:pt x="379" y="1"/>
                  </a:moveTo>
                  <a:lnTo>
                    <a:pt x="1" y="757"/>
                  </a:lnTo>
                  <a:lnTo>
                    <a:pt x="3466" y="757"/>
                  </a:lnTo>
                  <a:cubicBezTo>
                    <a:pt x="3466" y="536"/>
                    <a:pt x="3435" y="253"/>
                    <a:pt x="33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7" name="Google Shape;6897;p65"/>
            <p:cNvSpPr/>
            <p:nvPr/>
          </p:nvSpPr>
          <p:spPr>
            <a:xfrm>
              <a:off x="-53224225" y="3192625"/>
              <a:ext cx="223700" cy="74850"/>
            </a:xfrm>
            <a:custGeom>
              <a:avLst/>
              <a:gdLst/>
              <a:ahLst/>
              <a:cxnLst/>
              <a:rect l="l" t="t" r="r" b="b"/>
              <a:pathLst>
                <a:path w="8948" h="2994" extrusionOk="0">
                  <a:moveTo>
                    <a:pt x="4506" y="0"/>
                  </a:moveTo>
                  <a:cubicBezTo>
                    <a:pt x="2489" y="0"/>
                    <a:pt x="756" y="1260"/>
                    <a:pt x="0" y="2993"/>
                  </a:cubicBezTo>
                  <a:lnTo>
                    <a:pt x="8948" y="2993"/>
                  </a:lnTo>
                  <a:cubicBezTo>
                    <a:pt x="8255" y="1260"/>
                    <a:pt x="6522" y="0"/>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8" name="Google Shape;6898;p65"/>
          <p:cNvGrpSpPr/>
          <p:nvPr/>
        </p:nvGrpSpPr>
        <p:grpSpPr>
          <a:xfrm>
            <a:off x="6610731" y="3202536"/>
            <a:ext cx="357198" cy="356326"/>
            <a:chOff x="-53242350" y="3584850"/>
            <a:chExt cx="317425" cy="316650"/>
          </a:xfrm>
        </p:grpSpPr>
        <p:sp>
          <p:nvSpPr>
            <p:cNvPr id="6899" name="Google Shape;6899;p65"/>
            <p:cNvSpPr/>
            <p:nvPr/>
          </p:nvSpPr>
          <p:spPr>
            <a:xfrm>
              <a:off x="-53202975" y="3584850"/>
              <a:ext cx="237900" cy="98475"/>
            </a:xfrm>
            <a:custGeom>
              <a:avLst/>
              <a:gdLst/>
              <a:ahLst/>
              <a:cxnLst/>
              <a:rect l="l" t="t" r="r" b="b"/>
              <a:pathLst>
                <a:path w="9516" h="3939" extrusionOk="0">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0" name="Google Shape;6900;p65"/>
            <p:cNvSpPr/>
            <p:nvPr/>
          </p:nvSpPr>
          <p:spPr>
            <a:xfrm>
              <a:off x="-53242350" y="3711650"/>
              <a:ext cx="80350" cy="155975"/>
            </a:xfrm>
            <a:custGeom>
              <a:avLst/>
              <a:gdLst/>
              <a:ahLst/>
              <a:cxnLst/>
              <a:rect l="l" t="t" r="r" b="b"/>
              <a:pathLst>
                <a:path w="3214" h="6239" extrusionOk="0">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1" name="Google Shape;6901;p65"/>
            <p:cNvSpPr/>
            <p:nvPr/>
          </p:nvSpPr>
          <p:spPr>
            <a:xfrm>
              <a:off x="-53206125" y="3686850"/>
              <a:ext cx="243400" cy="84700"/>
            </a:xfrm>
            <a:custGeom>
              <a:avLst/>
              <a:gdLst/>
              <a:ahLst/>
              <a:cxnLst/>
              <a:rect l="l" t="t" r="r" b="b"/>
              <a:pathLst>
                <a:path w="9736" h="3388" extrusionOk="0">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2" name="Google Shape;6902;p65"/>
            <p:cNvSpPr/>
            <p:nvPr/>
          </p:nvSpPr>
          <p:spPr>
            <a:xfrm>
              <a:off x="-53186425" y="3775450"/>
              <a:ext cx="205600" cy="126050"/>
            </a:xfrm>
            <a:custGeom>
              <a:avLst/>
              <a:gdLst/>
              <a:ahLst/>
              <a:cxnLst/>
              <a:rect l="l" t="t" r="r" b="b"/>
              <a:pathLst>
                <a:path w="8224" h="5042" extrusionOk="0">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3" name="Google Shape;6903;p65"/>
            <p:cNvSpPr/>
            <p:nvPr/>
          </p:nvSpPr>
          <p:spPr>
            <a:xfrm>
              <a:off x="-52962725" y="3710875"/>
              <a:ext cx="37800" cy="95325"/>
            </a:xfrm>
            <a:custGeom>
              <a:avLst/>
              <a:gdLst/>
              <a:ahLst/>
              <a:cxnLst/>
              <a:rect l="l" t="t" r="r" b="b"/>
              <a:pathLst>
                <a:path w="1512" h="3813" extrusionOk="0">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4" name="Google Shape;6904;p65"/>
          <p:cNvGrpSpPr/>
          <p:nvPr/>
        </p:nvGrpSpPr>
        <p:grpSpPr>
          <a:xfrm>
            <a:off x="6631999" y="3665236"/>
            <a:ext cx="314662" cy="358999"/>
            <a:chOff x="-53224225" y="3976300"/>
            <a:chExt cx="279625" cy="319025"/>
          </a:xfrm>
        </p:grpSpPr>
        <p:sp>
          <p:nvSpPr>
            <p:cNvPr id="6905" name="Google Shape;6905;p65"/>
            <p:cNvSpPr/>
            <p:nvPr/>
          </p:nvSpPr>
          <p:spPr>
            <a:xfrm>
              <a:off x="-53224225" y="4132250"/>
              <a:ext cx="18925" cy="63825"/>
            </a:xfrm>
            <a:custGeom>
              <a:avLst/>
              <a:gdLst/>
              <a:ahLst/>
              <a:cxnLst/>
              <a:rect l="l" t="t" r="r" b="b"/>
              <a:pathLst>
                <a:path w="757" h="2553" extrusionOk="0">
                  <a:moveTo>
                    <a:pt x="756" y="1"/>
                  </a:moveTo>
                  <a:cubicBezTo>
                    <a:pt x="315" y="284"/>
                    <a:pt x="0" y="757"/>
                    <a:pt x="0" y="1292"/>
                  </a:cubicBezTo>
                  <a:cubicBezTo>
                    <a:pt x="0" y="1796"/>
                    <a:pt x="315" y="2269"/>
                    <a:pt x="756" y="2552"/>
                  </a:cubicBezTo>
                  <a:lnTo>
                    <a:pt x="756" y="2395"/>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6" name="Google Shape;6906;p65"/>
            <p:cNvSpPr/>
            <p:nvPr/>
          </p:nvSpPr>
          <p:spPr>
            <a:xfrm>
              <a:off x="-53185625" y="4014900"/>
              <a:ext cx="204800" cy="117375"/>
            </a:xfrm>
            <a:custGeom>
              <a:avLst/>
              <a:gdLst/>
              <a:ahLst/>
              <a:cxnLst/>
              <a:rect l="l" t="t" r="r" b="b"/>
              <a:pathLst>
                <a:path w="8192" h="4695" extrusionOk="0">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7" name="Google Shape;6907;p65"/>
            <p:cNvSpPr/>
            <p:nvPr/>
          </p:nvSpPr>
          <p:spPr>
            <a:xfrm>
              <a:off x="-53187200" y="4110200"/>
              <a:ext cx="205575" cy="185125"/>
            </a:xfrm>
            <a:custGeom>
              <a:avLst/>
              <a:gdLst/>
              <a:ahLst/>
              <a:cxnLst/>
              <a:rect l="l" t="t" r="r" b="b"/>
              <a:pathLst>
                <a:path w="8223" h="7405" extrusionOk="0">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8" name="Google Shape;6908;p65"/>
            <p:cNvSpPr/>
            <p:nvPr/>
          </p:nvSpPr>
          <p:spPr>
            <a:xfrm>
              <a:off x="-53020225" y="4211800"/>
              <a:ext cx="74825" cy="83525"/>
            </a:xfrm>
            <a:custGeom>
              <a:avLst/>
              <a:gdLst/>
              <a:ahLst/>
              <a:cxnLst/>
              <a:rect l="l" t="t" r="r" b="b"/>
              <a:pathLst>
                <a:path w="2993" h="3341" extrusionOk="0">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9" name="Google Shape;6909;p65"/>
            <p:cNvSpPr/>
            <p:nvPr/>
          </p:nvSpPr>
          <p:spPr>
            <a:xfrm>
              <a:off x="-53224225" y="4211025"/>
              <a:ext cx="74850" cy="83500"/>
            </a:xfrm>
            <a:custGeom>
              <a:avLst/>
              <a:gdLst/>
              <a:ahLst/>
              <a:cxnLst/>
              <a:rect l="l" t="t" r="r" b="b"/>
              <a:pathLst>
                <a:path w="2994" h="3340" extrusionOk="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0" name="Google Shape;6910;p65"/>
            <p:cNvSpPr/>
            <p:nvPr/>
          </p:nvSpPr>
          <p:spPr>
            <a:xfrm>
              <a:off x="-52962725" y="4131475"/>
              <a:ext cx="18125" cy="63800"/>
            </a:xfrm>
            <a:custGeom>
              <a:avLst/>
              <a:gdLst/>
              <a:ahLst/>
              <a:cxnLst/>
              <a:rect l="l" t="t" r="r" b="b"/>
              <a:pathLst>
                <a:path w="725" h="2552" extrusionOk="0">
                  <a:moveTo>
                    <a:pt x="0" y="0"/>
                  </a:moveTo>
                  <a:lnTo>
                    <a:pt x="0" y="2394"/>
                  </a:lnTo>
                  <a:lnTo>
                    <a:pt x="0" y="2552"/>
                  </a:lnTo>
                  <a:cubicBezTo>
                    <a:pt x="410" y="2300"/>
                    <a:pt x="725" y="1827"/>
                    <a:pt x="725" y="1292"/>
                  </a:cubicBezTo>
                  <a:cubicBezTo>
                    <a:pt x="725" y="725"/>
                    <a:pt x="410"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1" name="Google Shape;6911;p65"/>
            <p:cNvSpPr/>
            <p:nvPr/>
          </p:nvSpPr>
          <p:spPr>
            <a:xfrm>
              <a:off x="-53125775" y="3976300"/>
              <a:ext cx="82725" cy="26800"/>
            </a:xfrm>
            <a:custGeom>
              <a:avLst/>
              <a:gdLst/>
              <a:ahLst/>
              <a:cxnLst/>
              <a:rect l="l" t="t" r="r" b="b"/>
              <a:pathLst>
                <a:path w="3309" h="1072" extrusionOk="0">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2" name="Google Shape;6912;p65"/>
          <p:cNvGrpSpPr/>
          <p:nvPr/>
        </p:nvGrpSpPr>
        <p:grpSpPr>
          <a:xfrm>
            <a:off x="7942896" y="3672917"/>
            <a:ext cx="358971" cy="358408"/>
            <a:chOff x="-52043575" y="3983125"/>
            <a:chExt cx="319000" cy="318500"/>
          </a:xfrm>
        </p:grpSpPr>
        <p:sp>
          <p:nvSpPr>
            <p:cNvPr id="6913" name="Google Shape;6913;p65"/>
            <p:cNvSpPr/>
            <p:nvPr/>
          </p:nvSpPr>
          <p:spPr>
            <a:xfrm>
              <a:off x="-52043575" y="3983200"/>
              <a:ext cx="55150" cy="105750"/>
            </a:xfrm>
            <a:custGeom>
              <a:avLst/>
              <a:gdLst/>
              <a:ahLst/>
              <a:cxnLst/>
              <a:rect l="l" t="t" r="r" b="b"/>
              <a:pathLst>
                <a:path w="2206" h="4230" extrusionOk="0">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4" name="Google Shape;6914;p65"/>
            <p:cNvSpPr/>
            <p:nvPr/>
          </p:nvSpPr>
          <p:spPr>
            <a:xfrm>
              <a:off x="-51985300" y="3983400"/>
              <a:ext cx="204800" cy="129975"/>
            </a:xfrm>
            <a:custGeom>
              <a:avLst/>
              <a:gdLst/>
              <a:ahLst/>
              <a:cxnLst/>
              <a:rect l="l" t="t" r="r" b="b"/>
              <a:pathLst>
                <a:path w="8192" h="5199" extrusionOk="0">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5" name="Google Shape;6915;p65"/>
            <p:cNvSpPr/>
            <p:nvPr/>
          </p:nvSpPr>
          <p:spPr>
            <a:xfrm>
              <a:off x="-51855350" y="3987325"/>
              <a:ext cx="74075" cy="89825"/>
            </a:xfrm>
            <a:custGeom>
              <a:avLst/>
              <a:gdLst/>
              <a:ahLst/>
              <a:cxnLst/>
              <a:rect l="l" t="t" r="r" b="b"/>
              <a:pathLst>
                <a:path w="2963" h="3593" extrusionOk="0">
                  <a:moveTo>
                    <a:pt x="1" y="1"/>
                  </a:moveTo>
                  <a:lnTo>
                    <a:pt x="1" y="3592"/>
                  </a:lnTo>
                  <a:lnTo>
                    <a:pt x="2962" y="3592"/>
                  </a:lnTo>
                  <a:cubicBezTo>
                    <a:pt x="2836" y="2647"/>
                    <a:pt x="2427" y="1733"/>
                    <a:pt x="1765" y="1009"/>
                  </a:cubicBezTo>
                  <a:cubicBezTo>
                    <a:pt x="1261" y="505"/>
                    <a:pt x="663" y="190"/>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6" name="Google Shape;6916;p65"/>
            <p:cNvSpPr/>
            <p:nvPr/>
          </p:nvSpPr>
          <p:spPr>
            <a:xfrm>
              <a:off x="-51985300" y="3987325"/>
              <a:ext cx="74050" cy="89825"/>
            </a:xfrm>
            <a:custGeom>
              <a:avLst/>
              <a:gdLst/>
              <a:ahLst/>
              <a:cxnLst/>
              <a:rect l="l" t="t" r="r" b="b"/>
              <a:pathLst>
                <a:path w="2962" h="3593" extrusionOk="0">
                  <a:moveTo>
                    <a:pt x="2962" y="1"/>
                  </a:moveTo>
                  <a:cubicBezTo>
                    <a:pt x="1324" y="473"/>
                    <a:pt x="158" y="1891"/>
                    <a:pt x="1" y="3592"/>
                  </a:cubicBezTo>
                  <a:lnTo>
                    <a:pt x="2962" y="3592"/>
                  </a:ln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7" name="Google Shape;6917;p65"/>
            <p:cNvSpPr/>
            <p:nvPr/>
          </p:nvSpPr>
          <p:spPr>
            <a:xfrm>
              <a:off x="-51985300" y="4190350"/>
              <a:ext cx="204800" cy="111275"/>
            </a:xfrm>
            <a:custGeom>
              <a:avLst/>
              <a:gdLst/>
              <a:ahLst/>
              <a:cxnLst/>
              <a:rect l="l" t="t" r="r" b="b"/>
              <a:pathLst>
                <a:path w="8192" h="4451" extrusionOk="0">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8" name="Google Shape;6918;p65"/>
            <p:cNvSpPr/>
            <p:nvPr/>
          </p:nvSpPr>
          <p:spPr>
            <a:xfrm>
              <a:off x="-51985300" y="4133050"/>
              <a:ext cx="204800" cy="55925"/>
            </a:xfrm>
            <a:custGeom>
              <a:avLst/>
              <a:gdLst/>
              <a:ahLst/>
              <a:cxnLst/>
              <a:rect l="l" t="t" r="r" b="b"/>
              <a:pathLst>
                <a:path w="8192" h="2237" extrusionOk="0">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9" name="Google Shape;6919;p65"/>
            <p:cNvSpPr/>
            <p:nvPr/>
          </p:nvSpPr>
          <p:spPr>
            <a:xfrm>
              <a:off x="-51780525" y="3983125"/>
              <a:ext cx="55950" cy="105825"/>
            </a:xfrm>
            <a:custGeom>
              <a:avLst/>
              <a:gdLst/>
              <a:ahLst/>
              <a:cxnLst/>
              <a:rect l="l" t="t" r="r" b="b"/>
              <a:pathLst>
                <a:path w="2238" h="4233" extrusionOk="0">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0" name="Google Shape;6920;p65"/>
            <p:cNvSpPr/>
            <p:nvPr/>
          </p:nvSpPr>
          <p:spPr>
            <a:xfrm>
              <a:off x="-52023900" y="4139350"/>
              <a:ext cx="18925" cy="63800"/>
            </a:xfrm>
            <a:custGeom>
              <a:avLst/>
              <a:gdLst/>
              <a:ahLst/>
              <a:cxnLst/>
              <a:rect l="l" t="t" r="r" b="b"/>
              <a:pathLst>
                <a:path w="757" h="2552" extrusionOk="0">
                  <a:moveTo>
                    <a:pt x="757" y="0"/>
                  </a:moveTo>
                  <a:cubicBezTo>
                    <a:pt x="316" y="221"/>
                    <a:pt x="1" y="693"/>
                    <a:pt x="1" y="1260"/>
                  </a:cubicBezTo>
                  <a:cubicBezTo>
                    <a:pt x="1" y="1796"/>
                    <a:pt x="316" y="2268"/>
                    <a:pt x="757" y="2552"/>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1" name="Google Shape;6921;p65"/>
            <p:cNvSpPr/>
            <p:nvPr/>
          </p:nvSpPr>
          <p:spPr>
            <a:xfrm>
              <a:off x="-51763200" y="4139350"/>
              <a:ext cx="18925" cy="63800"/>
            </a:xfrm>
            <a:custGeom>
              <a:avLst/>
              <a:gdLst/>
              <a:ahLst/>
              <a:cxnLst/>
              <a:rect l="l" t="t" r="r" b="b"/>
              <a:pathLst>
                <a:path w="757" h="2552" extrusionOk="0">
                  <a:moveTo>
                    <a:pt x="1" y="0"/>
                  </a:moveTo>
                  <a:lnTo>
                    <a:pt x="1" y="2552"/>
                  </a:lnTo>
                  <a:cubicBezTo>
                    <a:pt x="442" y="2268"/>
                    <a:pt x="757" y="1796"/>
                    <a:pt x="757" y="1260"/>
                  </a:cubicBezTo>
                  <a:cubicBezTo>
                    <a:pt x="757" y="693"/>
                    <a:pt x="442" y="22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2" name="Google Shape;6922;p65"/>
          <p:cNvGrpSpPr/>
          <p:nvPr/>
        </p:nvGrpSpPr>
        <p:grpSpPr>
          <a:xfrm>
            <a:off x="6196836" y="1376934"/>
            <a:ext cx="314662" cy="358971"/>
            <a:chOff x="-56766175" y="3198925"/>
            <a:chExt cx="279625" cy="319000"/>
          </a:xfrm>
        </p:grpSpPr>
        <p:sp>
          <p:nvSpPr>
            <p:cNvPr id="6923" name="Google Shape;6923;p65"/>
            <p:cNvSpPr/>
            <p:nvPr/>
          </p:nvSpPr>
          <p:spPr>
            <a:xfrm>
              <a:off x="-56766175" y="333597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158"/>
                  </a:ln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4" name="Google Shape;6924;p65"/>
            <p:cNvSpPr/>
            <p:nvPr/>
          </p:nvSpPr>
          <p:spPr>
            <a:xfrm>
              <a:off x="-56747275" y="3198925"/>
              <a:ext cx="222925" cy="93750"/>
            </a:xfrm>
            <a:custGeom>
              <a:avLst/>
              <a:gdLst/>
              <a:ahLst/>
              <a:cxnLst/>
              <a:rect l="l" t="t" r="r" b="b"/>
              <a:pathLst>
                <a:path w="8917" h="3750" extrusionOk="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5" name="Google Shape;6925;p65"/>
            <p:cNvSpPr/>
            <p:nvPr/>
          </p:nvSpPr>
          <p:spPr>
            <a:xfrm>
              <a:off x="-56710250" y="3348575"/>
              <a:ext cx="55150" cy="55150"/>
            </a:xfrm>
            <a:custGeom>
              <a:avLst/>
              <a:gdLst/>
              <a:ahLst/>
              <a:cxnLst/>
              <a:rect l="l" t="t" r="r" b="b"/>
              <a:pathLst>
                <a:path w="2206" h="2206" extrusionOk="0">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6" name="Google Shape;6926;p65"/>
            <p:cNvSpPr/>
            <p:nvPr/>
          </p:nvSpPr>
          <p:spPr>
            <a:xfrm>
              <a:off x="-56597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7" name="Google Shape;6927;p65"/>
            <p:cNvSpPr/>
            <p:nvPr/>
          </p:nvSpPr>
          <p:spPr>
            <a:xfrm>
              <a:off x="-56727575" y="3376925"/>
              <a:ext cx="204800" cy="141000"/>
            </a:xfrm>
            <a:custGeom>
              <a:avLst/>
              <a:gdLst/>
              <a:ahLst/>
              <a:cxnLst/>
              <a:rect l="l" t="t" r="r" b="b"/>
              <a:pathLst>
                <a:path w="8192" h="5640" extrusionOk="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8" name="Google Shape;6928;p65"/>
            <p:cNvSpPr/>
            <p:nvPr/>
          </p:nvSpPr>
          <p:spPr>
            <a:xfrm>
              <a:off x="-56729150" y="3289500"/>
              <a:ext cx="204000" cy="87450"/>
            </a:xfrm>
            <a:custGeom>
              <a:avLst/>
              <a:gdLst/>
              <a:ahLst/>
              <a:cxnLst/>
              <a:rect l="l" t="t" r="r" b="b"/>
              <a:pathLst>
                <a:path w="8160" h="3498" extrusionOk="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9" name="Google Shape;6929;p65"/>
            <p:cNvSpPr/>
            <p:nvPr/>
          </p:nvSpPr>
          <p:spPr>
            <a:xfrm>
              <a:off x="-56505475" y="3335975"/>
              <a:ext cx="18925" cy="63825"/>
            </a:xfrm>
            <a:custGeom>
              <a:avLst/>
              <a:gdLst/>
              <a:ahLst/>
              <a:cxnLst/>
              <a:rect l="l" t="t" r="r" b="b"/>
              <a:pathLst>
                <a:path w="757" h="2553" extrusionOk="0">
                  <a:moveTo>
                    <a:pt x="1" y="0"/>
                  </a:moveTo>
                  <a:lnTo>
                    <a:pt x="1" y="2552"/>
                  </a:lnTo>
                  <a:cubicBezTo>
                    <a:pt x="442" y="2269"/>
                    <a:pt x="757" y="1796"/>
                    <a:pt x="757" y="1260"/>
                  </a:cubicBezTo>
                  <a:cubicBezTo>
                    <a:pt x="757" y="693"/>
                    <a:pt x="473" y="22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0" name="Google Shape;6930;p65"/>
          <p:cNvGrpSpPr/>
          <p:nvPr/>
        </p:nvGrpSpPr>
        <p:grpSpPr>
          <a:xfrm>
            <a:off x="6195950" y="1832234"/>
            <a:ext cx="316434" cy="358099"/>
            <a:chOff x="-56766175" y="3590375"/>
            <a:chExt cx="281200" cy="318225"/>
          </a:xfrm>
        </p:grpSpPr>
        <p:sp>
          <p:nvSpPr>
            <p:cNvPr id="6931" name="Google Shape;6931;p65"/>
            <p:cNvSpPr/>
            <p:nvPr/>
          </p:nvSpPr>
          <p:spPr>
            <a:xfrm>
              <a:off x="-56766175" y="3632900"/>
              <a:ext cx="281200" cy="275700"/>
            </a:xfrm>
            <a:custGeom>
              <a:avLst/>
              <a:gdLst/>
              <a:ahLst/>
              <a:cxnLst/>
              <a:rect l="l" t="t" r="r" b="b"/>
              <a:pathLst>
                <a:path w="11248" h="11028" extrusionOk="0">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2" name="Google Shape;6932;p65"/>
            <p:cNvSpPr/>
            <p:nvPr/>
          </p:nvSpPr>
          <p:spPr>
            <a:xfrm>
              <a:off x="-56709475" y="3722700"/>
              <a:ext cx="167800" cy="153600"/>
            </a:xfrm>
            <a:custGeom>
              <a:avLst/>
              <a:gdLst/>
              <a:ahLst/>
              <a:cxnLst/>
              <a:rect l="l" t="t" r="r" b="b"/>
              <a:pathLst>
                <a:path w="6712" h="6144" extrusionOk="0">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3" name="Google Shape;6933;p65"/>
            <p:cNvSpPr/>
            <p:nvPr/>
          </p:nvSpPr>
          <p:spPr>
            <a:xfrm>
              <a:off x="-56654325" y="3833750"/>
              <a:ext cx="55150" cy="55950"/>
            </a:xfrm>
            <a:custGeom>
              <a:avLst/>
              <a:gdLst/>
              <a:ahLst/>
              <a:cxnLst/>
              <a:rect l="l" t="t" r="r" b="b"/>
              <a:pathLst>
                <a:path w="2206" h="2238" extrusionOk="0">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4" name="Google Shape;6934;p65"/>
            <p:cNvSpPr/>
            <p:nvPr/>
          </p:nvSpPr>
          <p:spPr>
            <a:xfrm>
              <a:off x="-56710250" y="3590375"/>
              <a:ext cx="167775" cy="74850"/>
            </a:xfrm>
            <a:custGeom>
              <a:avLst/>
              <a:gdLst/>
              <a:ahLst/>
              <a:cxnLst/>
              <a:rect l="l" t="t" r="r" b="b"/>
              <a:pathLst>
                <a:path w="6711" h="2994" extrusionOk="0">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5" name="Google Shape;6935;p65"/>
          <p:cNvGrpSpPr/>
          <p:nvPr/>
        </p:nvGrpSpPr>
        <p:grpSpPr>
          <a:xfrm>
            <a:off x="6232906" y="2273605"/>
            <a:ext cx="272126" cy="358099"/>
            <a:chOff x="-56747275" y="3982600"/>
            <a:chExt cx="241825" cy="318225"/>
          </a:xfrm>
        </p:grpSpPr>
        <p:sp>
          <p:nvSpPr>
            <p:cNvPr id="6936" name="Google Shape;6936;p65"/>
            <p:cNvSpPr/>
            <p:nvPr/>
          </p:nvSpPr>
          <p:spPr>
            <a:xfrm>
              <a:off x="-56635425" y="4076325"/>
              <a:ext cx="18125" cy="37050"/>
            </a:xfrm>
            <a:custGeom>
              <a:avLst/>
              <a:gdLst/>
              <a:ahLst/>
              <a:cxnLst/>
              <a:rect l="l" t="t" r="r" b="b"/>
              <a:pathLst>
                <a:path w="725" h="1482" extrusionOk="0">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7" name="Google Shape;6937;p65"/>
            <p:cNvSpPr/>
            <p:nvPr/>
          </p:nvSpPr>
          <p:spPr>
            <a:xfrm>
              <a:off x="-56618900" y="3991275"/>
              <a:ext cx="113450" cy="136250"/>
            </a:xfrm>
            <a:custGeom>
              <a:avLst/>
              <a:gdLst/>
              <a:ahLst/>
              <a:cxnLst/>
              <a:rect l="l" t="t" r="r" b="b"/>
              <a:pathLst>
                <a:path w="4538" h="5450" extrusionOk="0">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8" name="Google Shape;6938;p65"/>
            <p:cNvSpPr/>
            <p:nvPr/>
          </p:nvSpPr>
          <p:spPr>
            <a:xfrm>
              <a:off x="-56601550" y="4094450"/>
              <a:ext cx="31525" cy="19700"/>
            </a:xfrm>
            <a:custGeom>
              <a:avLst/>
              <a:gdLst/>
              <a:ahLst/>
              <a:cxnLst/>
              <a:rect l="l" t="t" r="r" b="b"/>
              <a:pathLst>
                <a:path w="1261" h="788" extrusionOk="0">
                  <a:moveTo>
                    <a:pt x="158" y="0"/>
                  </a:moveTo>
                  <a:lnTo>
                    <a:pt x="158" y="63"/>
                  </a:lnTo>
                  <a:cubicBezTo>
                    <a:pt x="158" y="315"/>
                    <a:pt x="95" y="567"/>
                    <a:pt x="0" y="788"/>
                  </a:cubicBezTo>
                  <a:lnTo>
                    <a:pt x="1260" y="788"/>
                  </a:lnTo>
                  <a:lnTo>
                    <a:pt x="1260" y="756"/>
                  </a:lnTo>
                  <a:lnTo>
                    <a:pt x="1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9" name="Google Shape;6939;p65"/>
            <p:cNvSpPr/>
            <p:nvPr/>
          </p:nvSpPr>
          <p:spPr>
            <a:xfrm>
              <a:off x="-56688200" y="4085775"/>
              <a:ext cx="37050" cy="27600"/>
            </a:xfrm>
            <a:custGeom>
              <a:avLst/>
              <a:gdLst/>
              <a:ahLst/>
              <a:cxnLst/>
              <a:rect l="l" t="t" r="r" b="b"/>
              <a:pathLst>
                <a:path w="1482" h="1104" extrusionOk="0">
                  <a:moveTo>
                    <a:pt x="1355" y="1"/>
                  </a:moveTo>
                  <a:lnTo>
                    <a:pt x="1" y="1103"/>
                  </a:lnTo>
                  <a:lnTo>
                    <a:pt x="1481" y="1103"/>
                  </a:lnTo>
                  <a:cubicBezTo>
                    <a:pt x="1418" y="883"/>
                    <a:pt x="1324" y="631"/>
                    <a:pt x="1324" y="347"/>
                  </a:cubicBezTo>
                  <a:cubicBezTo>
                    <a:pt x="1324" y="253"/>
                    <a:pt x="1324" y="127"/>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0" name="Google Shape;6940;p65"/>
            <p:cNvSpPr/>
            <p:nvPr/>
          </p:nvSpPr>
          <p:spPr>
            <a:xfrm>
              <a:off x="-56747275" y="3982600"/>
              <a:ext cx="189850" cy="143850"/>
            </a:xfrm>
            <a:custGeom>
              <a:avLst/>
              <a:gdLst/>
              <a:ahLst/>
              <a:cxnLst/>
              <a:rect l="l" t="t" r="r" b="b"/>
              <a:pathLst>
                <a:path w="7594" h="5754" extrusionOk="0">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1" name="Google Shape;6941;p65"/>
            <p:cNvSpPr/>
            <p:nvPr/>
          </p:nvSpPr>
          <p:spPr>
            <a:xfrm>
              <a:off x="-56654325" y="4217500"/>
              <a:ext cx="55150" cy="83325"/>
            </a:xfrm>
            <a:custGeom>
              <a:avLst/>
              <a:gdLst/>
              <a:ahLst/>
              <a:cxnLst/>
              <a:rect l="l" t="t" r="r" b="b"/>
              <a:pathLst>
                <a:path w="2206" h="3333" extrusionOk="0">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2" name="Google Shape;6942;p65"/>
            <p:cNvSpPr/>
            <p:nvPr/>
          </p:nvSpPr>
          <p:spPr>
            <a:xfrm>
              <a:off x="-56729150" y="4132250"/>
              <a:ext cx="204800" cy="157550"/>
            </a:xfrm>
            <a:custGeom>
              <a:avLst/>
              <a:gdLst/>
              <a:ahLst/>
              <a:cxnLst/>
              <a:rect l="l" t="t" r="r" b="b"/>
              <a:pathLst>
                <a:path w="8192" h="6302" extrusionOk="0">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3" name="Google Shape;6943;p65"/>
          <p:cNvGrpSpPr/>
          <p:nvPr/>
        </p:nvGrpSpPr>
        <p:grpSpPr>
          <a:xfrm>
            <a:off x="4840657" y="3215842"/>
            <a:ext cx="358999" cy="342991"/>
            <a:chOff x="-54812875" y="3596675"/>
            <a:chExt cx="319025" cy="304800"/>
          </a:xfrm>
        </p:grpSpPr>
        <p:sp>
          <p:nvSpPr>
            <p:cNvPr id="6944" name="Google Shape;6944;p65"/>
            <p:cNvSpPr/>
            <p:nvPr/>
          </p:nvSpPr>
          <p:spPr>
            <a:xfrm>
              <a:off x="-54812875" y="3607700"/>
              <a:ext cx="74850" cy="293775"/>
            </a:xfrm>
            <a:custGeom>
              <a:avLst/>
              <a:gdLst/>
              <a:ahLst/>
              <a:cxnLst/>
              <a:rect l="l" t="t" r="r" b="b"/>
              <a:pathLst>
                <a:path w="2994" h="11751" extrusionOk="0">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65"/>
            <p:cNvSpPr/>
            <p:nvPr/>
          </p:nvSpPr>
          <p:spPr>
            <a:xfrm>
              <a:off x="-54662425" y="3621875"/>
              <a:ext cx="18125" cy="61450"/>
            </a:xfrm>
            <a:custGeom>
              <a:avLst/>
              <a:gdLst/>
              <a:ahLst/>
              <a:cxnLst/>
              <a:rect l="l" t="t" r="r" b="b"/>
              <a:pathLst>
                <a:path w="725" h="2458" extrusionOk="0">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65"/>
            <p:cNvSpPr/>
            <p:nvPr/>
          </p:nvSpPr>
          <p:spPr>
            <a:xfrm>
              <a:off x="-54737250" y="3652600"/>
              <a:ext cx="66175" cy="37825"/>
            </a:xfrm>
            <a:custGeom>
              <a:avLst/>
              <a:gdLst/>
              <a:ahLst/>
              <a:cxnLst/>
              <a:rect l="l" t="t" r="r" b="b"/>
              <a:pathLst>
                <a:path w="2647" h="1513" extrusionOk="0">
                  <a:moveTo>
                    <a:pt x="0" y="0"/>
                  </a:moveTo>
                  <a:lnTo>
                    <a:pt x="599" y="1512"/>
                  </a:lnTo>
                  <a:lnTo>
                    <a:pt x="2647" y="1512"/>
                  </a:lnTo>
                  <a:cubicBezTo>
                    <a:pt x="2458" y="1103"/>
                    <a:pt x="2206" y="599"/>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7" name="Google Shape;6947;p65"/>
            <p:cNvSpPr/>
            <p:nvPr/>
          </p:nvSpPr>
          <p:spPr>
            <a:xfrm>
              <a:off x="-54568700" y="3608475"/>
              <a:ext cx="74850" cy="293000"/>
            </a:xfrm>
            <a:custGeom>
              <a:avLst/>
              <a:gdLst/>
              <a:ahLst/>
              <a:cxnLst/>
              <a:rect l="l" t="t" r="r" b="b"/>
              <a:pathLst>
                <a:path w="2994" h="11720" extrusionOk="0">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8" name="Google Shape;6948;p65"/>
            <p:cNvSpPr/>
            <p:nvPr/>
          </p:nvSpPr>
          <p:spPr>
            <a:xfrm>
              <a:off x="-54636450" y="3652600"/>
              <a:ext cx="66975" cy="37825"/>
            </a:xfrm>
            <a:custGeom>
              <a:avLst/>
              <a:gdLst/>
              <a:ahLst/>
              <a:cxnLst/>
              <a:rect l="l" t="t" r="r" b="b"/>
              <a:pathLst>
                <a:path w="2679" h="1513" extrusionOk="0">
                  <a:moveTo>
                    <a:pt x="411" y="0"/>
                  </a:moveTo>
                  <a:cubicBezTo>
                    <a:pt x="411" y="599"/>
                    <a:pt x="221" y="1103"/>
                    <a:pt x="1" y="1512"/>
                  </a:cubicBezTo>
                  <a:lnTo>
                    <a:pt x="2080" y="1512"/>
                  </a:lnTo>
                  <a:lnTo>
                    <a:pt x="26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9" name="Google Shape;6949;p65"/>
            <p:cNvSpPr/>
            <p:nvPr/>
          </p:nvSpPr>
          <p:spPr>
            <a:xfrm>
              <a:off x="-54760100" y="3596675"/>
              <a:ext cx="212675" cy="37025"/>
            </a:xfrm>
            <a:custGeom>
              <a:avLst/>
              <a:gdLst/>
              <a:ahLst/>
              <a:cxnLst/>
              <a:rect l="l" t="t" r="r" b="b"/>
              <a:pathLst>
                <a:path w="8507" h="1481" extrusionOk="0">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0" name="Google Shape;6950;p65"/>
            <p:cNvSpPr/>
            <p:nvPr/>
          </p:nvSpPr>
          <p:spPr>
            <a:xfrm>
              <a:off x="-54738050" y="3708500"/>
              <a:ext cx="169375" cy="186700"/>
            </a:xfrm>
            <a:custGeom>
              <a:avLst/>
              <a:gdLst/>
              <a:ahLst/>
              <a:cxnLst/>
              <a:rect l="l" t="t" r="r" b="b"/>
              <a:pathLst>
                <a:path w="6775" h="7468" extrusionOk="0">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51" name="Google Shape;6951;p65"/>
          <p:cNvSpPr/>
          <p:nvPr/>
        </p:nvSpPr>
        <p:spPr>
          <a:xfrm>
            <a:off x="5015548" y="3590113"/>
            <a:ext cx="8018" cy="900"/>
          </a:xfrm>
          <a:custGeom>
            <a:avLst/>
            <a:gdLst/>
            <a:ahLst/>
            <a:cxnLst/>
            <a:rect l="l" t="t" r="r" b="b"/>
            <a:pathLst>
              <a:path w="285" h="32" extrusionOk="0">
                <a:moveTo>
                  <a:pt x="1" y="0"/>
                </a:moveTo>
                <a:cubicBezTo>
                  <a:pt x="95" y="32"/>
                  <a:pt x="158" y="32"/>
                  <a:pt x="284" y="32"/>
                </a:cubicBezTo>
                <a:cubicBezTo>
                  <a:pt x="221" y="32"/>
                  <a:pt x="127"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2" name="Google Shape;6952;p65"/>
          <p:cNvSpPr/>
          <p:nvPr/>
        </p:nvSpPr>
        <p:spPr>
          <a:xfrm>
            <a:off x="5015998" y="3590985"/>
            <a:ext cx="7118" cy="928"/>
          </a:xfrm>
          <a:custGeom>
            <a:avLst/>
            <a:gdLst/>
            <a:ahLst/>
            <a:cxnLst/>
            <a:rect l="l" t="t" r="r" b="b"/>
            <a:pathLst>
              <a:path w="253" h="33" extrusionOk="0">
                <a:moveTo>
                  <a:pt x="253" y="1"/>
                </a:moveTo>
                <a:lnTo>
                  <a:pt x="253" y="1"/>
                </a:lnTo>
                <a:cubicBezTo>
                  <a:pt x="189" y="1"/>
                  <a:pt x="64" y="1"/>
                  <a:pt x="1" y="32"/>
                </a:cubicBezTo>
                <a:cubicBezTo>
                  <a:pt x="95" y="1"/>
                  <a:pt x="190" y="1"/>
                  <a:pt x="2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53" name="Google Shape;6953;p65"/>
          <p:cNvGrpSpPr/>
          <p:nvPr/>
        </p:nvGrpSpPr>
        <p:grpSpPr>
          <a:xfrm>
            <a:off x="4862826" y="3672326"/>
            <a:ext cx="314662" cy="358099"/>
            <a:chOff x="-54793175" y="3982600"/>
            <a:chExt cx="279625" cy="318225"/>
          </a:xfrm>
        </p:grpSpPr>
        <p:sp>
          <p:nvSpPr>
            <p:cNvPr id="6954" name="Google Shape;6954;p65"/>
            <p:cNvSpPr/>
            <p:nvPr/>
          </p:nvSpPr>
          <p:spPr>
            <a:xfrm>
              <a:off x="-54646675" y="3982600"/>
              <a:ext cx="113425" cy="111075"/>
            </a:xfrm>
            <a:custGeom>
              <a:avLst/>
              <a:gdLst/>
              <a:ahLst/>
              <a:cxnLst/>
              <a:rect l="l" t="t" r="r" b="b"/>
              <a:pathLst>
                <a:path w="4537" h="4443" extrusionOk="0">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5" name="Google Shape;6955;p65"/>
            <p:cNvSpPr/>
            <p:nvPr/>
          </p:nvSpPr>
          <p:spPr>
            <a:xfrm>
              <a:off x="-54644325" y="4003075"/>
              <a:ext cx="36250" cy="90600"/>
            </a:xfrm>
            <a:custGeom>
              <a:avLst/>
              <a:gdLst/>
              <a:ahLst/>
              <a:cxnLst/>
              <a:rect l="l" t="t" r="r" b="b"/>
              <a:pathLst>
                <a:path w="1450" h="3624" extrusionOk="0">
                  <a:moveTo>
                    <a:pt x="1" y="1"/>
                  </a:moveTo>
                  <a:lnTo>
                    <a:pt x="1" y="3624"/>
                  </a:lnTo>
                  <a:lnTo>
                    <a:pt x="1450" y="3624"/>
                  </a:lnTo>
                  <a:cubicBezTo>
                    <a:pt x="1419" y="1765"/>
                    <a:pt x="726" y="379"/>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6" name="Google Shape;6956;p65"/>
            <p:cNvSpPr/>
            <p:nvPr/>
          </p:nvSpPr>
          <p:spPr>
            <a:xfrm>
              <a:off x="-54773475" y="3983400"/>
              <a:ext cx="113425" cy="111075"/>
            </a:xfrm>
            <a:custGeom>
              <a:avLst/>
              <a:gdLst/>
              <a:ahLst/>
              <a:cxnLst/>
              <a:rect l="l" t="t" r="r" b="b"/>
              <a:pathLst>
                <a:path w="4537" h="4443" extrusionOk="0">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7" name="Google Shape;6957;p65"/>
            <p:cNvSpPr/>
            <p:nvPr/>
          </p:nvSpPr>
          <p:spPr>
            <a:xfrm>
              <a:off x="-54699450" y="4003075"/>
              <a:ext cx="36250" cy="90600"/>
            </a:xfrm>
            <a:custGeom>
              <a:avLst/>
              <a:gdLst/>
              <a:ahLst/>
              <a:cxnLst/>
              <a:rect l="l" t="t" r="r" b="b"/>
              <a:pathLst>
                <a:path w="1450" h="3624" extrusionOk="0">
                  <a:moveTo>
                    <a:pt x="1450" y="1"/>
                  </a:moveTo>
                  <a:cubicBezTo>
                    <a:pt x="725" y="379"/>
                    <a:pt x="64" y="1765"/>
                    <a:pt x="1" y="3624"/>
                  </a:cubicBezTo>
                  <a:lnTo>
                    <a:pt x="1450" y="3624"/>
                  </a:lnTo>
                  <a:lnTo>
                    <a:pt x="14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8" name="Google Shape;6958;p65"/>
            <p:cNvSpPr/>
            <p:nvPr/>
          </p:nvSpPr>
          <p:spPr>
            <a:xfrm>
              <a:off x="-54756150" y="4112550"/>
              <a:ext cx="204800" cy="188275"/>
            </a:xfrm>
            <a:custGeom>
              <a:avLst/>
              <a:gdLst/>
              <a:ahLst/>
              <a:cxnLst/>
              <a:rect l="l" t="t" r="r" b="b"/>
              <a:pathLst>
                <a:path w="8192" h="7531" extrusionOk="0">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9" name="Google Shape;6959;p65"/>
            <p:cNvSpPr/>
            <p:nvPr/>
          </p:nvSpPr>
          <p:spPr>
            <a:xfrm>
              <a:off x="-54532475" y="4136975"/>
              <a:ext cx="18925" cy="63825"/>
            </a:xfrm>
            <a:custGeom>
              <a:avLst/>
              <a:gdLst/>
              <a:ahLst/>
              <a:cxnLst/>
              <a:rect l="l" t="t" r="r" b="b"/>
              <a:pathLst>
                <a:path w="757" h="2553" extrusionOk="0">
                  <a:moveTo>
                    <a:pt x="1" y="1"/>
                  </a:moveTo>
                  <a:lnTo>
                    <a:pt x="1" y="2552"/>
                  </a:lnTo>
                  <a:cubicBezTo>
                    <a:pt x="442" y="2300"/>
                    <a:pt x="757" y="1828"/>
                    <a:pt x="757" y="1261"/>
                  </a:cubicBezTo>
                  <a:cubicBezTo>
                    <a:pt x="757" y="757"/>
                    <a:pt x="442"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0" name="Google Shape;6960;p65"/>
            <p:cNvSpPr/>
            <p:nvPr/>
          </p:nvSpPr>
          <p:spPr>
            <a:xfrm>
              <a:off x="-54793175" y="4136975"/>
              <a:ext cx="18925" cy="65400"/>
            </a:xfrm>
            <a:custGeom>
              <a:avLst/>
              <a:gdLst/>
              <a:ahLst/>
              <a:cxnLst/>
              <a:rect l="l" t="t" r="r" b="b"/>
              <a:pathLst>
                <a:path w="757" h="2616" extrusionOk="0">
                  <a:moveTo>
                    <a:pt x="757" y="1"/>
                  </a:moveTo>
                  <a:cubicBezTo>
                    <a:pt x="316" y="284"/>
                    <a:pt x="0" y="757"/>
                    <a:pt x="0" y="1292"/>
                  </a:cubicBezTo>
                  <a:cubicBezTo>
                    <a:pt x="0" y="1859"/>
                    <a:pt x="316" y="2332"/>
                    <a:pt x="757" y="2615"/>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1" name="Google Shape;6961;p65"/>
          <p:cNvGrpSpPr/>
          <p:nvPr/>
        </p:nvGrpSpPr>
        <p:grpSpPr>
          <a:xfrm>
            <a:off x="7074284" y="2731562"/>
            <a:ext cx="314662" cy="358099"/>
            <a:chOff x="-52832000" y="3192625"/>
            <a:chExt cx="279625" cy="318225"/>
          </a:xfrm>
        </p:grpSpPr>
        <p:sp>
          <p:nvSpPr>
            <p:cNvPr id="6962" name="Google Shape;6962;p65"/>
            <p:cNvSpPr/>
            <p:nvPr/>
          </p:nvSpPr>
          <p:spPr>
            <a:xfrm>
              <a:off x="-52574450" y="3306025"/>
              <a:ext cx="22075" cy="110300"/>
            </a:xfrm>
            <a:custGeom>
              <a:avLst/>
              <a:gdLst/>
              <a:ahLst/>
              <a:cxnLst/>
              <a:rect l="l" t="t" r="r" b="b"/>
              <a:pathLst>
                <a:path w="883" h="4412" extrusionOk="0">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3" name="Google Shape;6963;p65"/>
            <p:cNvSpPr/>
            <p:nvPr/>
          </p:nvSpPr>
          <p:spPr>
            <a:xfrm>
              <a:off x="-52826475" y="3192625"/>
              <a:ext cx="267800" cy="100050"/>
            </a:xfrm>
            <a:custGeom>
              <a:avLst/>
              <a:gdLst/>
              <a:ahLst/>
              <a:cxnLst/>
              <a:rect l="l" t="t" r="r" b="b"/>
              <a:pathLst>
                <a:path w="10712" h="4002" extrusionOk="0">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4" name="Google Shape;6964;p65"/>
            <p:cNvSpPr/>
            <p:nvPr/>
          </p:nvSpPr>
          <p:spPr>
            <a:xfrm>
              <a:off x="-52794975" y="3361175"/>
              <a:ext cx="204800" cy="149675"/>
            </a:xfrm>
            <a:custGeom>
              <a:avLst/>
              <a:gdLst/>
              <a:ahLst/>
              <a:cxnLst/>
              <a:rect l="l" t="t" r="r" b="b"/>
              <a:pathLst>
                <a:path w="8192" h="5987" extrusionOk="0">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5" name="Google Shape;6965;p65"/>
            <p:cNvSpPr/>
            <p:nvPr/>
          </p:nvSpPr>
          <p:spPr>
            <a:xfrm>
              <a:off x="-52791025" y="3231225"/>
              <a:ext cx="137850" cy="74825"/>
            </a:xfrm>
            <a:custGeom>
              <a:avLst/>
              <a:gdLst/>
              <a:ahLst/>
              <a:cxnLst/>
              <a:rect l="l" t="t" r="r" b="b"/>
              <a:pathLst>
                <a:path w="5514" h="2993" extrusionOk="0">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65"/>
            <p:cNvSpPr/>
            <p:nvPr/>
          </p:nvSpPr>
          <p:spPr>
            <a:xfrm>
              <a:off x="-52683125" y="3361950"/>
              <a:ext cx="74825" cy="37850"/>
            </a:xfrm>
            <a:custGeom>
              <a:avLst/>
              <a:gdLst/>
              <a:ahLst/>
              <a:cxnLst/>
              <a:rect l="l" t="t" r="r" b="b"/>
              <a:pathLst>
                <a:path w="2993" h="1514" extrusionOk="0">
                  <a:moveTo>
                    <a:pt x="0" y="1"/>
                  </a:moveTo>
                  <a:cubicBezTo>
                    <a:pt x="0" y="851"/>
                    <a:pt x="662" y="1513"/>
                    <a:pt x="1481" y="1513"/>
                  </a:cubicBezTo>
                  <a:cubicBezTo>
                    <a:pt x="2300" y="1513"/>
                    <a:pt x="2993" y="820"/>
                    <a:pt x="2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65"/>
            <p:cNvSpPr/>
            <p:nvPr/>
          </p:nvSpPr>
          <p:spPr>
            <a:xfrm>
              <a:off x="-52794975" y="3247750"/>
              <a:ext cx="204800" cy="104000"/>
            </a:xfrm>
            <a:custGeom>
              <a:avLst/>
              <a:gdLst/>
              <a:ahLst/>
              <a:cxnLst/>
              <a:rect l="l" t="t" r="r" b="b"/>
              <a:pathLst>
                <a:path w="8192" h="4160" extrusionOk="0">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8" name="Google Shape;6968;p65"/>
            <p:cNvSpPr/>
            <p:nvPr/>
          </p:nvSpPr>
          <p:spPr>
            <a:xfrm>
              <a:off x="-52776850" y="3361950"/>
              <a:ext cx="74825" cy="37850"/>
            </a:xfrm>
            <a:custGeom>
              <a:avLst/>
              <a:gdLst/>
              <a:ahLst/>
              <a:cxnLst/>
              <a:rect l="l" t="t" r="r" b="b"/>
              <a:pathLst>
                <a:path w="2993" h="1514" extrusionOk="0">
                  <a:moveTo>
                    <a:pt x="0" y="1"/>
                  </a:moveTo>
                  <a:cubicBezTo>
                    <a:pt x="0" y="851"/>
                    <a:pt x="662" y="1513"/>
                    <a:pt x="1481" y="1513"/>
                  </a:cubicBezTo>
                  <a:cubicBezTo>
                    <a:pt x="2332" y="1513"/>
                    <a:pt x="2993" y="820"/>
                    <a:pt x="2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9" name="Google Shape;6969;p65"/>
            <p:cNvSpPr/>
            <p:nvPr/>
          </p:nvSpPr>
          <p:spPr>
            <a:xfrm>
              <a:off x="-52832000" y="3306025"/>
              <a:ext cx="21300" cy="110300"/>
            </a:xfrm>
            <a:custGeom>
              <a:avLst/>
              <a:gdLst/>
              <a:ahLst/>
              <a:cxnLst/>
              <a:rect l="l" t="t" r="r" b="b"/>
              <a:pathLst>
                <a:path w="852" h="4412" extrusionOk="0">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0" name="Google Shape;6970;p65"/>
          <p:cNvGrpSpPr/>
          <p:nvPr/>
        </p:nvGrpSpPr>
        <p:grpSpPr>
          <a:xfrm>
            <a:off x="5760817" y="2272929"/>
            <a:ext cx="323524" cy="358774"/>
            <a:chOff x="-57162350" y="3982000"/>
            <a:chExt cx="287500" cy="318825"/>
          </a:xfrm>
        </p:grpSpPr>
        <p:sp>
          <p:nvSpPr>
            <p:cNvPr id="6971" name="Google Shape;6971;p65"/>
            <p:cNvSpPr/>
            <p:nvPr/>
          </p:nvSpPr>
          <p:spPr>
            <a:xfrm>
              <a:off x="-56989850" y="4151150"/>
              <a:ext cx="55150" cy="55150"/>
            </a:xfrm>
            <a:custGeom>
              <a:avLst/>
              <a:gdLst/>
              <a:ahLst/>
              <a:cxnLst/>
              <a:rect l="l" t="t" r="r" b="b"/>
              <a:pathLst>
                <a:path w="2206" h="2206" extrusionOk="0">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2" name="Google Shape;6972;p65"/>
            <p:cNvSpPr/>
            <p:nvPr/>
          </p:nvSpPr>
          <p:spPr>
            <a:xfrm>
              <a:off x="-57162350" y="3982000"/>
              <a:ext cx="287500" cy="161300"/>
            </a:xfrm>
            <a:custGeom>
              <a:avLst/>
              <a:gdLst/>
              <a:ahLst/>
              <a:cxnLst/>
              <a:rect l="l" t="t" r="r" b="b"/>
              <a:pathLst>
                <a:path w="11500" h="6452" extrusionOk="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3" name="Google Shape;6973;p65"/>
            <p:cNvSpPr/>
            <p:nvPr/>
          </p:nvSpPr>
          <p:spPr>
            <a:xfrm>
              <a:off x="-57119850" y="4066875"/>
              <a:ext cx="126075" cy="111875"/>
            </a:xfrm>
            <a:custGeom>
              <a:avLst/>
              <a:gdLst/>
              <a:ahLst/>
              <a:cxnLst/>
              <a:rect l="l" t="t" r="r" b="b"/>
              <a:pathLst>
                <a:path w="5043" h="4475" extrusionOk="0">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65"/>
            <p:cNvSpPr/>
            <p:nvPr/>
          </p:nvSpPr>
          <p:spPr>
            <a:xfrm>
              <a:off x="-57100925" y="4151150"/>
              <a:ext cx="55175" cy="55150"/>
            </a:xfrm>
            <a:custGeom>
              <a:avLst/>
              <a:gdLst/>
              <a:ahLst/>
              <a:cxnLst/>
              <a:rect l="l" t="t" r="r" b="b"/>
              <a:pathLst>
                <a:path w="2207" h="2206" extrusionOk="0">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5" name="Google Shape;6975;p65"/>
            <p:cNvSpPr/>
            <p:nvPr/>
          </p:nvSpPr>
          <p:spPr>
            <a:xfrm>
              <a:off x="-57119825" y="4179500"/>
              <a:ext cx="204800" cy="121325"/>
            </a:xfrm>
            <a:custGeom>
              <a:avLst/>
              <a:gdLst/>
              <a:ahLst/>
              <a:cxnLst/>
              <a:rect l="l" t="t" r="r" b="b"/>
              <a:pathLst>
                <a:path w="8192" h="4853" extrusionOk="0">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6" name="Google Shape;6976;p65"/>
            <p:cNvSpPr/>
            <p:nvPr/>
          </p:nvSpPr>
          <p:spPr>
            <a:xfrm>
              <a:off x="-57158400" y="4156675"/>
              <a:ext cx="18900" cy="63825"/>
            </a:xfrm>
            <a:custGeom>
              <a:avLst/>
              <a:gdLst/>
              <a:ahLst/>
              <a:cxnLst/>
              <a:rect l="l" t="t" r="r" b="b"/>
              <a:pathLst>
                <a:path w="756" h="2553" extrusionOk="0">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65"/>
            <p:cNvSpPr/>
            <p:nvPr/>
          </p:nvSpPr>
          <p:spPr>
            <a:xfrm>
              <a:off x="-56896125" y="4155875"/>
              <a:ext cx="18925" cy="63825"/>
            </a:xfrm>
            <a:custGeom>
              <a:avLst/>
              <a:gdLst/>
              <a:ahLst/>
              <a:cxnLst/>
              <a:rect l="l" t="t" r="r" b="b"/>
              <a:pathLst>
                <a:path w="757" h="2553" extrusionOk="0">
                  <a:moveTo>
                    <a:pt x="0" y="1"/>
                  </a:moveTo>
                  <a:lnTo>
                    <a:pt x="0" y="2553"/>
                  </a:lnTo>
                  <a:cubicBezTo>
                    <a:pt x="441" y="2269"/>
                    <a:pt x="756" y="1796"/>
                    <a:pt x="756" y="1261"/>
                  </a:cubicBezTo>
                  <a:cubicBezTo>
                    <a:pt x="756" y="757"/>
                    <a:pt x="441" y="284"/>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65"/>
            <p:cNvSpPr/>
            <p:nvPr/>
          </p:nvSpPr>
          <p:spPr>
            <a:xfrm>
              <a:off x="-56924475" y="4149575"/>
              <a:ext cx="9450" cy="29175"/>
            </a:xfrm>
            <a:custGeom>
              <a:avLst/>
              <a:gdLst/>
              <a:ahLst/>
              <a:cxnLst/>
              <a:rect l="l" t="t" r="r" b="b"/>
              <a:pathLst>
                <a:path w="378" h="1167" extrusionOk="0">
                  <a:moveTo>
                    <a:pt x="0" y="1"/>
                  </a:moveTo>
                  <a:cubicBezTo>
                    <a:pt x="221" y="379"/>
                    <a:pt x="378" y="757"/>
                    <a:pt x="378" y="1166"/>
                  </a:cubicBezTo>
                  <a:lnTo>
                    <a:pt x="378" y="883"/>
                  </a:lnTo>
                  <a:lnTo>
                    <a:pt x="3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9" name="Google Shape;6979;p65"/>
          <p:cNvGrpSpPr/>
          <p:nvPr/>
        </p:nvGrpSpPr>
        <p:grpSpPr>
          <a:xfrm>
            <a:off x="7052130" y="3203436"/>
            <a:ext cx="358971" cy="357198"/>
            <a:chOff x="-52851675" y="3585650"/>
            <a:chExt cx="319000" cy="317425"/>
          </a:xfrm>
        </p:grpSpPr>
        <p:sp>
          <p:nvSpPr>
            <p:cNvPr id="6980" name="Google Shape;6980;p65"/>
            <p:cNvSpPr/>
            <p:nvPr/>
          </p:nvSpPr>
          <p:spPr>
            <a:xfrm>
              <a:off x="-52851675" y="3641575"/>
              <a:ext cx="319000" cy="106350"/>
            </a:xfrm>
            <a:custGeom>
              <a:avLst/>
              <a:gdLst/>
              <a:ahLst/>
              <a:cxnLst/>
              <a:rect l="l" t="t" r="r" b="b"/>
              <a:pathLst>
                <a:path w="12760" h="4254" extrusionOk="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65"/>
            <p:cNvSpPr/>
            <p:nvPr/>
          </p:nvSpPr>
          <p:spPr>
            <a:xfrm>
              <a:off x="-52787100" y="3585650"/>
              <a:ext cx="189050" cy="52000"/>
            </a:xfrm>
            <a:custGeom>
              <a:avLst/>
              <a:gdLst/>
              <a:ahLst/>
              <a:cxnLst/>
              <a:rect l="l" t="t" r="r" b="b"/>
              <a:pathLst>
                <a:path w="7562" h="2080" extrusionOk="0">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65"/>
            <p:cNvSpPr/>
            <p:nvPr/>
          </p:nvSpPr>
          <p:spPr>
            <a:xfrm>
              <a:off x="-52794975" y="3696700"/>
              <a:ext cx="127625" cy="74850"/>
            </a:xfrm>
            <a:custGeom>
              <a:avLst/>
              <a:gdLst/>
              <a:ahLst/>
              <a:cxnLst/>
              <a:rect l="l" t="t" r="r" b="b"/>
              <a:pathLst>
                <a:path w="5105" h="2994" extrusionOk="0">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3" name="Google Shape;6983;p65"/>
            <p:cNvSpPr/>
            <p:nvPr/>
          </p:nvSpPr>
          <p:spPr>
            <a:xfrm>
              <a:off x="-52795750" y="3700625"/>
              <a:ext cx="204800" cy="202450"/>
            </a:xfrm>
            <a:custGeom>
              <a:avLst/>
              <a:gdLst/>
              <a:ahLst/>
              <a:cxnLst/>
              <a:rect l="l" t="t" r="r" b="b"/>
              <a:pathLst>
                <a:path w="8192" h="8098" extrusionOk="0">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4" name="Google Shape;6984;p65"/>
            <p:cNvSpPr/>
            <p:nvPr/>
          </p:nvSpPr>
          <p:spPr>
            <a:xfrm>
              <a:off x="-52832775" y="3740025"/>
              <a:ext cx="18125" cy="64600"/>
            </a:xfrm>
            <a:custGeom>
              <a:avLst/>
              <a:gdLst/>
              <a:ahLst/>
              <a:cxnLst/>
              <a:rect l="l" t="t" r="r" b="b"/>
              <a:pathLst>
                <a:path w="725" h="2584" extrusionOk="0">
                  <a:moveTo>
                    <a:pt x="725" y="0"/>
                  </a:moveTo>
                  <a:cubicBezTo>
                    <a:pt x="315" y="252"/>
                    <a:pt x="0" y="725"/>
                    <a:pt x="0" y="1260"/>
                  </a:cubicBezTo>
                  <a:cubicBezTo>
                    <a:pt x="0" y="1827"/>
                    <a:pt x="315" y="2300"/>
                    <a:pt x="725" y="2584"/>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65"/>
            <p:cNvSpPr/>
            <p:nvPr/>
          </p:nvSpPr>
          <p:spPr>
            <a:xfrm>
              <a:off x="-52570500" y="3740025"/>
              <a:ext cx="18925" cy="64600"/>
            </a:xfrm>
            <a:custGeom>
              <a:avLst/>
              <a:gdLst/>
              <a:ahLst/>
              <a:cxnLst/>
              <a:rect l="l" t="t" r="r" b="b"/>
              <a:pathLst>
                <a:path w="757" h="2584" extrusionOk="0">
                  <a:moveTo>
                    <a:pt x="0" y="0"/>
                  </a:moveTo>
                  <a:lnTo>
                    <a:pt x="0" y="2584"/>
                  </a:lnTo>
                  <a:cubicBezTo>
                    <a:pt x="442" y="2300"/>
                    <a:pt x="757" y="1827"/>
                    <a:pt x="757" y="1260"/>
                  </a:cubicBezTo>
                  <a:cubicBezTo>
                    <a:pt x="757" y="725"/>
                    <a:pt x="442"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6" name="Google Shape;6986;p65"/>
          <p:cNvGrpSpPr/>
          <p:nvPr/>
        </p:nvGrpSpPr>
        <p:grpSpPr>
          <a:xfrm>
            <a:off x="7074284" y="3665236"/>
            <a:ext cx="314662" cy="358999"/>
            <a:chOff x="-52832000" y="3976300"/>
            <a:chExt cx="279625" cy="319025"/>
          </a:xfrm>
        </p:grpSpPr>
        <p:sp>
          <p:nvSpPr>
            <p:cNvPr id="6987" name="Google Shape;6987;p65"/>
            <p:cNvSpPr/>
            <p:nvPr/>
          </p:nvSpPr>
          <p:spPr>
            <a:xfrm>
              <a:off x="-52794975" y="3976300"/>
              <a:ext cx="204800" cy="112650"/>
            </a:xfrm>
            <a:custGeom>
              <a:avLst/>
              <a:gdLst/>
              <a:ahLst/>
              <a:cxnLst/>
              <a:rect l="l" t="t" r="r" b="b"/>
              <a:pathLst>
                <a:path w="8192" h="4506" extrusionOk="0">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8" name="Google Shape;6988;p65"/>
            <p:cNvSpPr/>
            <p:nvPr/>
          </p:nvSpPr>
          <p:spPr>
            <a:xfrm>
              <a:off x="-52757175" y="4051125"/>
              <a:ext cx="167000" cy="94550"/>
            </a:xfrm>
            <a:custGeom>
              <a:avLst/>
              <a:gdLst/>
              <a:ahLst/>
              <a:cxnLst/>
              <a:rect l="l" t="t" r="r" b="b"/>
              <a:pathLst>
                <a:path w="6680" h="3782" extrusionOk="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9" name="Google Shape;6989;p65"/>
            <p:cNvSpPr/>
            <p:nvPr/>
          </p:nvSpPr>
          <p:spPr>
            <a:xfrm>
              <a:off x="-52794975" y="4088925"/>
              <a:ext cx="204025" cy="206400"/>
            </a:xfrm>
            <a:custGeom>
              <a:avLst/>
              <a:gdLst/>
              <a:ahLst/>
              <a:cxnLst/>
              <a:rect l="l" t="t" r="r" b="b"/>
              <a:pathLst>
                <a:path w="8161" h="8256" extrusionOk="0">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65"/>
            <p:cNvSpPr/>
            <p:nvPr/>
          </p:nvSpPr>
          <p:spPr>
            <a:xfrm>
              <a:off x="-52832000"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1" name="Google Shape;6991;p65"/>
            <p:cNvSpPr/>
            <p:nvPr/>
          </p:nvSpPr>
          <p:spPr>
            <a:xfrm>
              <a:off x="-52571300" y="4132250"/>
              <a:ext cx="18925" cy="63825"/>
            </a:xfrm>
            <a:custGeom>
              <a:avLst/>
              <a:gdLst/>
              <a:ahLst/>
              <a:cxnLst/>
              <a:rect l="l" t="t" r="r" b="b"/>
              <a:pathLst>
                <a:path w="757" h="2553" extrusionOk="0">
                  <a:moveTo>
                    <a:pt x="1" y="1"/>
                  </a:moveTo>
                  <a:lnTo>
                    <a:pt x="1" y="2552"/>
                  </a:lnTo>
                  <a:cubicBezTo>
                    <a:pt x="442" y="2269"/>
                    <a:pt x="757" y="1796"/>
                    <a:pt x="757" y="1261"/>
                  </a:cubicBezTo>
                  <a:cubicBezTo>
                    <a:pt x="757" y="694"/>
                    <a:pt x="442" y="22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2" name="Google Shape;6992;p65"/>
          <p:cNvGrpSpPr/>
          <p:nvPr/>
        </p:nvGrpSpPr>
        <p:grpSpPr>
          <a:xfrm>
            <a:off x="6191490" y="4119884"/>
            <a:ext cx="316434" cy="358099"/>
            <a:chOff x="-51633225" y="3198925"/>
            <a:chExt cx="281200" cy="318225"/>
          </a:xfrm>
        </p:grpSpPr>
        <p:sp>
          <p:nvSpPr>
            <p:cNvPr id="6993" name="Google Shape;6993;p65"/>
            <p:cNvSpPr/>
            <p:nvPr/>
          </p:nvSpPr>
          <p:spPr>
            <a:xfrm>
              <a:off x="-51633225" y="3353300"/>
              <a:ext cx="18925" cy="63825"/>
            </a:xfrm>
            <a:custGeom>
              <a:avLst/>
              <a:gdLst/>
              <a:ahLst/>
              <a:cxnLst/>
              <a:rect l="l" t="t" r="r" b="b"/>
              <a:pathLst>
                <a:path w="757" h="2553" extrusionOk="0">
                  <a:moveTo>
                    <a:pt x="756" y="0"/>
                  </a:moveTo>
                  <a:cubicBezTo>
                    <a:pt x="315" y="284"/>
                    <a:pt x="0" y="756"/>
                    <a:pt x="0" y="1292"/>
                  </a:cubicBezTo>
                  <a:cubicBezTo>
                    <a:pt x="0" y="1859"/>
                    <a:pt x="315" y="2332"/>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4" name="Google Shape;6994;p65"/>
            <p:cNvSpPr/>
            <p:nvPr/>
          </p:nvSpPr>
          <p:spPr>
            <a:xfrm>
              <a:off x="-51595425" y="3348575"/>
              <a:ext cx="204800" cy="168575"/>
            </a:xfrm>
            <a:custGeom>
              <a:avLst/>
              <a:gdLst/>
              <a:ahLst/>
              <a:cxnLst/>
              <a:rect l="l" t="t" r="r" b="b"/>
              <a:pathLst>
                <a:path w="8192" h="6743" extrusionOk="0">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5" name="Google Shape;6995;p65"/>
            <p:cNvSpPr/>
            <p:nvPr/>
          </p:nvSpPr>
          <p:spPr>
            <a:xfrm>
              <a:off x="-51633225" y="3292650"/>
              <a:ext cx="279625" cy="37050"/>
            </a:xfrm>
            <a:custGeom>
              <a:avLst/>
              <a:gdLst/>
              <a:ahLst/>
              <a:cxnLst/>
              <a:rect l="l" t="t" r="r" b="b"/>
              <a:pathLst>
                <a:path w="11185" h="1482" extrusionOk="0">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6" name="Google Shape;6996;p65"/>
            <p:cNvSpPr/>
            <p:nvPr/>
          </p:nvSpPr>
          <p:spPr>
            <a:xfrm>
              <a:off x="-51492250" y="3198925"/>
              <a:ext cx="98475" cy="74850"/>
            </a:xfrm>
            <a:custGeom>
              <a:avLst/>
              <a:gdLst/>
              <a:ahLst/>
              <a:cxnLst/>
              <a:rect l="l" t="t" r="r" b="b"/>
              <a:pathLst>
                <a:path w="3939" h="2994" extrusionOk="0">
                  <a:moveTo>
                    <a:pt x="1" y="0"/>
                  </a:moveTo>
                  <a:lnTo>
                    <a:pt x="1" y="0"/>
                  </a:lnTo>
                  <a:cubicBezTo>
                    <a:pt x="946" y="0"/>
                    <a:pt x="1576" y="1418"/>
                    <a:pt x="1765" y="2993"/>
                  </a:cubicBezTo>
                  <a:lnTo>
                    <a:pt x="3939" y="2993"/>
                  </a:lnTo>
                  <a:cubicBezTo>
                    <a:pt x="3466" y="1261"/>
                    <a:pt x="1859"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65"/>
            <p:cNvSpPr/>
            <p:nvPr/>
          </p:nvSpPr>
          <p:spPr>
            <a:xfrm>
              <a:off x="-51590700" y="3198925"/>
              <a:ext cx="98475" cy="74850"/>
            </a:xfrm>
            <a:custGeom>
              <a:avLst/>
              <a:gdLst/>
              <a:ahLst/>
              <a:cxnLst/>
              <a:rect l="l" t="t" r="r" b="b"/>
              <a:pathLst>
                <a:path w="3939" h="2994" extrusionOk="0">
                  <a:moveTo>
                    <a:pt x="3939" y="0"/>
                  </a:moveTo>
                  <a:lnTo>
                    <a:pt x="3939" y="0"/>
                  </a:lnTo>
                  <a:cubicBezTo>
                    <a:pt x="2048" y="0"/>
                    <a:pt x="473" y="1292"/>
                    <a:pt x="1" y="2993"/>
                  </a:cubicBezTo>
                  <a:lnTo>
                    <a:pt x="2174" y="2993"/>
                  </a:lnTo>
                  <a:cubicBezTo>
                    <a:pt x="2332" y="1418"/>
                    <a:pt x="2962" y="0"/>
                    <a:pt x="39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8" name="Google Shape;6998;p65"/>
            <p:cNvSpPr/>
            <p:nvPr/>
          </p:nvSpPr>
          <p:spPr>
            <a:xfrm>
              <a:off x="-51517450" y="3218600"/>
              <a:ext cx="52000" cy="55950"/>
            </a:xfrm>
            <a:custGeom>
              <a:avLst/>
              <a:gdLst/>
              <a:ahLst/>
              <a:cxnLst/>
              <a:rect l="l" t="t" r="r" b="b"/>
              <a:pathLst>
                <a:path w="2080" h="2238" extrusionOk="0">
                  <a:moveTo>
                    <a:pt x="1009" y="1"/>
                  </a:moveTo>
                  <a:cubicBezTo>
                    <a:pt x="662" y="1"/>
                    <a:pt x="158" y="852"/>
                    <a:pt x="1" y="2238"/>
                  </a:cubicBezTo>
                  <a:lnTo>
                    <a:pt x="2080" y="2238"/>
                  </a:lnTo>
                  <a:cubicBezTo>
                    <a:pt x="1828" y="820"/>
                    <a:pt x="1355"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9" name="Google Shape;6999;p65"/>
            <p:cNvSpPr/>
            <p:nvPr/>
          </p:nvSpPr>
          <p:spPr>
            <a:xfrm>
              <a:off x="-51370950" y="3354075"/>
              <a:ext cx="18925" cy="64625"/>
            </a:xfrm>
            <a:custGeom>
              <a:avLst/>
              <a:gdLst/>
              <a:ahLst/>
              <a:cxnLst/>
              <a:rect l="l" t="t" r="r" b="b"/>
              <a:pathLst>
                <a:path w="757" h="2585" extrusionOk="0">
                  <a:moveTo>
                    <a:pt x="0" y="1"/>
                  </a:moveTo>
                  <a:lnTo>
                    <a:pt x="0" y="2584"/>
                  </a:lnTo>
                  <a:cubicBezTo>
                    <a:pt x="442" y="2301"/>
                    <a:pt x="757" y="1828"/>
                    <a:pt x="757" y="1324"/>
                  </a:cubicBezTo>
                  <a:cubicBezTo>
                    <a:pt x="757" y="725"/>
                    <a:pt x="442" y="2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0" name="Google Shape;7000;p65"/>
          <p:cNvGrpSpPr/>
          <p:nvPr/>
        </p:nvGrpSpPr>
        <p:grpSpPr>
          <a:xfrm>
            <a:off x="6610314" y="1377806"/>
            <a:ext cx="365188" cy="357226"/>
            <a:chOff x="-56396775" y="3199700"/>
            <a:chExt cx="324525" cy="317450"/>
          </a:xfrm>
        </p:grpSpPr>
        <p:sp>
          <p:nvSpPr>
            <p:cNvPr id="7001" name="Google Shape;7001;p65"/>
            <p:cNvSpPr/>
            <p:nvPr/>
          </p:nvSpPr>
          <p:spPr>
            <a:xfrm>
              <a:off x="-56374725" y="3353300"/>
              <a:ext cx="18925" cy="63825"/>
            </a:xfrm>
            <a:custGeom>
              <a:avLst/>
              <a:gdLst/>
              <a:ahLst/>
              <a:cxnLst/>
              <a:rect l="l" t="t" r="r" b="b"/>
              <a:pathLst>
                <a:path w="757" h="2553" extrusionOk="0">
                  <a:moveTo>
                    <a:pt x="757" y="0"/>
                  </a:moveTo>
                  <a:cubicBezTo>
                    <a:pt x="316" y="284"/>
                    <a:pt x="1" y="756"/>
                    <a:pt x="1" y="1292"/>
                  </a:cubicBezTo>
                  <a:cubicBezTo>
                    <a:pt x="1" y="1859"/>
                    <a:pt x="316" y="2332"/>
                    <a:pt x="757" y="2552"/>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2" name="Google Shape;7002;p65"/>
            <p:cNvSpPr/>
            <p:nvPr/>
          </p:nvSpPr>
          <p:spPr>
            <a:xfrm>
              <a:off x="-56333775" y="3199700"/>
              <a:ext cx="198500" cy="73275"/>
            </a:xfrm>
            <a:custGeom>
              <a:avLst/>
              <a:gdLst/>
              <a:ahLst/>
              <a:cxnLst/>
              <a:rect l="l" t="t" r="r" b="b"/>
              <a:pathLst>
                <a:path w="7940" h="2931" extrusionOk="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3" name="Google Shape;7003;p65"/>
            <p:cNvSpPr/>
            <p:nvPr/>
          </p:nvSpPr>
          <p:spPr>
            <a:xfrm>
              <a:off x="-56396775" y="3273325"/>
              <a:ext cx="324525" cy="58725"/>
            </a:xfrm>
            <a:custGeom>
              <a:avLst/>
              <a:gdLst/>
              <a:ahLst/>
              <a:cxnLst/>
              <a:rect l="l" t="t" r="r" b="b"/>
              <a:pathLst>
                <a:path w="12981" h="2349" extrusionOk="0">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65"/>
            <p:cNvSpPr/>
            <p:nvPr/>
          </p:nvSpPr>
          <p:spPr>
            <a:xfrm>
              <a:off x="-56336925" y="3346200"/>
              <a:ext cx="204800" cy="78800"/>
            </a:xfrm>
            <a:custGeom>
              <a:avLst/>
              <a:gdLst/>
              <a:ahLst/>
              <a:cxnLst/>
              <a:rect l="l" t="t" r="r" b="b"/>
              <a:pathLst>
                <a:path w="8192" h="3152" extrusionOk="0">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65"/>
            <p:cNvSpPr/>
            <p:nvPr/>
          </p:nvSpPr>
          <p:spPr>
            <a:xfrm>
              <a:off x="-56332200" y="3406850"/>
              <a:ext cx="193775" cy="110300"/>
            </a:xfrm>
            <a:custGeom>
              <a:avLst/>
              <a:gdLst/>
              <a:ahLst/>
              <a:cxnLst/>
              <a:rect l="l" t="t" r="r" b="b"/>
              <a:pathLst>
                <a:path w="7751" h="4412" extrusionOk="0">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6" name="Google Shape;7006;p65"/>
            <p:cNvSpPr/>
            <p:nvPr/>
          </p:nvSpPr>
          <p:spPr>
            <a:xfrm>
              <a:off x="-56113225" y="3354075"/>
              <a:ext cx="18125" cy="64625"/>
            </a:xfrm>
            <a:custGeom>
              <a:avLst/>
              <a:gdLst/>
              <a:ahLst/>
              <a:cxnLst/>
              <a:rect l="l" t="t" r="r" b="b"/>
              <a:pathLst>
                <a:path w="725" h="2585" extrusionOk="0">
                  <a:moveTo>
                    <a:pt x="0" y="1"/>
                  </a:moveTo>
                  <a:lnTo>
                    <a:pt x="0" y="2584"/>
                  </a:lnTo>
                  <a:cubicBezTo>
                    <a:pt x="410" y="2332"/>
                    <a:pt x="725" y="1828"/>
                    <a:pt x="725" y="1261"/>
                  </a:cubicBezTo>
                  <a:cubicBezTo>
                    <a:pt x="725" y="725"/>
                    <a:pt x="473" y="2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7" name="Google Shape;7007;p65"/>
          <p:cNvGrpSpPr/>
          <p:nvPr/>
        </p:nvGrpSpPr>
        <p:grpSpPr>
          <a:xfrm>
            <a:off x="6613408" y="1843740"/>
            <a:ext cx="358999" cy="335958"/>
            <a:chOff x="-56394425" y="3600600"/>
            <a:chExt cx="319025" cy="298550"/>
          </a:xfrm>
        </p:grpSpPr>
        <p:sp>
          <p:nvSpPr>
            <p:cNvPr id="7008" name="Google Shape;7008;p65"/>
            <p:cNvSpPr/>
            <p:nvPr/>
          </p:nvSpPr>
          <p:spPr>
            <a:xfrm>
              <a:off x="-56272325" y="3861300"/>
              <a:ext cx="74825" cy="37850"/>
            </a:xfrm>
            <a:custGeom>
              <a:avLst/>
              <a:gdLst/>
              <a:ahLst/>
              <a:cxnLst/>
              <a:rect l="l" t="t" r="r" b="b"/>
              <a:pathLst>
                <a:path w="2993" h="1514" extrusionOk="0">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9" name="Google Shape;7009;p65"/>
            <p:cNvSpPr/>
            <p:nvPr/>
          </p:nvSpPr>
          <p:spPr>
            <a:xfrm>
              <a:off x="-56297550" y="3600600"/>
              <a:ext cx="126050" cy="71700"/>
            </a:xfrm>
            <a:custGeom>
              <a:avLst/>
              <a:gdLst/>
              <a:ahLst/>
              <a:cxnLst/>
              <a:rect l="l" t="t" r="r" b="b"/>
              <a:pathLst>
                <a:path w="5042" h="2868" extrusionOk="0">
                  <a:moveTo>
                    <a:pt x="2521" y="1"/>
                  </a:moveTo>
                  <a:cubicBezTo>
                    <a:pt x="1576" y="1"/>
                    <a:pt x="694" y="316"/>
                    <a:pt x="1" y="851"/>
                  </a:cubicBezTo>
                  <a:lnTo>
                    <a:pt x="2521" y="2868"/>
                  </a:lnTo>
                  <a:lnTo>
                    <a:pt x="5042" y="851"/>
                  </a:lnTo>
                  <a:cubicBezTo>
                    <a:pt x="4317" y="316"/>
                    <a:pt x="3467" y="1"/>
                    <a:pt x="25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0" name="Google Shape;7010;p65"/>
            <p:cNvSpPr/>
            <p:nvPr/>
          </p:nvSpPr>
          <p:spPr>
            <a:xfrm>
              <a:off x="-56394425" y="3635275"/>
              <a:ext cx="319025" cy="233925"/>
            </a:xfrm>
            <a:custGeom>
              <a:avLst/>
              <a:gdLst/>
              <a:ahLst/>
              <a:cxnLst/>
              <a:rect l="l" t="t" r="r" b="b"/>
              <a:pathLst>
                <a:path w="12761" h="9357" extrusionOk="0">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1" name="Google Shape;7011;p65"/>
          <p:cNvGrpSpPr/>
          <p:nvPr/>
        </p:nvGrpSpPr>
        <p:grpSpPr>
          <a:xfrm>
            <a:off x="6644175" y="2274505"/>
            <a:ext cx="327068" cy="357198"/>
            <a:chOff x="-56379450" y="3983400"/>
            <a:chExt cx="290650" cy="317425"/>
          </a:xfrm>
        </p:grpSpPr>
        <p:sp>
          <p:nvSpPr>
            <p:cNvPr id="7012" name="Google Shape;7012;p65"/>
            <p:cNvSpPr/>
            <p:nvPr/>
          </p:nvSpPr>
          <p:spPr>
            <a:xfrm>
              <a:off x="-56330625" y="3983400"/>
              <a:ext cx="241825" cy="111075"/>
            </a:xfrm>
            <a:custGeom>
              <a:avLst/>
              <a:gdLst/>
              <a:ahLst/>
              <a:cxnLst/>
              <a:rect l="l" t="t" r="r" b="b"/>
              <a:pathLst>
                <a:path w="9673" h="4443" extrusionOk="0">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3" name="Google Shape;7013;p65"/>
            <p:cNvSpPr/>
            <p:nvPr/>
          </p:nvSpPr>
          <p:spPr>
            <a:xfrm>
              <a:off x="-56350300" y="4058225"/>
              <a:ext cx="186675" cy="55150"/>
            </a:xfrm>
            <a:custGeom>
              <a:avLst/>
              <a:gdLst/>
              <a:ahLst/>
              <a:cxnLst/>
              <a:rect l="l" t="t" r="r" b="b"/>
              <a:pathLst>
                <a:path w="7467" h="2206" extrusionOk="0">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4" name="Google Shape;7014;p65"/>
            <p:cNvSpPr/>
            <p:nvPr/>
          </p:nvSpPr>
          <p:spPr>
            <a:xfrm>
              <a:off x="-56245550" y="4168275"/>
              <a:ext cx="78000" cy="26600"/>
            </a:xfrm>
            <a:custGeom>
              <a:avLst/>
              <a:gdLst/>
              <a:ahLst/>
              <a:cxnLst/>
              <a:rect l="l" t="t" r="r" b="b"/>
              <a:pathLst>
                <a:path w="3120" h="1064" extrusionOk="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5" name="Google Shape;7015;p65"/>
            <p:cNvSpPr/>
            <p:nvPr/>
          </p:nvSpPr>
          <p:spPr>
            <a:xfrm>
              <a:off x="-56359750" y="4112550"/>
              <a:ext cx="204800" cy="53100"/>
            </a:xfrm>
            <a:custGeom>
              <a:avLst/>
              <a:gdLst/>
              <a:ahLst/>
              <a:cxnLst/>
              <a:rect l="l" t="t" r="r" b="b"/>
              <a:pathLst>
                <a:path w="8192" h="2124" extrusionOk="0">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6" name="Google Shape;7016;p65"/>
            <p:cNvSpPr/>
            <p:nvPr/>
          </p:nvSpPr>
          <p:spPr>
            <a:xfrm>
              <a:off x="-56345575" y="4169000"/>
              <a:ext cx="77200" cy="26325"/>
            </a:xfrm>
            <a:custGeom>
              <a:avLst/>
              <a:gdLst/>
              <a:ahLst/>
              <a:cxnLst/>
              <a:rect l="l" t="t" r="r" b="b"/>
              <a:pathLst>
                <a:path w="3088" h="1053" extrusionOk="0">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7" name="Google Shape;7017;p65"/>
            <p:cNvSpPr/>
            <p:nvPr/>
          </p:nvSpPr>
          <p:spPr>
            <a:xfrm>
              <a:off x="-56379450" y="4180300"/>
              <a:ext cx="242600" cy="120525"/>
            </a:xfrm>
            <a:custGeom>
              <a:avLst/>
              <a:gdLst/>
              <a:ahLst/>
              <a:cxnLst/>
              <a:rect l="l" t="t" r="r" b="b"/>
              <a:pathLst>
                <a:path w="9704" h="4821" extrusionOk="0">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8" name="Google Shape;7018;p65"/>
            <p:cNvSpPr/>
            <p:nvPr/>
          </p:nvSpPr>
          <p:spPr>
            <a:xfrm>
              <a:off x="-56181750" y="4039300"/>
              <a:ext cx="0" cy="25"/>
            </a:xfrm>
            <a:custGeom>
              <a:avLst/>
              <a:gdLst/>
              <a:ahLst/>
              <a:cxnLst/>
              <a:rect l="l" t="t" r="r" b="b"/>
              <a:pathLst>
                <a:path h="1" extrusionOk="0">
                  <a:moveTo>
                    <a:pt x="0" y="1"/>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9" name="Google Shape;7019;p65"/>
            <p:cNvSpPr/>
            <p:nvPr/>
          </p:nvSpPr>
          <p:spPr>
            <a:xfrm>
              <a:off x="-56332200" y="4039300"/>
              <a:ext cx="25" cy="25"/>
            </a:xfrm>
            <a:custGeom>
              <a:avLst/>
              <a:gdLst/>
              <a:ahLst/>
              <a:cxnLst/>
              <a:rect l="l" t="t" r="r" b="b"/>
              <a:pathLst>
                <a:path w="1" h="1" extrusionOk="0">
                  <a:moveTo>
                    <a:pt x="1" y="1"/>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0" name="Google Shape;7020;p65"/>
          <p:cNvGrpSpPr/>
          <p:nvPr/>
        </p:nvGrpSpPr>
        <p:grpSpPr>
          <a:xfrm>
            <a:off x="5307879" y="2738651"/>
            <a:ext cx="316434" cy="358971"/>
            <a:chOff x="-54401725" y="3198925"/>
            <a:chExt cx="281200" cy="319000"/>
          </a:xfrm>
        </p:grpSpPr>
        <p:sp>
          <p:nvSpPr>
            <p:cNvPr id="7021" name="Google Shape;7021;p65"/>
            <p:cNvSpPr/>
            <p:nvPr/>
          </p:nvSpPr>
          <p:spPr>
            <a:xfrm>
              <a:off x="-54159150" y="3465925"/>
              <a:ext cx="38625" cy="52000"/>
            </a:xfrm>
            <a:custGeom>
              <a:avLst/>
              <a:gdLst/>
              <a:ahLst/>
              <a:cxnLst/>
              <a:rect l="l" t="t" r="r" b="b"/>
              <a:pathLst>
                <a:path w="1545" h="2080" extrusionOk="0">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2" name="Google Shape;7022;p65"/>
            <p:cNvSpPr/>
            <p:nvPr/>
          </p:nvSpPr>
          <p:spPr>
            <a:xfrm>
              <a:off x="-54401725" y="3465925"/>
              <a:ext cx="38600" cy="52000"/>
            </a:xfrm>
            <a:custGeom>
              <a:avLst/>
              <a:gdLst/>
              <a:ahLst/>
              <a:cxnLst/>
              <a:rect l="l" t="t" r="r" b="b"/>
              <a:pathLst>
                <a:path w="1544" h="2080" extrusionOk="0">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65"/>
            <p:cNvSpPr/>
            <p:nvPr/>
          </p:nvSpPr>
          <p:spPr>
            <a:xfrm>
              <a:off x="-54176475" y="3224125"/>
              <a:ext cx="17350" cy="61450"/>
            </a:xfrm>
            <a:custGeom>
              <a:avLst/>
              <a:gdLst/>
              <a:ahLst/>
              <a:cxnLst/>
              <a:rect l="l" t="t" r="r" b="b"/>
              <a:pathLst>
                <a:path w="694" h="2458" extrusionOk="0">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4" name="Google Shape;7024;p65"/>
            <p:cNvSpPr/>
            <p:nvPr/>
          </p:nvSpPr>
          <p:spPr>
            <a:xfrm>
              <a:off x="-54385975" y="3198925"/>
              <a:ext cx="198500" cy="74850"/>
            </a:xfrm>
            <a:custGeom>
              <a:avLst/>
              <a:gdLst/>
              <a:ahLst/>
              <a:cxnLst/>
              <a:rect l="l" t="t" r="r" b="b"/>
              <a:pathLst>
                <a:path w="7940" h="2994" extrusionOk="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5" name="Google Shape;7025;p65"/>
            <p:cNvSpPr/>
            <p:nvPr/>
          </p:nvSpPr>
          <p:spPr>
            <a:xfrm>
              <a:off x="-544009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6" name="Google Shape;7026;p65"/>
            <p:cNvSpPr/>
            <p:nvPr/>
          </p:nvSpPr>
          <p:spPr>
            <a:xfrm>
              <a:off x="-54401725" y="3292650"/>
              <a:ext cx="128400" cy="74850"/>
            </a:xfrm>
            <a:custGeom>
              <a:avLst/>
              <a:gdLst/>
              <a:ahLst/>
              <a:cxnLst/>
              <a:rect l="l" t="t" r="r" b="b"/>
              <a:pathLst>
                <a:path w="5136" h="2994" extrusionOk="0">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7" name="Google Shape;7027;p65"/>
            <p:cNvSpPr/>
            <p:nvPr/>
          </p:nvSpPr>
          <p:spPr>
            <a:xfrm>
              <a:off x="-54250500" y="3266650"/>
              <a:ext cx="128400" cy="99275"/>
            </a:xfrm>
            <a:custGeom>
              <a:avLst/>
              <a:gdLst/>
              <a:ahLst/>
              <a:cxnLst/>
              <a:rect l="l" t="t" r="r" b="b"/>
              <a:pathLst>
                <a:path w="5136" h="3971" extrusionOk="0">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8" name="Google Shape;7028;p65"/>
            <p:cNvSpPr/>
            <p:nvPr/>
          </p:nvSpPr>
          <p:spPr>
            <a:xfrm>
              <a:off x="-541591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9" name="Google Shape;7029;p65"/>
            <p:cNvSpPr/>
            <p:nvPr/>
          </p:nvSpPr>
          <p:spPr>
            <a:xfrm>
              <a:off x="-54345025" y="3309975"/>
              <a:ext cx="167000" cy="207175"/>
            </a:xfrm>
            <a:custGeom>
              <a:avLst/>
              <a:gdLst/>
              <a:ahLst/>
              <a:cxnLst/>
              <a:rect l="l" t="t" r="r" b="b"/>
              <a:pathLst>
                <a:path w="6680" h="8287" extrusionOk="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0" name="Google Shape;7030;p65"/>
            <p:cNvSpPr/>
            <p:nvPr/>
          </p:nvSpPr>
          <p:spPr>
            <a:xfrm>
              <a:off x="-54401725" y="3424175"/>
              <a:ext cx="37825" cy="40975"/>
            </a:xfrm>
            <a:custGeom>
              <a:avLst/>
              <a:gdLst/>
              <a:ahLst/>
              <a:cxnLst/>
              <a:rect l="l" t="t" r="r" b="b"/>
              <a:pathLst>
                <a:path w="1513" h="1639" extrusionOk="0">
                  <a:moveTo>
                    <a:pt x="0" y="1"/>
                  </a:moveTo>
                  <a:lnTo>
                    <a:pt x="0" y="914"/>
                  </a:lnTo>
                  <a:cubicBezTo>
                    <a:pt x="0" y="1292"/>
                    <a:pt x="315" y="1639"/>
                    <a:pt x="757" y="1639"/>
                  </a:cubicBezTo>
                  <a:cubicBezTo>
                    <a:pt x="1198" y="1639"/>
                    <a:pt x="1513" y="1324"/>
                    <a:pt x="1513" y="914"/>
                  </a:cubicBezTo>
                  <a:lnTo>
                    <a:pt x="1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1" name="Google Shape;7031;p65"/>
            <p:cNvSpPr/>
            <p:nvPr/>
          </p:nvSpPr>
          <p:spPr>
            <a:xfrm>
              <a:off x="-54159150" y="3424175"/>
              <a:ext cx="37050" cy="40975"/>
            </a:xfrm>
            <a:custGeom>
              <a:avLst/>
              <a:gdLst/>
              <a:ahLst/>
              <a:cxnLst/>
              <a:rect l="l" t="t" r="r" b="b"/>
              <a:pathLst>
                <a:path w="1482" h="1639" extrusionOk="0">
                  <a:moveTo>
                    <a:pt x="1" y="1"/>
                  </a:moveTo>
                  <a:lnTo>
                    <a:pt x="1" y="914"/>
                  </a:lnTo>
                  <a:cubicBezTo>
                    <a:pt x="1" y="1292"/>
                    <a:pt x="316" y="1639"/>
                    <a:pt x="757" y="1639"/>
                  </a:cubicBezTo>
                  <a:cubicBezTo>
                    <a:pt x="1167" y="1639"/>
                    <a:pt x="1482" y="1324"/>
                    <a:pt x="1482" y="914"/>
                  </a:cubicBez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2" name="Google Shape;7032;p65"/>
          <p:cNvGrpSpPr/>
          <p:nvPr/>
        </p:nvGrpSpPr>
        <p:grpSpPr>
          <a:xfrm>
            <a:off x="5308766" y="3208753"/>
            <a:ext cx="314662" cy="358099"/>
            <a:chOff x="-54401725" y="3590375"/>
            <a:chExt cx="279625" cy="318225"/>
          </a:xfrm>
        </p:grpSpPr>
        <p:sp>
          <p:nvSpPr>
            <p:cNvPr id="7033" name="Google Shape;7033;p65"/>
            <p:cNvSpPr/>
            <p:nvPr/>
          </p:nvSpPr>
          <p:spPr>
            <a:xfrm>
              <a:off x="-54194575" y="3721900"/>
              <a:ext cx="35450" cy="19725"/>
            </a:xfrm>
            <a:custGeom>
              <a:avLst/>
              <a:gdLst/>
              <a:ahLst/>
              <a:cxnLst/>
              <a:rect l="l" t="t" r="r" b="b"/>
              <a:pathLst>
                <a:path w="1418" h="789" extrusionOk="0">
                  <a:moveTo>
                    <a:pt x="0" y="1"/>
                  </a:moveTo>
                  <a:cubicBezTo>
                    <a:pt x="158" y="410"/>
                    <a:pt x="536" y="788"/>
                    <a:pt x="1071" y="788"/>
                  </a:cubicBezTo>
                  <a:lnTo>
                    <a:pt x="1418" y="788"/>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4" name="Google Shape;7034;p65"/>
            <p:cNvSpPr/>
            <p:nvPr/>
          </p:nvSpPr>
          <p:spPr>
            <a:xfrm>
              <a:off x="-54380450" y="3590375"/>
              <a:ext cx="237075" cy="112650"/>
            </a:xfrm>
            <a:custGeom>
              <a:avLst/>
              <a:gdLst/>
              <a:ahLst/>
              <a:cxnLst/>
              <a:rect l="l" t="t" r="r" b="b"/>
              <a:pathLst>
                <a:path w="9483" h="4506" extrusionOk="0">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5" name="Google Shape;7035;p65"/>
            <p:cNvSpPr/>
            <p:nvPr/>
          </p:nvSpPr>
          <p:spPr>
            <a:xfrm>
              <a:off x="-54363925" y="3721900"/>
              <a:ext cx="35475" cy="19725"/>
            </a:xfrm>
            <a:custGeom>
              <a:avLst/>
              <a:gdLst/>
              <a:ahLst/>
              <a:cxnLst/>
              <a:rect l="l" t="t" r="r" b="b"/>
              <a:pathLst>
                <a:path w="1419" h="789" extrusionOk="0">
                  <a:moveTo>
                    <a:pt x="1" y="1"/>
                  </a:moveTo>
                  <a:lnTo>
                    <a:pt x="1" y="788"/>
                  </a:lnTo>
                  <a:lnTo>
                    <a:pt x="347" y="788"/>
                  </a:lnTo>
                  <a:cubicBezTo>
                    <a:pt x="820" y="788"/>
                    <a:pt x="1261" y="410"/>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6" name="Google Shape;7036;p65"/>
            <p:cNvSpPr/>
            <p:nvPr/>
          </p:nvSpPr>
          <p:spPr>
            <a:xfrm>
              <a:off x="-54363925" y="3721900"/>
              <a:ext cx="204800" cy="186700"/>
            </a:xfrm>
            <a:custGeom>
              <a:avLst/>
              <a:gdLst/>
              <a:ahLst/>
              <a:cxnLst/>
              <a:rect l="l" t="t" r="r" b="b"/>
              <a:pathLst>
                <a:path w="8192" h="7468" extrusionOk="0">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7" name="Google Shape;7037;p65"/>
            <p:cNvSpPr/>
            <p:nvPr/>
          </p:nvSpPr>
          <p:spPr>
            <a:xfrm>
              <a:off x="-54401725" y="3747100"/>
              <a:ext cx="18925" cy="63825"/>
            </a:xfrm>
            <a:custGeom>
              <a:avLst/>
              <a:gdLst/>
              <a:ahLst/>
              <a:cxnLst/>
              <a:rect l="l" t="t" r="r" b="b"/>
              <a:pathLst>
                <a:path w="757" h="2553" extrusionOk="0">
                  <a:moveTo>
                    <a:pt x="757" y="1"/>
                  </a:moveTo>
                  <a:cubicBezTo>
                    <a:pt x="284" y="253"/>
                    <a:pt x="0" y="725"/>
                    <a:pt x="0" y="1261"/>
                  </a:cubicBezTo>
                  <a:cubicBezTo>
                    <a:pt x="0" y="1828"/>
                    <a:pt x="315" y="2301"/>
                    <a:pt x="757" y="2553"/>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8" name="Google Shape;7038;p65"/>
            <p:cNvSpPr/>
            <p:nvPr/>
          </p:nvSpPr>
          <p:spPr>
            <a:xfrm>
              <a:off x="-54140225" y="374632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8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9" name="Google Shape;7039;p65"/>
          <p:cNvGrpSpPr/>
          <p:nvPr/>
        </p:nvGrpSpPr>
        <p:grpSpPr>
          <a:xfrm>
            <a:off x="5306557" y="3672326"/>
            <a:ext cx="319079" cy="358099"/>
            <a:chOff x="-54403300" y="3982600"/>
            <a:chExt cx="283550" cy="318225"/>
          </a:xfrm>
        </p:grpSpPr>
        <p:sp>
          <p:nvSpPr>
            <p:cNvPr id="7040" name="Google Shape;7040;p65"/>
            <p:cNvSpPr/>
            <p:nvPr/>
          </p:nvSpPr>
          <p:spPr>
            <a:xfrm>
              <a:off x="-54273350" y="4036950"/>
              <a:ext cx="27600" cy="27600"/>
            </a:xfrm>
            <a:custGeom>
              <a:avLst/>
              <a:gdLst/>
              <a:ahLst/>
              <a:cxnLst/>
              <a:rect l="l" t="t" r="r" b="b"/>
              <a:pathLst>
                <a:path w="1104" h="1104" extrusionOk="0">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1" name="Google Shape;7041;p65"/>
            <p:cNvSpPr/>
            <p:nvPr/>
          </p:nvSpPr>
          <p:spPr>
            <a:xfrm>
              <a:off x="-54383600" y="3982600"/>
              <a:ext cx="241800" cy="130775"/>
            </a:xfrm>
            <a:custGeom>
              <a:avLst/>
              <a:gdLst/>
              <a:ahLst/>
              <a:cxnLst/>
              <a:rect l="l" t="t" r="r" b="b"/>
              <a:pathLst>
                <a:path w="9672" h="5231" extrusionOk="0">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2" name="Google Shape;7042;p65"/>
            <p:cNvSpPr/>
            <p:nvPr/>
          </p:nvSpPr>
          <p:spPr>
            <a:xfrm>
              <a:off x="-54403300" y="4122000"/>
              <a:ext cx="58300" cy="140225"/>
            </a:xfrm>
            <a:custGeom>
              <a:avLst/>
              <a:gdLst/>
              <a:ahLst/>
              <a:cxnLst/>
              <a:rect l="l" t="t" r="r" b="b"/>
              <a:pathLst>
                <a:path w="2332" h="5609" extrusionOk="0">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3" name="Google Shape;7043;p65"/>
            <p:cNvSpPr/>
            <p:nvPr/>
          </p:nvSpPr>
          <p:spPr>
            <a:xfrm>
              <a:off x="-54346600" y="4132250"/>
              <a:ext cx="167800" cy="168575"/>
            </a:xfrm>
            <a:custGeom>
              <a:avLst/>
              <a:gdLst/>
              <a:ahLst/>
              <a:cxnLst/>
              <a:rect l="l" t="t" r="r" b="b"/>
              <a:pathLst>
                <a:path w="6712" h="6743" extrusionOk="0">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4" name="Google Shape;7044;p65"/>
            <p:cNvSpPr/>
            <p:nvPr/>
          </p:nvSpPr>
          <p:spPr>
            <a:xfrm>
              <a:off x="-54177250" y="4122000"/>
              <a:ext cx="57500" cy="141025"/>
            </a:xfrm>
            <a:custGeom>
              <a:avLst/>
              <a:gdLst/>
              <a:ahLst/>
              <a:cxnLst/>
              <a:rect l="l" t="t" r="r" b="b"/>
              <a:pathLst>
                <a:path w="2300" h="5641" extrusionOk="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5" name="Google Shape;7045;p65"/>
          <p:cNvGrpSpPr/>
          <p:nvPr/>
        </p:nvGrpSpPr>
        <p:grpSpPr>
          <a:xfrm>
            <a:off x="7493951" y="2733559"/>
            <a:ext cx="356298" cy="356973"/>
            <a:chOff x="-52458650" y="3194400"/>
            <a:chExt cx="316625" cy="317225"/>
          </a:xfrm>
        </p:grpSpPr>
        <p:sp>
          <p:nvSpPr>
            <p:cNvPr id="7046" name="Google Shape;7046;p65"/>
            <p:cNvSpPr/>
            <p:nvPr/>
          </p:nvSpPr>
          <p:spPr>
            <a:xfrm>
              <a:off x="-52458650" y="3194400"/>
              <a:ext cx="316625" cy="166000"/>
            </a:xfrm>
            <a:custGeom>
              <a:avLst/>
              <a:gdLst/>
              <a:ahLst/>
              <a:cxnLst/>
              <a:rect l="l" t="t" r="r" b="b"/>
              <a:pathLst>
                <a:path w="12665" h="6640" extrusionOk="0">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7" name="Google Shape;7047;p65"/>
            <p:cNvSpPr/>
            <p:nvPr/>
          </p:nvSpPr>
          <p:spPr>
            <a:xfrm>
              <a:off x="-52379100" y="3287125"/>
              <a:ext cx="156750" cy="18925"/>
            </a:xfrm>
            <a:custGeom>
              <a:avLst/>
              <a:gdLst/>
              <a:ahLst/>
              <a:cxnLst/>
              <a:rect l="l" t="t" r="r" b="b"/>
              <a:pathLst>
                <a:path w="6270" h="757" extrusionOk="0">
                  <a:moveTo>
                    <a:pt x="378" y="1"/>
                  </a:moveTo>
                  <a:lnTo>
                    <a:pt x="0" y="757"/>
                  </a:lnTo>
                  <a:lnTo>
                    <a:pt x="6270" y="757"/>
                  </a:lnTo>
                  <a:lnTo>
                    <a:pt x="58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8" name="Google Shape;7048;p65"/>
            <p:cNvSpPr/>
            <p:nvPr/>
          </p:nvSpPr>
          <p:spPr>
            <a:xfrm>
              <a:off x="-52383825" y="3361950"/>
              <a:ext cx="55150" cy="37050"/>
            </a:xfrm>
            <a:custGeom>
              <a:avLst/>
              <a:gdLst/>
              <a:ahLst/>
              <a:cxnLst/>
              <a:rect l="l" t="t" r="r" b="b"/>
              <a:pathLst>
                <a:path w="2206" h="1482" extrusionOk="0">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9" name="Google Shape;7049;p65"/>
            <p:cNvSpPr/>
            <p:nvPr/>
          </p:nvSpPr>
          <p:spPr>
            <a:xfrm>
              <a:off x="-52401950" y="3380075"/>
              <a:ext cx="204800" cy="131550"/>
            </a:xfrm>
            <a:custGeom>
              <a:avLst/>
              <a:gdLst/>
              <a:ahLst/>
              <a:cxnLst/>
              <a:rect l="l" t="t" r="r" b="b"/>
              <a:pathLst>
                <a:path w="8192" h="5262" extrusionOk="0">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0" name="Google Shape;7050;p65"/>
            <p:cNvSpPr/>
            <p:nvPr/>
          </p:nvSpPr>
          <p:spPr>
            <a:xfrm>
              <a:off x="-52272000" y="3361950"/>
              <a:ext cx="55175" cy="37050"/>
            </a:xfrm>
            <a:custGeom>
              <a:avLst/>
              <a:gdLst/>
              <a:ahLst/>
              <a:cxnLst/>
              <a:rect l="l" t="t" r="r" b="b"/>
              <a:pathLst>
                <a:path w="2207" h="1482" extrusionOk="0">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1" name="Google Shape;7051;p65"/>
            <p:cNvSpPr/>
            <p:nvPr/>
          </p:nvSpPr>
          <p:spPr>
            <a:xfrm>
              <a:off x="-52402750" y="3324950"/>
              <a:ext cx="204825" cy="46475"/>
            </a:xfrm>
            <a:custGeom>
              <a:avLst/>
              <a:gdLst/>
              <a:ahLst/>
              <a:cxnLst/>
              <a:rect l="l" t="t" r="r" b="b"/>
              <a:pathLst>
                <a:path w="8193" h="1859" extrusionOk="0">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2" name="Google Shape;7052;p65"/>
            <p:cNvSpPr/>
            <p:nvPr/>
          </p:nvSpPr>
          <p:spPr>
            <a:xfrm>
              <a:off x="-52440550" y="3349350"/>
              <a:ext cx="18925" cy="63825"/>
            </a:xfrm>
            <a:custGeom>
              <a:avLst/>
              <a:gdLst/>
              <a:ahLst/>
              <a:cxnLst/>
              <a:rect l="l" t="t" r="r" b="b"/>
              <a:pathLst>
                <a:path w="757" h="2553" extrusionOk="0">
                  <a:moveTo>
                    <a:pt x="757" y="1"/>
                  </a:moveTo>
                  <a:cubicBezTo>
                    <a:pt x="284" y="190"/>
                    <a:pt x="1" y="725"/>
                    <a:pt x="1" y="1261"/>
                  </a:cubicBezTo>
                  <a:cubicBezTo>
                    <a:pt x="1" y="1797"/>
                    <a:pt x="316" y="2301"/>
                    <a:pt x="757" y="2553"/>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3" name="Google Shape;7053;p65"/>
            <p:cNvSpPr/>
            <p:nvPr/>
          </p:nvSpPr>
          <p:spPr>
            <a:xfrm>
              <a:off x="-52179050" y="334857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2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4" name="Google Shape;7054;p65"/>
          <p:cNvGrpSpPr/>
          <p:nvPr/>
        </p:nvGrpSpPr>
        <p:grpSpPr>
          <a:xfrm>
            <a:off x="4862826" y="2738651"/>
            <a:ext cx="314662" cy="358971"/>
            <a:chOff x="-54793175" y="3198925"/>
            <a:chExt cx="279625" cy="319000"/>
          </a:xfrm>
        </p:grpSpPr>
        <p:sp>
          <p:nvSpPr>
            <p:cNvPr id="7055" name="Google Shape;7055;p65"/>
            <p:cNvSpPr/>
            <p:nvPr/>
          </p:nvSpPr>
          <p:spPr>
            <a:xfrm>
              <a:off x="-54532475" y="3354075"/>
              <a:ext cx="18925" cy="60675"/>
            </a:xfrm>
            <a:custGeom>
              <a:avLst/>
              <a:gdLst/>
              <a:ahLst/>
              <a:cxnLst/>
              <a:rect l="l" t="t" r="r" b="b"/>
              <a:pathLst>
                <a:path w="757" h="2427" extrusionOk="0">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6" name="Google Shape;7056;p65"/>
            <p:cNvSpPr/>
            <p:nvPr/>
          </p:nvSpPr>
          <p:spPr>
            <a:xfrm>
              <a:off x="-54793175" y="3198925"/>
              <a:ext cx="97675" cy="126050"/>
            </a:xfrm>
            <a:custGeom>
              <a:avLst/>
              <a:gdLst/>
              <a:ahLst/>
              <a:cxnLst/>
              <a:rect l="l" t="t" r="r" b="b"/>
              <a:pathLst>
                <a:path w="3907" h="5042" extrusionOk="0">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7" name="Google Shape;7057;p65"/>
            <p:cNvSpPr/>
            <p:nvPr/>
          </p:nvSpPr>
          <p:spPr>
            <a:xfrm>
              <a:off x="-54624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8" name="Google Shape;7058;p65"/>
            <p:cNvSpPr/>
            <p:nvPr/>
          </p:nvSpPr>
          <p:spPr>
            <a:xfrm>
              <a:off x="-54737250" y="3349350"/>
              <a:ext cx="55150" cy="55175"/>
            </a:xfrm>
            <a:custGeom>
              <a:avLst/>
              <a:gdLst/>
              <a:ahLst/>
              <a:cxnLst/>
              <a:rect l="l" t="t" r="r" b="b"/>
              <a:pathLst>
                <a:path w="2206" h="2207" extrusionOk="0">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9" name="Google Shape;7059;p65"/>
            <p:cNvSpPr/>
            <p:nvPr/>
          </p:nvSpPr>
          <p:spPr>
            <a:xfrm>
              <a:off x="-54770325" y="3218600"/>
              <a:ext cx="233925" cy="299325"/>
            </a:xfrm>
            <a:custGeom>
              <a:avLst/>
              <a:gdLst/>
              <a:ahLst/>
              <a:cxnLst/>
              <a:rect l="l" t="t" r="r" b="b"/>
              <a:pathLst>
                <a:path w="9357" h="11973" extrusionOk="0">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0" name="Google Shape;7060;p65"/>
            <p:cNvSpPr/>
            <p:nvPr/>
          </p:nvSpPr>
          <p:spPr>
            <a:xfrm>
              <a:off x="-54612025" y="3198925"/>
              <a:ext cx="96100" cy="123675"/>
            </a:xfrm>
            <a:custGeom>
              <a:avLst/>
              <a:gdLst/>
              <a:ahLst/>
              <a:cxnLst/>
              <a:rect l="l" t="t" r="r" b="b"/>
              <a:pathLst>
                <a:path w="3844" h="4947" extrusionOk="0">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1" name="Google Shape;7061;p65"/>
            <p:cNvSpPr/>
            <p:nvPr/>
          </p:nvSpPr>
          <p:spPr>
            <a:xfrm>
              <a:off x="-54793175" y="3353300"/>
              <a:ext cx="18925" cy="60675"/>
            </a:xfrm>
            <a:custGeom>
              <a:avLst/>
              <a:gdLst/>
              <a:ahLst/>
              <a:cxnLst/>
              <a:rect l="l" t="t" r="r" b="b"/>
              <a:pathLst>
                <a:path w="757" h="2427" extrusionOk="0">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2" name="Google Shape;7062;p65"/>
          <p:cNvGrpSpPr/>
          <p:nvPr/>
        </p:nvGrpSpPr>
        <p:grpSpPr>
          <a:xfrm>
            <a:off x="7503249" y="3202536"/>
            <a:ext cx="337703" cy="357845"/>
            <a:chOff x="-52450000" y="3584850"/>
            <a:chExt cx="300100" cy="318000"/>
          </a:xfrm>
        </p:grpSpPr>
        <p:sp>
          <p:nvSpPr>
            <p:cNvPr id="7063" name="Google Shape;7063;p65"/>
            <p:cNvSpPr/>
            <p:nvPr/>
          </p:nvSpPr>
          <p:spPr>
            <a:xfrm>
              <a:off x="-52206625" y="3601400"/>
              <a:ext cx="55150" cy="55950"/>
            </a:xfrm>
            <a:custGeom>
              <a:avLst/>
              <a:gdLst/>
              <a:ahLst/>
              <a:cxnLst/>
              <a:rect l="l" t="t" r="r" b="b"/>
              <a:pathLst>
                <a:path w="2206" h="2238" extrusionOk="0">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4" name="Google Shape;7064;p65"/>
            <p:cNvSpPr/>
            <p:nvPr/>
          </p:nvSpPr>
          <p:spPr>
            <a:xfrm>
              <a:off x="-52271200" y="3601700"/>
              <a:ext cx="29950" cy="11525"/>
            </a:xfrm>
            <a:custGeom>
              <a:avLst/>
              <a:gdLst/>
              <a:ahLst/>
              <a:cxnLst/>
              <a:rect l="l" t="t" r="r" b="b"/>
              <a:pathLst>
                <a:path w="1198" h="461" extrusionOk="0">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5" name="Google Shape;7065;p65"/>
            <p:cNvSpPr/>
            <p:nvPr/>
          </p:nvSpPr>
          <p:spPr>
            <a:xfrm>
              <a:off x="-52225525" y="3584850"/>
              <a:ext cx="30750" cy="44925"/>
            </a:xfrm>
            <a:custGeom>
              <a:avLst/>
              <a:gdLst/>
              <a:ahLst/>
              <a:cxnLst/>
              <a:rect l="l" t="t" r="r" b="b"/>
              <a:pathLst>
                <a:path w="1230" h="1797" extrusionOk="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6" name="Google Shape;7066;p65"/>
            <p:cNvSpPr/>
            <p:nvPr/>
          </p:nvSpPr>
          <p:spPr>
            <a:xfrm>
              <a:off x="-52412200" y="3694325"/>
              <a:ext cx="205600" cy="208525"/>
            </a:xfrm>
            <a:custGeom>
              <a:avLst/>
              <a:gdLst/>
              <a:ahLst/>
              <a:cxnLst/>
              <a:rect l="l" t="t" r="r" b="b"/>
              <a:pathLst>
                <a:path w="8224" h="8341" extrusionOk="0">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7" name="Google Shape;7067;p65"/>
            <p:cNvSpPr/>
            <p:nvPr/>
          </p:nvSpPr>
          <p:spPr>
            <a:xfrm>
              <a:off x="-52430300" y="3619500"/>
              <a:ext cx="219775" cy="92975"/>
            </a:xfrm>
            <a:custGeom>
              <a:avLst/>
              <a:gdLst/>
              <a:ahLst/>
              <a:cxnLst/>
              <a:rect l="l" t="t" r="r" b="b"/>
              <a:pathLst>
                <a:path w="8791" h="3719" extrusionOk="0">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8" name="Google Shape;7068;p65"/>
            <p:cNvSpPr/>
            <p:nvPr/>
          </p:nvSpPr>
          <p:spPr>
            <a:xfrm>
              <a:off x="-52192450" y="3666775"/>
              <a:ext cx="42550" cy="120525"/>
            </a:xfrm>
            <a:custGeom>
              <a:avLst/>
              <a:gdLst/>
              <a:ahLst/>
              <a:cxnLst/>
              <a:rect l="l" t="t" r="r" b="b"/>
              <a:pathLst>
                <a:path w="1702" h="4821" extrusionOk="0">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9" name="Google Shape;7069;p65"/>
            <p:cNvSpPr/>
            <p:nvPr/>
          </p:nvSpPr>
          <p:spPr>
            <a:xfrm>
              <a:off x="-52450000"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0" name="Google Shape;7070;p65"/>
          <p:cNvGrpSpPr/>
          <p:nvPr/>
        </p:nvGrpSpPr>
        <p:grpSpPr>
          <a:xfrm>
            <a:off x="7514769" y="3667009"/>
            <a:ext cx="314662" cy="357226"/>
            <a:chOff x="-52440550" y="3977875"/>
            <a:chExt cx="279625" cy="317450"/>
          </a:xfrm>
        </p:grpSpPr>
        <p:sp>
          <p:nvSpPr>
            <p:cNvPr id="7071" name="Google Shape;7071;p65"/>
            <p:cNvSpPr/>
            <p:nvPr/>
          </p:nvSpPr>
          <p:spPr>
            <a:xfrm>
              <a:off x="-52403525" y="4052700"/>
              <a:ext cx="76425" cy="18150"/>
            </a:xfrm>
            <a:custGeom>
              <a:avLst/>
              <a:gdLst/>
              <a:ahLst/>
              <a:cxnLst/>
              <a:rect l="l" t="t" r="r" b="b"/>
              <a:pathLst>
                <a:path w="3057" h="726" extrusionOk="0">
                  <a:moveTo>
                    <a:pt x="0" y="1"/>
                  </a:moveTo>
                  <a:lnTo>
                    <a:pt x="0" y="725"/>
                  </a:lnTo>
                  <a:lnTo>
                    <a:pt x="3056" y="725"/>
                  </a:lnTo>
                  <a:cubicBezTo>
                    <a:pt x="3025" y="631"/>
                    <a:pt x="2993" y="473"/>
                    <a:pt x="2993" y="347"/>
                  </a:cubicBezTo>
                  <a:cubicBezTo>
                    <a:pt x="2993" y="221"/>
                    <a:pt x="3025" y="95"/>
                    <a:pt x="3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2" name="Google Shape;7072;p65"/>
            <p:cNvSpPr/>
            <p:nvPr/>
          </p:nvSpPr>
          <p:spPr>
            <a:xfrm>
              <a:off x="-52357850" y="4088925"/>
              <a:ext cx="168575" cy="33075"/>
            </a:xfrm>
            <a:custGeom>
              <a:avLst/>
              <a:gdLst/>
              <a:ahLst/>
              <a:cxnLst/>
              <a:rect l="l" t="t" r="r" b="b"/>
              <a:pathLst>
                <a:path w="6743" h="1323" extrusionOk="0">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3" name="Google Shape;7073;p65"/>
            <p:cNvSpPr/>
            <p:nvPr/>
          </p:nvSpPr>
          <p:spPr>
            <a:xfrm>
              <a:off x="-52309000" y="40519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4" name="Google Shape;7074;p65"/>
            <p:cNvSpPr/>
            <p:nvPr/>
          </p:nvSpPr>
          <p:spPr>
            <a:xfrm>
              <a:off x="-52402750" y="3977875"/>
              <a:ext cx="204825" cy="55950"/>
            </a:xfrm>
            <a:custGeom>
              <a:avLst/>
              <a:gdLst/>
              <a:ahLst/>
              <a:cxnLst/>
              <a:rect l="l" t="t" r="r" b="b"/>
              <a:pathLst>
                <a:path w="8193" h="2238" extrusionOk="0">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5" name="Google Shape;7075;p65"/>
            <p:cNvSpPr/>
            <p:nvPr/>
          </p:nvSpPr>
          <p:spPr>
            <a:xfrm>
              <a:off x="-52275150" y="4052700"/>
              <a:ext cx="77225" cy="17350"/>
            </a:xfrm>
            <a:custGeom>
              <a:avLst/>
              <a:gdLst/>
              <a:ahLst/>
              <a:cxnLst/>
              <a:rect l="l" t="t" r="r" b="b"/>
              <a:pathLst>
                <a:path w="3089" h="694" extrusionOk="0">
                  <a:moveTo>
                    <a:pt x="1" y="1"/>
                  </a:moveTo>
                  <a:cubicBezTo>
                    <a:pt x="64" y="95"/>
                    <a:pt x="95" y="221"/>
                    <a:pt x="95" y="347"/>
                  </a:cubicBezTo>
                  <a:cubicBezTo>
                    <a:pt x="95" y="442"/>
                    <a:pt x="64" y="568"/>
                    <a:pt x="1" y="694"/>
                  </a:cubicBezTo>
                  <a:lnTo>
                    <a:pt x="3088" y="694"/>
                  </a:lnTo>
                  <a:lnTo>
                    <a:pt x="30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6" name="Google Shape;7076;p65"/>
            <p:cNvSpPr/>
            <p:nvPr/>
          </p:nvSpPr>
          <p:spPr>
            <a:xfrm>
              <a:off x="-52403525" y="4089725"/>
              <a:ext cx="204800" cy="205600"/>
            </a:xfrm>
            <a:custGeom>
              <a:avLst/>
              <a:gdLst/>
              <a:ahLst/>
              <a:cxnLst/>
              <a:rect l="l" t="t" r="r" b="b"/>
              <a:pathLst>
                <a:path w="8192" h="8224" extrusionOk="0">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7" name="Google Shape;7077;p65"/>
            <p:cNvSpPr/>
            <p:nvPr/>
          </p:nvSpPr>
          <p:spPr>
            <a:xfrm>
              <a:off x="-52179050" y="4132250"/>
              <a:ext cx="18125" cy="63825"/>
            </a:xfrm>
            <a:custGeom>
              <a:avLst/>
              <a:gdLst/>
              <a:ahLst/>
              <a:cxnLst/>
              <a:rect l="l" t="t" r="r" b="b"/>
              <a:pathLst>
                <a:path w="725" h="2553" extrusionOk="0">
                  <a:moveTo>
                    <a:pt x="0" y="1"/>
                  </a:moveTo>
                  <a:lnTo>
                    <a:pt x="0" y="2552"/>
                  </a:lnTo>
                  <a:cubicBezTo>
                    <a:pt x="410" y="2269"/>
                    <a:pt x="725" y="1796"/>
                    <a:pt x="725" y="1261"/>
                  </a:cubicBezTo>
                  <a:cubicBezTo>
                    <a:pt x="725" y="694"/>
                    <a:pt x="410" y="22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65"/>
            <p:cNvSpPr/>
            <p:nvPr/>
          </p:nvSpPr>
          <p:spPr>
            <a:xfrm>
              <a:off x="-52440550" y="4132250"/>
              <a:ext cx="18925" cy="63825"/>
            </a:xfrm>
            <a:custGeom>
              <a:avLst/>
              <a:gdLst/>
              <a:ahLst/>
              <a:cxnLst/>
              <a:rect l="l" t="t" r="r" b="b"/>
              <a:pathLst>
                <a:path w="757" h="2553" extrusionOk="0">
                  <a:moveTo>
                    <a:pt x="757" y="1"/>
                  </a:moveTo>
                  <a:cubicBezTo>
                    <a:pt x="284" y="221"/>
                    <a:pt x="1" y="694"/>
                    <a:pt x="1" y="1261"/>
                  </a:cubicBezTo>
                  <a:cubicBezTo>
                    <a:pt x="1" y="1796"/>
                    <a:pt x="316" y="2269"/>
                    <a:pt x="757" y="2552"/>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9" name="Google Shape;7079;p65"/>
          <p:cNvGrpSpPr/>
          <p:nvPr/>
        </p:nvGrpSpPr>
        <p:grpSpPr>
          <a:xfrm>
            <a:off x="6626703" y="4123215"/>
            <a:ext cx="314662" cy="358999"/>
            <a:chOff x="-51623775" y="3584850"/>
            <a:chExt cx="279625" cy="319025"/>
          </a:xfrm>
        </p:grpSpPr>
        <p:sp>
          <p:nvSpPr>
            <p:cNvPr id="7080" name="Google Shape;7080;p65"/>
            <p:cNvSpPr/>
            <p:nvPr/>
          </p:nvSpPr>
          <p:spPr>
            <a:xfrm>
              <a:off x="-51497750" y="3832175"/>
              <a:ext cx="26000" cy="13200"/>
            </a:xfrm>
            <a:custGeom>
              <a:avLst/>
              <a:gdLst/>
              <a:ahLst/>
              <a:cxnLst/>
              <a:rect l="l" t="t" r="r" b="b"/>
              <a:pathLst>
                <a:path w="1040" h="528" extrusionOk="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1" name="Google Shape;7081;p65"/>
            <p:cNvSpPr/>
            <p:nvPr/>
          </p:nvSpPr>
          <p:spPr>
            <a:xfrm>
              <a:off x="-51574150" y="3809300"/>
              <a:ext cx="78000" cy="26550"/>
            </a:xfrm>
            <a:custGeom>
              <a:avLst/>
              <a:gdLst/>
              <a:ahLst/>
              <a:cxnLst/>
              <a:rect l="l" t="t" r="r" b="b"/>
              <a:pathLst>
                <a:path w="3120" h="1062" extrusionOk="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65"/>
            <p:cNvSpPr/>
            <p:nvPr/>
          </p:nvSpPr>
          <p:spPr>
            <a:xfrm>
              <a:off x="-51579675" y="3837675"/>
              <a:ext cx="190625" cy="66200"/>
            </a:xfrm>
            <a:custGeom>
              <a:avLst/>
              <a:gdLst/>
              <a:ahLst/>
              <a:cxnLst/>
              <a:rect l="l" t="t" r="r" b="b"/>
              <a:pathLst>
                <a:path w="7625" h="2648" extrusionOk="0">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3" name="Google Shape;7083;p65"/>
            <p:cNvSpPr/>
            <p:nvPr/>
          </p:nvSpPr>
          <p:spPr>
            <a:xfrm>
              <a:off x="-51473350" y="3809250"/>
              <a:ext cx="78000" cy="26500"/>
            </a:xfrm>
            <a:custGeom>
              <a:avLst/>
              <a:gdLst/>
              <a:ahLst/>
              <a:cxnLst/>
              <a:rect l="l" t="t" r="r" b="b"/>
              <a:pathLst>
                <a:path w="3120" h="1060" extrusionOk="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4" name="Google Shape;7084;p65"/>
            <p:cNvSpPr/>
            <p:nvPr/>
          </p:nvSpPr>
          <p:spPr>
            <a:xfrm>
              <a:off x="-51598575" y="3584850"/>
              <a:ext cx="226850" cy="111875"/>
            </a:xfrm>
            <a:custGeom>
              <a:avLst/>
              <a:gdLst/>
              <a:ahLst/>
              <a:cxnLst/>
              <a:rect l="l" t="t" r="r" b="b"/>
              <a:pathLst>
                <a:path w="9074" h="4475" extrusionOk="0">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5" name="Google Shape;7085;p65"/>
            <p:cNvSpPr/>
            <p:nvPr/>
          </p:nvSpPr>
          <p:spPr>
            <a:xfrm>
              <a:off x="-51623775" y="3703775"/>
              <a:ext cx="18125" cy="63825"/>
            </a:xfrm>
            <a:custGeom>
              <a:avLst/>
              <a:gdLst/>
              <a:ahLst/>
              <a:cxnLst/>
              <a:rect l="l" t="t" r="r" b="b"/>
              <a:pathLst>
                <a:path w="725" h="2553" extrusionOk="0">
                  <a:moveTo>
                    <a:pt x="725" y="1"/>
                  </a:moveTo>
                  <a:cubicBezTo>
                    <a:pt x="252" y="190"/>
                    <a:pt x="0" y="726"/>
                    <a:pt x="0" y="1261"/>
                  </a:cubicBezTo>
                  <a:cubicBezTo>
                    <a:pt x="0" y="1797"/>
                    <a:pt x="315" y="2301"/>
                    <a:pt x="725" y="2553"/>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6" name="Google Shape;7086;p65"/>
            <p:cNvSpPr/>
            <p:nvPr/>
          </p:nvSpPr>
          <p:spPr>
            <a:xfrm>
              <a:off x="-51363075" y="3703000"/>
              <a:ext cx="18925" cy="63825"/>
            </a:xfrm>
            <a:custGeom>
              <a:avLst/>
              <a:gdLst/>
              <a:ahLst/>
              <a:cxnLst/>
              <a:rect l="l" t="t" r="r" b="b"/>
              <a:pathLst>
                <a:path w="757" h="2553" extrusionOk="0">
                  <a:moveTo>
                    <a:pt x="1" y="0"/>
                  </a:moveTo>
                  <a:lnTo>
                    <a:pt x="1" y="2552"/>
                  </a:lnTo>
                  <a:cubicBezTo>
                    <a:pt x="442" y="2269"/>
                    <a:pt x="757" y="1796"/>
                    <a:pt x="757" y="1261"/>
                  </a:cubicBezTo>
                  <a:cubicBezTo>
                    <a:pt x="757" y="757"/>
                    <a:pt x="442" y="22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7" name="Google Shape;7087;p65"/>
            <p:cNvSpPr/>
            <p:nvPr/>
          </p:nvSpPr>
          <p:spPr>
            <a:xfrm>
              <a:off x="-51586750" y="3716375"/>
              <a:ext cx="207150" cy="89775"/>
            </a:xfrm>
            <a:custGeom>
              <a:avLst/>
              <a:gdLst/>
              <a:ahLst/>
              <a:cxnLst/>
              <a:rect l="l" t="t" r="r" b="b"/>
              <a:pathLst>
                <a:path w="8286" h="3591" extrusionOk="0">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8" name="Google Shape;7088;p65"/>
            <p:cNvSpPr/>
            <p:nvPr/>
          </p:nvSpPr>
          <p:spPr>
            <a:xfrm>
              <a:off x="-51497750" y="3666775"/>
              <a:ext cx="26000" cy="26800"/>
            </a:xfrm>
            <a:custGeom>
              <a:avLst/>
              <a:gdLst/>
              <a:ahLst/>
              <a:cxnLst/>
              <a:rect l="l" t="t" r="r" b="b"/>
              <a:pathLst>
                <a:path w="1040" h="1072" extrusionOk="0">
                  <a:moveTo>
                    <a:pt x="536" y="0"/>
                  </a:moveTo>
                  <a:lnTo>
                    <a:pt x="0" y="536"/>
                  </a:lnTo>
                  <a:lnTo>
                    <a:pt x="536" y="1071"/>
                  </a:lnTo>
                  <a:lnTo>
                    <a:pt x="1040" y="536"/>
                  </a:lnTo>
                  <a:lnTo>
                    <a:pt x="5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89" name="Google Shape;7089;p65"/>
          <p:cNvSpPr txBox="1"/>
          <p:nvPr/>
        </p:nvSpPr>
        <p:spPr>
          <a:xfrm>
            <a:off x="826588" y="511013"/>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Help &amp; Support Icons</a:t>
            </a:r>
            <a:endParaRPr sz="2400">
              <a:solidFill>
                <a:srgbClr val="FFFFFF"/>
              </a:solidFill>
            </a:endParaRPr>
          </a:p>
        </p:txBody>
      </p:sp>
      <p:sp>
        <p:nvSpPr>
          <p:cNvPr id="7090" name="Google Shape;7090;p65"/>
          <p:cNvSpPr txBox="1"/>
          <p:nvPr/>
        </p:nvSpPr>
        <p:spPr>
          <a:xfrm>
            <a:off x="4835313" y="511013"/>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Avatar Icons</a:t>
            </a:r>
            <a:endParaRPr sz="240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7094"/>
        <p:cNvGrpSpPr/>
        <p:nvPr/>
      </p:nvGrpSpPr>
      <p:grpSpPr>
        <a:xfrm>
          <a:off x="0" y="0"/>
          <a:ext cx="0" cy="0"/>
          <a:chOff x="0" y="0"/>
          <a:chExt cx="0" cy="0"/>
        </a:xfrm>
      </p:grpSpPr>
      <p:grpSp>
        <p:nvGrpSpPr>
          <p:cNvPr id="7095" name="Google Shape;7095;p66"/>
          <p:cNvGrpSpPr/>
          <p:nvPr/>
        </p:nvGrpSpPr>
        <p:grpSpPr>
          <a:xfrm>
            <a:off x="866775" y="1386849"/>
            <a:ext cx="276003" cy="357300"/>
            <a:chOff x="-50469125" y="3183175"/>
            <a:chExt cx="233150" cy="301825"/>
          </a:xfrm>
        </p:grpSpPr>
        <p:sp>
          <p:nvSpPr>
            <p:cNvPr id="7096" name="Google Shape;7096;p66"/>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7" name="Google Shape;7097;p66"/>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8" name="Google Shape;7098;p66"/>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9" name="Google Shape;7099;p66"/>
          <p:cNvGrpSpPr/>
          <p:nvPr/>
        </p:nvGrpSpPr>
        <p:grpSpPr>
          <a:xfrm>
            <a:off x="826674" y="1822251"/>
            <a:ext cx="356205" cy="355288"/>
            <a:chOff x="-50504575" y="3550975"/>
            <a:chExt cx="300900" cy="300125"/>
          </a:xfrm>
        </p:grpSpPr>
        <p:sp>
          <p:nvSpPr>
            <p:cNvPr id="7100" name="Google Shape;7100;p66"/>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1" name="Google Shape;7101;p66"/>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2" name="Google Shape;7102;p66"/>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3" name="Google Shape;7103;p66"/>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4" name="Google Shape;7104;p66"/>
          <p:cNvGrpSpPr/>
          <p:nvPr/>
        </p:nvGrpSpPr>
        <p:grpSpPr>
          <a:xfrm>
            <a:off x="826674" y="2260493"/>
            <a:ext cx="356205" cy="354341"/>
            <a:chOff x="-50503000" y="3921175"/>
            <a:chExt cx="300900" cy="299325"/>
          </a:xfrm>
        </p:grpSpPr>
        <p:sp>
          <p:nvSpPr>
            <p:cNvPr id="7105" name="Google Shape;7105;p66"/>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6" name="Google Shape;7106;p66"/>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7" name="Google Shape;7107;p66"/>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8" name="Google Shape;7108;p66"/>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66"/>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0" name="Google Shape;7110;p66"/>
          <p:cNvGrpSpPr/>
          <p:nvPr/>
        </p:nvGrpSpPr>
        <p:grpSpPr>
          <a:xfrm>
            <a:off x="3030727" y="1406411"/>
            <a:ext cx="355258" cy="356205"/>
            <a:chOff x="-48630025" y="3199700"/>
            <a:chExt cx="300100" cy="300900"/>
          </a:xfrm>
        </p:grpSpPr>
        <p:sp>
          <p:nvSpPr>
            <p:cNvPr id="7111" name="Google Shape;7111;p66"/>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2" name="Google Shape;7112;p66"/>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3" name="Google Shape;7113;p66"/>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4" name="Google Shape;7114;p66"/>
          <p:cNvGrpSpPr/>
          <p:nvPr/>
        </p:nvGrpSpPr>
        <p:grpSpPr>
          <a:xfrm>
            <a:off x="3030727" y="1843707"/>
            <a:ext cx="355258" cy="355258"/>
            <a:chOff x="-48630025" y="3569100"/>
            <a:chExt cx="300100" cy="300100"/>
          </a:xfrm>
        </p:grpSpPr>
        <p:sp>
          <p:nvSpPr>
            <p:cNvPr id="7115" name="Google Shape;7115;p66"/>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66"/>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66"/>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8" name="Google Shape;7118;p66"/>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9" name="Google Shape;7119;p66"/>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0" name="Google Shape;7120;p66"/>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1" name="Google Shape;7121;p66"/>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2" name="Google Shape;7122;p66"/>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3" name="Google Shape;7123;p66"/>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4" name="Google Shape;7124;p66"/>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5" name="Google Shape;7125;p66"/>
          <p:cNvGrpSpPr/>
          <p:nvPr/>
        </p:nvGrpSpPr>
        <p:grpSpPr>
          <a:xfrm>
            <a:off x="3031201" y="2281003"/>
            <a:ext cx="354311" cy="353394"/>
            <a:chOff x="-48629225" y="3938500"/>
            <a:chExt cx="299300" cy="298525"/>
          </a:xfrm>
        </p:grpSpPr>
        <p:sp>
          <p:nvSpPr>
            <p:cNvPr id="7126" name="Google Shape;7126;p66"/>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7" name="Google Shape;7127;p66"/>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66"/>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9" name="Google Shape;7129;p66"/>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0" name="Google Shape;7130;p66"/>
          <p:cNvGrpSpPr/>
          <p:nvPr/>
        </p:nvGrpSpPr>
        <p:grpSpPr>
          <a:xfrm>
            <a:off x="1766604" y="2752344"/>
            <a:ext cx="311458" cy="354341"/>
            <a:chOff x="-46762575" y="3200500"/>
            <a:chExt cx="263100" cy="299325"/>
          </a:xfrm>
        </p:grpSpPr>
        <p:sp>
          <p:nvSpPr>
            <p:cNvPr id="7131" name="Google Shape;7131;p66"/>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66"/>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66"/>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4" name="Google Shape;7134;p66"/>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5" name="Google Shape;7135;p66"/>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6" name="Google Shape;7136;p66"/>
          <p:cNvGrpSpPr/>
          <p:nvPr/>
        </p:nvGrpSpPr>
        <p:grpSpPr>
          <a:xfrm>
            <a:off x="1744689" y="3211066"/>
            <a:ext cx="355288" cy="312375"/>
            <a:chOff x="-46779900" y="3588000"/>
            <a:chExt cx="300125" cy="263875"/>
          </a:xfrm>
        </p:grpSpPr>
        <p:sp>
          <p:nvSpPr>
            <p:cNvPr id="7137" name="Google Shape;7137;p66"/>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8" name="Google Shape;7138;p66"/>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9" name="Google Shape;7139;p66"/>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0" name="Google Shape;7140;p66"/>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1" name="Google Shape;7141;p66"/>
          <p:cNvGrpSpPr/>
          <p:nvPr/>
        </p:nvGrpSpPr>
        <p:grpSpPr>
          <a:xfrm>
            <a:off x="1745162" y="3625988"/>
            <a:ext cx="354341" cy="353394"/>
            <a:chOff x="-46779100" y="3938500"/>
            <a:chExt cx="299325" cy="298525"/>
          </a:xfrm>
        </p:grpSpPr>
        <p:sp>
          <p:nvSpPr>
            <p:cNvPr id="7142" name="Google Shape;7142;p66"/>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3" name="Google Shape;7143;p66"/>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4" name="Google Shape;7144;p66"/>
          <p:cNvGrpSpPr/>
          <p:nvPr/>
        </p:nvGrpSpPr>
        <p:grpSpPr>
          <a:xfrm>
            <a:off x="3952900" y="2758855"/>
            <a:ext cx="355258" cy="355288"/>
            <a:chOff x="-44924250" y="3206000"/>
            <a:chExt cx="300100" cy="300125"/>
          </a:xfrm>
        </p:grpSpPr>
        <p:sp>
          <p:nvSpPr>
            <p:cNvPr id="7145" name="Google Shape;7145;p66"/>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66"/>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7" name="Google Shape;7147;p66"/>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8" name="Google Shape;7148;p66"/>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9" name="Google Shape;7149;p66"/>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0" name="Google Shape;7150;p66"/>
          <p:cNvGrpSpPr/>
          <p:nvPr/>
        </p:nvGrpSpPr>
        <p:grpSpPr>
          <a:xfrm>
            <a:off x="1267386" y="1386849"/>
            <a:ext cx="355258" cy="355258"/>
            <a:chOff x="-50134375" y="3183175"/>
            <a:chExt cx="300100" cy="300100"/>
          </a:xfrm>
        </p:grpSpPr>
        <p:sp>
          <p:nvSpPr>
            <p:cNvPr id="7151" name="Google Shape;7151;p66"/>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2" name="Google Shape;7152;p66"/>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3" name="Google Shape;7153;p66"/>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66"/>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5" name="Google Shape;7155;p66"/>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6" name="Google Shape;7156;p66"/>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7" name="Google Shape;7157;p66"/>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8" name="Google Shape;7158;p66"/>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9" name="Google Shape;7159;p66"/>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0" name="Google Shape;7160;p66"/>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1" name="Google Shape;7161;p66"/>
          <p:cNvGrpSpPr/>
          <p:nvPr/>
        </p:nvGrpSpPr>
        <p:grpSpPr>
          <a:xfrm>
            <a:off x="1267386" y="1822251"/>
            <a:ext cx="355258" cy="355288"/>
            <a:chOff x="-50134375" y="3550975"/>
            <a:chExt cx="300100" cy="300125"/>
          </a:xfrm>
        </p:grpSpPr>
        <p:sp>
          <p:nvSpPr>
            <p:cNvPr id="7162" name="Google Shape;7162;p66"/>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3" name="Google Shape;7163;p66"/>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4" name="Google Shape;7164;p66"/>
          <p:cNvGrpSpPr/>
          <p:nvPr/>
        </p:nvGrpSpPr>
        <p:grpSpPr>
          <a:xfrm>
            <a:off x="1267386" y="2259783"/>
            <a:ext cx="355258" cy="355051"/>
            <a:chOff x="-50134375" y="3920575"/>
            <a:chExt cx="300100" cy="299925"/>
          </a:xfrm>
        </p:grpSpPr>
        <p:sp>
          <p:nvSpPr>
            <p:cNvPr id="7165" name="Google Shape;7165;p66"/>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6" name="Google Shape;7166;p66"/>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7" name="Google Shape;7167;p66"/>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8" name="Google Shape;7168;p66"/>
          <p:cNvGrpSpPr/>
          <p:nvPr/>
        </p:nvGrpSpPr>
        <p:grpSpPr>
          <a:xfrm>
            <a:off x="3478110" y="1407358"/>
            <a:ext cx="357123" cy="355258"/>
            <a:chOff x="-48262200" y="3200500"/>
            <a:chExt cx="301675" cy="300100"/>
          </a:xfrm>
        </p:grpSpPr>
        <p:sp>
          <p:nvSpPr>
            <p:cNvPr id="7169" name="Google Shape;7169;p66"/>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0" name="Google Shape;7170;p66"/>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1" name="Google Shape;7171;p66"/>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2" name="Google Shape;7172;p66"/>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3" name="Google Shape;7173;p66"/>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66"/>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66"/>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6" name="Google Shape;7176;p66"/>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7" name="Google Shape;7177;p66"/>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8" name="Google Shape;7178;p66"/>
          <p:cNvGrpSpPr/>
          <p:nvPr/>
        </p:nvGrpSpPr>
        <p:grpSpPr>
          <a:xfrm>
            <a:off x="3507483" y="1844447"/>
            <a:ext cx="298377" cy="354519"/>
            <a:chOff x="-48233050" y="3569725"/>
            <a:chExt cx="252050" cy="299475"/>
          </a:xfrm>
        </p:grpSpPr>
        <p:sp>
          <p:nvSpPr>
            <p:cNvPr id="7179" name="Google Shape;7179;p66"/>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0" name="Google Shape;7180;p66"/>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1" name="Google Shape;7181;p66"/>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2" name="Google Shape;7182;p66"/>
          <p:cNvGrpSpPr/>
          <p:nvPr/>
        </p:nvGrpSpPr>
        <p:grpSpPr>
          <a:xfrm>
            <a:off x="3531248" y="2278191"/>
            <a:ext cx="250847" cy="358070"/>
            <a:chOff x="-48216525" y="3936125"/>
            <a:chExt cx="211900" cy="302475"/>
          </a:xfrm>
        </p:grpSpPr>
        <p:sp>
          <p:nvSpPr>
            <p:cNvPr id="7183" name="Google Shape;7183;p66"/>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4" name="Google Shape;7184;p66"/>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5" name="Google Shape;7185;p66"/>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6" name="Google Shape;7186;p66"/>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7" name="Google Shape;7187;p66"/>
          <p:cNvGrpSpPr/>
          <p:nvPr/>
        </p:nvGrpSpPr>
        <p:grpSpPr>
          <a:xfrm>
            <a:off x="2186966" y="2753261"/>
            <a:ext cx="355258" cy="355288"/>
            <a:chOff x="-46410500" y="3201275"/>
            <a:chExt cx="300100" cy="300125"/>
          </a:xfrm>
        </p:grpSpPr>
        <p:sp>
          <p:nvSpPr>
            <p:cNvPr id="7188" name="Google Shape;7188;p66"/>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9" name="Google Shape;7189;p66"/>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0" name="Google Shape;7190;p66"/>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1" name="Google Shape;7191;p66"/>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2" name="Google Shape;7192;p66"/>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3" name="Google Shape;7193;p66"/>
          <p:cNvGrpSpPr/>
          <p:nvPr/>
        </p:nvGrpSpPr>
        <p:grpSpPr>
          <a:xfrm>
            <a:off x="2186966" y="3188692"/>
            <a:ext cx="355258" cy="356205"/>
            <a:chOff x="-46409700" y="3569100"/>
            <a:chExt cx="300100" cy="300900"/>
          </a:xfrm>
        </p:grpSpPr>
        <p:sp>
          <p:nvSpPr>
            <p:cNvPr id="7194" name="Google Shape;7194;p66"/>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5" name="Google Shape;7195;p66"/>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66"/>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7" name="Google Shape;7197;p66"/>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8" name="Google Shape;7198;p66"/>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9" name="Google Shape;7199;p66"/>
          <p:cNvGrpSpPr/>
          <p:nvPr/>
        </p:nvGrpSpPr>
        <p:grpSpPr>
          <a:xfrm>
            <a:off x="2174847" y="3624124"/>
            <a:ext cx="379497" cy="358070"/>
            <a:chOff x="-46422300" y="3936925"/>
            <a:chExt cx="320575" cy="302475"/>
          </a:xfrm>
        </p:grpSpPr>
        <p:sp>
          <p:nvSpPr>
            <p:cNvPr id="7200" name="Google Shape;7200;p66"/>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1" name="Google Shape;7201;p66"/>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2" name="Google Shape;7202;p66"/>
          <p:cNvGrpSpPr/>
          <p:nvPr/>
        </p:nvGrpSpPr>
        <p:grpSpPr>
          <a:xfrm>
            <a:off x="3952426" y="3178452"/>
            <a:ext cx="356205" cy="355258"/>
            <a:chOff x="-44914800" y="3560450"/>
            <a:chExt cx="300900" cy="300100"/>
          </a:xfrm>
        </p:grpSpPr>
        <p:sp>
          <p:nvSpPr>
            <p:cNvPr id="7203" name="Google Shape;7203;p66"/>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4" name="Google Shape;7204;p66"/>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5" name="Google Shape;7205;p66"/>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6" name="Google Shape;7206;p66"/>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7" name="Google Shape;7207;p66"/>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8" name="Google Shape;7208;p66"/>
          <p:cNvGrpSpPr/>
          <p:nvPr/>
        </p:nvGrpSpPr>
        <p:grpSpPr>
          <a:xfrm>
            <a:off x="1707478" y="1387086"/>
            <a:ext cx="354311" cy="354104"/>
            <a:chOff x="-49764975" y="3183375"/>
            <a:chExt cx="299300" cy="299125"/>
          </a:xfrm>
        </p:grpSpPr>
        <p:sp>
          <p:nvSpPr>
            <p:cNvPr id="7209" name="Google Shape;7209;p66"/>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0" name="Google Shape;7210;p66"/>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1" name="Google Shape;7211;p66"/>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66"/>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3" name="Google Shape;7213;p66"/>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4" name="Google Shape;7214;p66"/>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5" name="Google Shape;7215;p66"/>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6" name="Google Shape;7216;p66"/>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7" name="Google Shape;7217;p66"/>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8" name="Google Shape;7218;p66"/>
          <p:cNvGrpSpPr/>
          <p:nvPr/>
        </p:nvGrpSpPr>
        <p:grpSpPr>
          <a:xfrm>
            <a:off x="1707478" y="1822547"/>
            <a:ext cx="354311" cy="355909"/>
            <a:chOff x="-49764975" y="3551225"/>
            <a:chExt cx="299300" cy="300650"/>
          </a:xfrm>
        </p:grpSpPr>
        <p:sp>
          <p:nvSpPr>
            <p:cNvPr id="7219" name="Google Shape;7219;p66"/>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0" name="Google Shape;7220;p66"/>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1" name="Google Shape;7221;p66"/>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2" name="Google Shape;7222;p66"/>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66"/>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4" name="Google Shape;7224;p66"/>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5" name="Google Shape;7225;p66"/>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6" name="Google Shape;7226;p66"/>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66"/>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8" name="Google Shape;7228;p66"/>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9" name="Google Shape;7229;p66"/>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0" name="Google Shape;7230;p66"/>
          <p:cNvGrpSpPr/>
          <p:nvPr/>
        </p:nvGrpSpPr>
        <p:grpSpPr>
          <a:xfrm>
            <a:off x="1705140" y="2259310"/>
            <a:ext cx="358987" cy="355525"/>
            <a:chOff x="-49766550" y="3920175"/>
            <a:chExt cx="303250" cy="300325"/>
          </a:xfrm>
        </p:grpSpPr>
        <p:sp>
          <p:nvSpPr>
            <p:cNvPr id="7231" name="Google Shape;7231;p66"/>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2" name="Google Shape;7232;p66"/>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3" name="Google Shape;7233;p66"/>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4" name="Google Shape;7234;p66"/>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5" name="Google Shape;7235;p66"/>
          <p:cNvGrpSpPr/>
          <p:nvPr/>
        </p:nvGrpSpPr>
        <p:grpSpPr>
          <a:xfrm>
            <a:off x="3920671" y="1407358"/>
            <a:ext cx="357123" cy="354341"/>
            <a:chOff x="-47892800" y="3200500"/>
            <a:chExt cx="301675" cy="299325"/>
          </a:xfrm>
        </p:grpSpPr>
        <p:sp>
          <p:nvSpPr>
            <p:cNvPr id="7236" name="Google Shape;7236;p66"/>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7" name="Google Shape;7237;p66"/>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8" name="Google Shape;7238;p66"/>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9" name="Google Shape;7239;p66"/>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0" name="Google Shape;7240;p66"/>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1" name="Google Shape;7241;p66"/>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2" name="Google Shape;7242;p66"/>
          <p:cNvGrpSpPr/>
          <p:nvPr/>
        </p:nvGrpSpPr>
        <p:grpSpPr>
          <a:xfrm>
            <a:off x="3984537" y="1843707"/>
            <a:ext cx="229391" cy="355258"/>
            <a:chOff x="-47839250" y="3569100"/>
            <a:chExt cx="193775" cy="300100"/>
          </a:xfrm>
        </p:grpSpPr>
        <p:sp>
          <p:nvSpPr>
            <p:cNvPr id="7243" name="Google Shape;7243;p66"/>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4" name="Google Shape;7244;p66"/>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5" name="Google Shape;7245;p66"/>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6" name="Google Shape;7246;p66"/>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7" name="Google Shape;7247;p66"/>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8" name="Google Shape;7248;p66"/>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9" name="Google Shape;7249;p66"/>
          <p:cNvGrpSpPr/>
          <p:nvPr/>
        </p:nvGrpSpPr>
        <p:grpSpPr>
          <a:xfrm>
            <a:off x="3921603" y="2280056"/>
            <a:ext cx="355258" cy="356205"/>
            <a:chOff x="-47892800" y="3937700"/>
            <a:chExt cx="300100" cy="300900"/>
          </a:xfrm>
        </p:grpSpPr>
        <p:sp>
          <p:nvSpPr>
            <p:cNvPr id="7250" name="Google Shape;7250;p66"/>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1" name="Google Shape;7251;p66"/>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66"/>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3" name="Google Shape;7253;p66"/>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4" name="Google Shape;7254;p66"/>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66"/>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66"/>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7" name="Google Shape;7257;p66"/>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8" name="Google Shape;7258;p66"/>
          <p:cNvGrpSpPr/>
          <p:nvPr/>
        </p:nvGrpSpPr>
        <p:grpSpPr>
          <a:xfrm>
            <a:off x="2626898" y="2773770"/>
            <a:ext cx="355258" cy="311458"/>
            <a:chOff x="-46042675" y="3218600"/>
            <a:chExt cx="300100" cy="263100"/>
          </a:xfrm>
        </p:grpSpPr>
        <p:sp>
          <p:nvSpPr>
            <p:cNvPr id="7259" name="Google Shape;7259;p66"/>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0" name="Google Shape;7260;p66"/>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66"/>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66"/>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66"/>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4" name="Google Shape;7264;p66"/>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65" name="Google Shape;7265;p66"/>
          <p:cNvGrpSpPr/>
          <p:nvPr/>
        </p:nvGrpSpPr>
        <p:grpSpPr>
          <a:xfrm>
            <a:off x="2626898" y="3188219"/>
            <a:ext cx="355258" cy="323118"/>
            <a:chOff x="-46042675" y="3568700"/>
            <a:chExt cx="300100" cy="272950"/>
          </a:xfrm>
        </p:grpSpPr>
        <p:sp>
          <p:nvSpPr>
            <p:cNvPr id="7266" name="Google Shape;7266;p66"/>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66"/>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66"/>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9" name="Google Shape;7269;p66"/>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0" name="Google Shape;7270;p66"/>
          <p:cNvGrpSpPr/>
          <p:nvPr/>
        </p:nvGrpSpPr>
        <p:grpSpPr>
          <a:xfrm>
            <a:off x="2668849" y="3625189"/>
            <a:ext cx="271357" cy="356057"/>
            <a:chOff x="-46007225" y="3937825"/>
            <a:chExt cx="229225" cy="300775"/>
          </a:xfrm>
        </p:grpSpPr>
        <p:sp>
          <p:nvSpPr>
            <p:cNvPr id="7271" name="Google Shape;7271;p66"/>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66"/>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66"/>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4" name="Google Shape;7274;p66"/>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5" name="Google Shape;7275;p66"/>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6" name="Google Shape;7276;p66"/>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66"/>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8" name="Google Shape;7278;p66"/>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9" name="Google Shape;7279;p66"/>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0" name="Google Shape;7280;p66"/>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81" name="Google Shape;7281;p66"/>
          <p:cNvGrpSpPr/>
          <p:nvPr/>
        </p:nvGrpSpPr>
        <p:grpSpPr>
          <a:xfrm>
            <a:off x="3974341" y="3615275"/>
            <a:ext cx="312375" cy="357596"/>
            <a:chOff x="-44895900" y="3929450"/>
            <a:chExt cx="263875" cy="302075"/>
          </a:xfrm>
        </p:grpSpPr>
        <p:sp>
          <p:nvSpPr>
            <p:cNvPr id="7282" name="Google Shape;7282;p66"/>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3" name="Google Shape;7283;p66"/>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66"/>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5" name="Google Shape;7285;p66"/>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6" name="Google Shape;7286;p66"/>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66"/>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88" name="Google Shape;7288;p66"/>
          <p:cNvGrpSpPr/>
          <p:nvPr/>
        </p:nvGrpSpPr>
        <p:grpSpPr>
          <a:xfrm>
            <a:off x="2148160" y="1398036"/>
            <a:ext cx="356205" cy="332885"/>
            <a:chOff x="-49397175" y="3192625"/>
            <a:chExt cx="300900" cy="281200"/>
          </a:xfrm>
        </p:grpSpPr>
        <p:sp>
          <p:nvSpPr>
            <p:cNvPr id="7289" name="Google Shape;7289;p66"/>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0" name="Google Shape;7290;p66"/>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66"/>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66"/>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3" name="Google Shape;7293;p66"/>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4" name="Google Shape;7294;p66"/>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66"/>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6" name="Google Shape;7296;p66"/>
          <p:cNvGrpSpPr/>
          <p:nvPr/>
        </p:nvGrpSpPr>
        <p:grpSpPr>
          <a:xfrm>
            <a:off x="2174263" y="1822251"/>
            <a:ext cx="304000" cy="356205"/>
            <a:chOff x="-49375900" y="3550975"/>
            <a:chExt cx="256800" cy="300900"/>
          </a:xfrm>
        </p:grpSpPr>
        <p:sp>
          <p:nvSpPr>
            <p:cNvPr id="7297" name="Google Shape;7297;p66"/>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66"/>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9" name="Google Shape;7299;p66"/>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0" name="Google Shape;7300;p66"/>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1" name="Google Shape;7301;p66"/>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66"/>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3" name="Google Shape;7303;p66"/>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4" name="Google Shape;7304;p66"/>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66"/>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6" name="Google Shape;7306;p66"/>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7" name="Google Shape;7307;p66"/>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8" name="Google Shape;7308;p66"/>
          <p:cNvGrpSpPr/>
          <p:nvPr/>
        </p:nvGrpSpPr>
        <p:grpSpPr>
          <a:xfrm>
            <a:off x="2169616" y="2259546"/>
            <a:ext cx="313293" cy="356205"/>
            <a:chOff x="-49378250" y="3920375"/>
            <a:chExt cx="264650" cy="300900"/>
          </a:xfrm>
        </p:grpSpPr>
        <p:sp>
          <p:nvSpPr>
            <p:cNvPr id="7309" name="Google Shape;7309;p66"/>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0" name="Google Shape;7310;p66"/>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66"/>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2" name="Google Shape;7312;p66"/>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3" name="Google Shape;7313;p66"/>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4" name="Google Shape;7314;p66"/>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66"/>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6" name="Google Shape;7316;p66"/>
          <p:cNvGrpSpPr/>
          <p:nvPr/>
        </p:nvGrpSpPr>
        <p:grpSpPr>
          <a:xfrm>
            <a:off x="888604" y="2752344"/>
            <a:ext cx="312375" cy="357123"/>
            <a:chOff x="-47505300" y="3200500"/>
            <a:chExt cx="263875" cy="301675"/>
          </a:xfrm>
        </p:grpSpPr>
        <p:sp>
          <p:nvSpPr>
            <p:cNvPr id="7317" name="Google Shape;7317;p66"/>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8" name="Google Shape;7318;p66"/>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9" name="Google Shape;7319;p66"/>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0" name="Google Shape;7320;p66"/>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1" name="Google Shape;7321;p66"/>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66"/>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3" name="Google Shape;7323;p66"/>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4" name="Google Shape;7324;p66"/>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66"/>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66"/>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66"/>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66"/>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9" name="Google Shape;7329;p66"/>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0" name="Google Shape;7330;p66"/>
          <p:cNvGrpSpPr/>
          <p:nvPr/>
        </p:nvGrpSpPr>
        <p:grpSpPr>
          <a:xfrm>
            <a:off x="866704" y="3188692"/>
            <a:ext cx="356176" cy="355051"/>
            <a:chOff x="-47524975" y="3569100"/>
            <a:chExt cx="300875" cy="299925"/>
          </a:xfrm>
        </p:grpSpPr>
        <p:sp>
          <p:nvSpPr>
            <p:cNvPr id="7331" name="Google Shape;7331;p66"/>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66"/>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66"/>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66"/>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66"/>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6" name="Google Shape;7336;p66"/>
          <p:cNvGrpSpPr/>
          <p:nvPr/>
        </p:nvGrpSpPr>
        <p:grpSpPr>
          <a:xfrm>
            <a:off x="867162" y="3667954"/>
            <a:ext cx="355258" cy="270410"/>
            <a:chOff x="-47523400" y="3973950"/>
            <a:chExt cx="300100" cy="228425"/>
          </a:xfrm>
        </p:grpSpPr>
        <p:sp>
          <p:nvSpPr>
            <p:cNvPr id="7337" name="Google Shape;7337;p66"/>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8" name="Google Shape;7338;p66"/>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9" name="Google Shape;7339;p66"/>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66"/>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66"/>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2" name="Google Shape;7342;p66"/>
          <p:cNvGrpSpPr/>
          <p:nvPr/>
        </p:nvGrpSpPr>
        <p:grpSpPr>
          <a:xfrm>
            <a:off x="3072283" y="2750953"/>
            <a:ext cx="354341" cy="357596"/>
            <a:chOff x="-45673275" y="3199325"/>
            <a:chExt cx="299325" cy="302075"/>
          </a:xfrm>
        </p:grpSpPr>
        <p:sp>
          <p:nvSpPr>
            <p:cNvPr id="7343" name="Google Shape;7343;p66"/>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66"/>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66"/>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6" name="Google Shape;7346;p66"/>
          <p:cNvGrpSpPr/>
          <p:nvPr/>
        </p:nvGrpSpPr>
        <p:grpSpPr>
          <a:xfrm>
            <a:off x="3071351" y="3209202"/>
            <a:ext cx="356205" cy="314240"/>
            <a:chOff x="-45674075" y="3586425"/>
            <a:chExt cx="300900" cy="265450"/>
          </a:xfrm>
        </p:grpSpPr>
        <p:sp>
          <p:nvSpPr>
            <p:cNvPr id="7347" name="Google Shape;7347;p66"/>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8" name="Google Shape;7348;p66"/>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9" name="Google Shape;7349;p66"/>
          <p:cNvGrpSpPr/>
          <p:nvPr/>
        </p:nvGrpSpPr>
        <p:grpSpPr>
          <a:xfrm>
            <a:off x="3072283" y="3625041"/>
            <a:ext cx="354341" cy="356205"/>
            <a:chOff x="-45673275" y="3937700"/>
            <a:chExt cx="299325" cy="300900"/>
          </a:xfrm>
        </p:grpSpPr>
        <p:sp>
          <p:nvSpPr>
            <p:cNvPr id="7350" name="Google Shape;7350;p66"/>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1" name="Google Shape;7351;p66"/>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2" name="Google Shape;7352;p66"/>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3" name="Google Shape;7353;p66"/>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4" name="Google Shape;7354;p66"/>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66"/>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6" name="Google Shape;7356;p66"/>
          <p:cNvGrpSpPr/>
          <p:nvPr/>
        </p:nvGrpSpPr>
        <p:grpSpPr>
          <a:xfrm>
            <a:off x="2186449" y="4117825"/>
            <a:ext cx="356205" cy="356205"/>
            <a:chOff x="-44512325" y="3176075"/>
            <a:chExt cx="300900" cy="300900"/>
          </a:xfrm>
        </p:grpSpPr>
        <p:sp>
          <p:nvSpPr>
            <p:cNvPr id="7357" name="Google Shape;7357;p66"/>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66"/>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66"/>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0" name="Google Shape;7360;p66"/>
          <p:cNvGrpSpPr/>
          <p:nvPr/>
        </p:nvGrpSpPr>
        <p:grpSpPr>
          <a:xfrm>
            <a:off x="2589789" y="1386849"/>
            <a:ext cx="354341" cy="354341"/>
            <a:chOff x="-49027775" y="3183175"/>
            <a:chExt cx="299325" cy="299325"/>
          </a:xfrm>
        </p:grpSpPr>
        <p:sp>
          <p:nvSpPr>
            <p:cNvPr id="7361" name="Google Shape;7361;p66"/>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2" name="Google Shape;7362;p66"/>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3" name="Google Shape;7363;p66"/>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4" name="Google Shape;7364;p66"/>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5" name="Google Shape;7365;p66"/>
          <p:cNvGrpSpPr/>
          <p:nvPr/>
        </p:nvGrpSpPr>
        <p:grpSpPr>
          <a:xfrm>
            <a:off x="2589330" y="1822251"/>
            <a:ext cx="355258" cy="357152"/>
            <a:chOff x="-49027775" y="3550975"/>
            <a:chExt cx="300100" cy="301700"/>
          </a:xfrm>
        </p:grpSpPr>
        <p:sp>
          <p:nvSpPr>
            <p:cNvPr id="7366" name="Google Shape;7366;p66"/>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7" name="Google Shape;7367;p66"/>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8" name="Google Shape;7368;p66"/>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9" name="Google Shape;7369;p66"/>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0" name="Google Shape;7370;p66"/>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1" name="Google Shape;7371;p66"/>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2" name="Google Shape;7372;p66"/>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3" name="Google Shape;7373;p66"/>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4" name="Google Shape;7374;p66"/>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5" name="Google Shape;7375;p66"/>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6" name="Google Shape;7376;p66"/>
          <p:cNvGrpSpPr/>
          <p:nvPr/>
        </p:nvGrpSpPr>
        <p:grpSpPr>
          <a:xfrm>
            <a:off x="2587406" y="2259310"/>
            <a:ext cx="359106" cy="355525"/>
            <a:chOff x="-49031025" y="3920175"/>
            <a:chExt cx="303350" cy="300325"/>
          </a:xfrm>
        </p:grpSpPr>
        <p:sp>
          <p:nvSpPr>
            <p:cNvPr id="7377" name="Google Shape;7377;p66"/>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8" name="Google Shape;7378;p66"/>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9" name="Google Shape;7379;p66"/>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66"/>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1" name="Google Shape;7381;p66"/>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66"/>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3" name="Google Shape;7383;p66"/>
          <p:cNvGrpSpPr/>
          <p:nvPr/>
        </p:nvGrpSpPr>
        <p:grpSpPr>
          <a:xfrm>
            <a:off x="1303511" y="2752344"/>
            <a:ext cx="356176" cy="354341"/>
            <a:chOff x="-47155575" y="3200500"/>
            <a:chExt cx="300875" cy="299325"/>
          </a:xfrm>
        </p:grpSpPr>
        <p:sp>
          <p:nvSpPr>
            <p:cNvPr id="7384" name="Google Shape;7384;p66"/>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5" name="Google Shape;7385;p66"/>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66"/>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7" name="Google Shape;7387;p66"/>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8" name="Google Shape;7388;p66"/>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9" name="Google Shape;7389;p66"/>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0" name="Google Shape;7390;p66"/>
          <p:cNvGrpSpPr/>
          <p:nvPr/>
        </p:nvGrpSpPr>
        <p:grpSpPr>
          <a:xfrm>
            <a:off x="1303970" y="3188692"/>
            <a:ext cx="355258" cy="355258"/>
            <a:chOff x="-47154800" y="3569100"/>
            <a:chExt cx="300100" cy="300100"/>
          </a:xfrm>
        </p:grpSpPr>
        <p:sp>
          <p:nvSpPr>
            <p:cNvPr id="7391" name="Google Shape;7391;p66"/>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66"/>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3" name="Google Shape;7393;p66"/>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4" name="Google Shape;7394;p66"/>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5" name="Google Shape;7395;p66"/>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6" name="Google Shape;7396;p66"/>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7" name="Google Shape;7397;p66"/>
          <p:cNvGrpSpPr/>
          <p:nvPr/>
        </p:nvGrpSpPr>
        <p:grpSpPr>
          <a:xfrm>
            <a:off x="1304443" y="3626905"/>
            <a:ext cx="354311" cy="353423"/>
            <a:chOff x="-47154000" y="3939275"/>
            <a:chExt cx="299300" cy="298550"/>
          </a:xfrm>
        </p:grpSpPr>
        <p:sp>
          <p:nvSpPr>
            <p:cNvPr id="7398" name="Google Shape;7398;p66"/>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9" name="Google Shape;7399;p66"/>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66"/>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66"/>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2" name="Google Shape;7402;p66"/>
          <p:cNvGrpSpPr/>
          <p:nvPr/>
        </p:nvGrpSpPr>
        <p:grpSpPr>
          <a:xfrm>
            <a:off x="3529733" y="2752344"/>
            <a:ext cx="312375" cy="354341"/>
            <a:chOff x="-45286550" y="3200500"/>
            <a:chExt cx="263875" cy="299325"/>
          </a:xfrm>
        </p:grpSpPr>
        <p:sp>
          <p:nvSpPr>
            <p:cNvPr id="7403" name="Google Shape;7403;p66"/>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66"/>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66"/>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6" name="Google Shape;7406;p66"/>
          <p:cNvGrpSpPr/>
          <p:nvPr/>
        </p:nvGrpSpPr>
        <p:grpSpPr>
          <a:xfrm>
            <a:off x="3529733" y="3189639"/>
            <a:ext cx="312375" cy="354311"/>
            <a:chOff x="-45286550" y="3569900"/>
            <a:chExt cx="263875" cy="299300"/>
          </a:xfrm>
        </p:grpSpPr>
        <p:sp>
          <p:nvSpPr>
            <p:cNvPr id="7407" name="Google Shape;7407;p66"/>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8" name="Google Shape;7408;p66"/>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9" name="Google Shape;7409;p66"/>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0" name="Google Shape;7410;p66"/>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66"/>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66"/>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3" name="Google Shape;7413;p66"/>
          <p:cNvGrpSpPr/>
          <p:nvPr/>
        </p:nvGrpSpPr>
        <p:grpSpPr>
          <a:xfrm>
            <a:off x="3540920" y="3625988"/>
            <a:ext cx="290001" cy="355258"/>
            <a:chOff x="-45277900" y="3938500"/>
            <a:chExt cx="244975" cy="300100"/>
          </a:xfrm>
        </p:grpSpPr>
        <p:sp>
          <p:nvSpPr>
            <p:cNvPr id="7414" name="Google Shape;7414;p66"/>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5" name="Google Shape;7415;p66"/>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66"/>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66"/>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8" name="Google Shape;7418;p66"/>
          <p:cNvGrpSpPr/>
          <p:nvPr/>
        </p:nvGrpSpPr>
        <p:grpSpPr>
          <a:xfrm>
            <a:off x="2626869" y="4095090"/>
            <a:ext cx="355258" cy="355258"/>
            <a:chOff x="-44502875" y="3576975"/>
            <a:chExt cx="300100" cy="300100"/>
          </a:xfrm>
        </p:grpSpPr>
        <p:sp>
          <p:nvSpPr>
            <p:cNvPr id="7419" name="Google Shape;7419;p66"/>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66"/>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66"/>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2" name="Google Shape;7422;p66"/>
          <p:cNvGrpSpPr/>
          <p:nvPr/>
        </p:nvGrpSpPr>
        <p:grpSpPr>
          <a:xfrm>
            <a:off x="4835456" y="1828361"/>
            <a:ext cx="356196" cy="354670"/>
            <a:chOff x="-13946200" y="3647075"/>
            <a:chExt cx="353650" cy="352100"/>
          </a:xfrm>
        </p:grpSpPr>
        <p:sp>
          <p:nvSpPr>
            <p:cNvPr id="7423" name="Google Shape;7423;p66"/>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66"/>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66"/>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66"/>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7" name="Google Shape;7427;p66"/>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8" name="Google Shape;7428;p66"/>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9" name="Google Shape;7429;p66"/>
          <p:cNvGrpSpPr/>
          <p:nvPr/>
        </p:nvGrpSpPr>
        <p:grpSpPr>
          <a:xfrm>
            <a:off x="6618849" y="1387844"/>
            <a:ext cx="357002" cy="354267"/>
            <a:chOff x="-12163025" y="3214275"/>
            <a:chExt cx="354450" cy="351700"/>
          </a:xfrm>
        </p:grpSpPr>
        <p:sp>
          <p:nvSpPr>
            <p:cNvPr id="7430" name="Google Shape;7430;p66"/>
            <p:cNvSpPr/>
            <p:nvPr/>
          </p:nvSpPr>
          <p:spPr>
            <a:xfrm>
              <a:off x="-12163025" y="3214275"/>
              <a:ext cx="354450" cy="165025"/>
            </a:xfrm>
            <a:custGeom>
              <a:avLst/>
              <a:gdLst/>
              <a:ahLst/>
              <a:cxnLst/>
              <a:rect l="l" t="t" r="r" b="b"/>
              <a:pathLst>
                <a:path w="14178" h="6601" extrusionOk="0">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66"/>
            <p:cNvSpPr/>
            <p:nvPr/>
          </p:nvSpPr>
          <p:spPr>
            <a:xfrm>
              <a:off x="-12161450" y="3503725"/>
              <a:ext cx="41775" cy="62250"/>
            </a:xfrm>
            <a:custGeom>
              <a:avLst/>
              <a:gdLst/>
              <a:ahLst/>
              <a:cxnLst/>
              <a:rect l="l" t="t" r="r" b="b"/>
              <a:pathLst>
                <a:path w="1671" h="2490" extrusionOk="0">
                  <a:moveTo>
                    <a:pt x="0" y="1"/>
                  </a:moveTo>
                  <a:lnTo>
                    <a:pt x="0" y="1670"/>
                  </a:lnTo>
                  <a:cubicBezTo>
                    <a:pt x="0" y="2143"/>
                    <a:pt x="378" y="2490"/>
                    <a:pt x="851" y="2490"/>
                  </a:cubicBezTo>
                  <a:cubicBezTo>
                    <a:pt x="1324" y="2490"/>
                    <a:pt x="1670" y="2143"/>
                    <a:pt x="1670" y="1670"/>
                  </a:cubicBezTo>
                  <a:lnTo>
                    <a:pt x="16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66"/>
            <p:cNvSpPr/>
            <p:nvPr/>
          </p:nvSpPr>
          <p:spPr>
            <a:xfrm>
              <a:off x="-12161450" y="3350150"/>
              <a:ext cx="41775" cy="133125"/>
            </a:xfrm>
            <a:custGeom>
              <a:avLst/>
              <a:gdLst/>
              <a:ahLst/>
              <a:cxnLst/>
              <a:rect l="l" t="t" r="r" b="b"/>
              <a:pathLst>
                <a:path w="1671" h="5325" extrusionOk="0">
                  <a:moveTo>
                    <a:pt x="0" y="0"/>
                  </a:moveTo>
                  <a:lnTo>
                    <a:pt x="0" y="5325"/>
                  </a:lnTo>
                  <a:lnTo>
                    <a:pt x="1670" y="5325"/>
                  </a:lnTo>
                  <a:lnTo>
                    <a:pt x="1670" y="1481"/>
                  </a:lnTo>
                  <a:cubicBezTo>
                    <a:pt x="1009" y="1103"/>
                    <a:pt x="441" y="63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3" name="Google Shape;7433;p66"/>
          <p:cNvGrpSpPr/>
          <p:nvPr/>
        </p:nvGrpSpPr>
        <p:grpSpPr>
          <a:xfrm>
            <a:off x="6619629" y="1827581"/>
            <a:ext cx="355441" cy="356232"/>
            <a:chOff x="-12160675" y="3647875"/>
            <a:chExt cx="352900" cy="353650"/>
          </a:xfrm>
        </p:grpSpPr>
        <p:sp>
          <p:nvSpPr>
            <p:cNvPr id="7434" name="Google Shape;7434;p66"/>
            <p:cNvSpPr/>
            <p:nvPr/>
          </p:nvSpPr>
          <p:spPr>
            <a:xfrm>
              <a:off x="-12059850" y="3958975"/>
              <a:ext cx="149675" cy="42550"/>
            </a:xfrm>
            <a:custGeom>
              <a:avLst/>
              <a:gdLst/>
              <a:ahLst/>
              <a:cxnLst/>
              <a:rect l="l" t="t" r="r" b="b"/>
              <a:pathLst>
                <a:path w="5987" h="1702" extrusionOk="0">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66"/>
            <p:cNvSpPr/>
            <p:nvPr/>
          </p:nvSpPr>
          <p:spPr>
            <a:xfrm>
              <a:off x="-11850350" y="3749475"/>
              <a:ext cx="42575" cy="149675"/>
            </a:xfrm>
            <a:custGeom>
              <a:avLst/>
              <a:gdLst/>
              <a:ahLst/>
              <a:cxnLst/>
              <a:rect l="l" t="t" r="r" b="b"/>
              <a:pathLst>
                <a:path w="1703" h="5987" extrusionOk="0">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66"/>
            <p:cNvSpPr/>
            <p:nvPr/>
          </p:nvSpPr>
          <p:spPr>
            <a:xfrm>
              <a:off x="-12059850" y="3647875"/>
              <a:ext cx="148875" cy="42550"/>
            </a:xfrm>
            <a:custGeom>
              <a:avLst/>
              <a:gdLst/>
              <a:ahLst/>
              <a:cxnLst/>
              <a:rect l="l" t="t" r="r" b="b"/>
              <a:pathLst>
                <a:path w="5955" h="1702" extrusionOk="0">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66"/>
            <p:cNvSpPr/>
            <p:nvPr/>
          </p:nvSpPr>
          <p:spPr>
            <a:xfrm>
              <a:off x="-12160675" y="3750250"/>
              <a:ext cx="41775" cy="148900"/>
            </a:xfrm>
            <a:custGeom>
              <a:avLst/>
              <a:gdLst/>
              <a:ahLst/>
              <a:cxnLst/>
              <a:rect l="l" t="t" r="r" b="b"/>
              <a:pathLst>
                <a:path w="1671" h="5956" extrusionOk="0">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66"/>
            <p:cNvSpPr/>
            <p:nvPr/>
          </p:nvSpPr>
          <p:spPr>
            <a:xfrm>
              <a:off x="-12099225" y="3710875"/>
              <a:ext cx="228425" cy="226200"/>
            </a:xfrm>
            <a:custGeom>
              <a:avLst/>
              <a:gdLst/>
              <a:ahLst/>
              <a:cxnLst/>
              <a:rect l="l" t="t" r="r" b="b"/>
              <a:pathLst>
                <a:path w="9137" h="9048" extrusionOk="0">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66"/>
            <p:cNvSpPr/>
            <p:nvPr/>
          </p:nvSpPr>
          <p:spPr>
            <a:xfrm>
              <a:off x="-12056700" y="3751825"/>
              <a:ext cx="144950" cy="144950"/>
            </a:xfrm>
            <a:custGeom>
              <a:avLst/>
              <a:gdLst/>
              <a:ahLst/>
              <a:cxnLst/>
              <a:rect l="l" t="t" r="r" b="b"/>
              <a:pathLst>
                <a:path w="5798" h="5798" extrusionOk="0">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66"/>
            <p:cNvSpPr/>
            <p:nvPr/>
          </p:nvSpPr>
          <p:spPr>
            <a:xfrm>
              <a:off x="-12016525" y="3792775"/>
              <a:ext cx="63025" cy="63050"/>
            </a:xfrm>
            <a:custGeom>
              <a:avLst/>
              <a:gdLst/>
              <a:ahLst/>
              <a:cxnLst/>
              <a:rect l="l" t="t" r="r" b="b"/>
              <a:pathLst>
                <a:path w="2521" h="2522" extrusionOk="0">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1" name="Google Shape;7441;p66"/>
          <p:cNvGrpSpPr/>
          <p:nvPr/>
        </p:nvGrpSpPr>
        <p:grpSpPr>
          <a:xfrm>
            <a:off x="6630345" y="2272036"/>
            <a:ext cx="354635" cy="356232"/>
            <a:chOff x="-12160675" y="4081850"/>
            <a:chExt cx="352100" cy="353650"/>
          </a:xfrm>
        </p:grpSpPr>
        <p:sp>
          <p:nvSpPr>
            <p:cNvPr id="7442" name="Google Shape;7442;p66"/>
            <p:cNvSpPr/>
            <p:nvPr/>
          </p:nvSpPr>
          <p:spPr>
            <a:xfrm>
              <a:off x="-12014950" y="4081850"/>
              <a:ext cx="61450" cy="62275"/>
            </a:xfrm>
            <a:custGeom>
              <a:avLst/>
              <a:gdLst/>
              <a:ahLst/>
              <a:cxnLst/>
              <a:rect l="l" t="t" r="r" b="b"/>
              <a:pathLst>
                <a:path w="2458" h="2491" extrusionOk="0">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66"/>
            <p:cNvSpPr/>
            <p:nvPr/>
          </p:nvSpPr>
          <p:spPr>
            <a:xfrm>
              <a:off x="-12077175" y="4352000"/>
              <a:ext cx="186700" cy="83500"/>
            </a:xfrm>
            <a:custGeom>
              <a:avLst/>
              <a:gdLst/>
              <a:ahLst/>
              <a:cxnLst/>
              <a:rect l="l" t="t" r="r" b="b"/>
              <a:pathLst>
                <a:path w="7468" h="3340" extrusionOk="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66"/>
            <p:cNvSpPr/>
            <p:nvPr/>
          </p:nvSpPr>
          <p:spPr>
            <a:xfrm>
              <a:off x="-11911775" y="4186000"/>
              <a:ext cx="103200" cy="101425"/>
            </a:xfrm>
            <a:custGeom>
              <a:avLst/>
              <a:gdLst/>
              <a:ahLst/>
              <a:cxnLst/>
              <a:rect l="l" t="t" r="r" b="b"/>
              <a:pathLst>
                <a:path w="4128" h="4057" extrusionOk="0">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66"/>
            <p:cNvSpPr/>
            <p:nvPr/>
          </p:nvSpPr>
          <p:spPr>
            <a:xfrm>
              <a:off x="-12160675" y="4186000"/>
              <a:ext cx="104000" cy="101425"/>
            </a:xfrm>
            <a:custGeom>
              <a:avLst/>
              <a:gdLst/>
              <a:ahLst/>
              <a:cxnLst/>
              <a:rect l="l" t="t" r="r" b="b"/>
              <a:pathLst>
                <a:path w="4160" h="4057" extrusionOk="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66"/>
            <p:cNvSpPr/>
            <p:nvPr/>
          </p:nvSpPr>
          <p:spPr>
            <a:xfrm>
              <a:off x="-12049600" y="4144075"/>
              <a:ext cx="127600" cy="67750"/>
            </a:xfrm>
            <a:custGeom>
              <a:avLst/>
              <a:gdLst/>
              <a:ahLst/>
              <a:cxnLst/>
              <a:rect l="l" t="t" r="r" b="b"/>
              <a:pathLst>
                <a:path w="5104" h="2710" extrusionOk="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66"/>
            <p:cNvSpPr/>
            <p:nvPr/>
          </p:nvSpPr>
          <p:spPr>
            <a:xfrm>
              <a:off x="-12033850" y="4212600"/>
              <a:ext cx="99250" cy="118150"/>
            </a:xfrm>
            <a:custGeom>
              <a:avLst/>
              <a:gdLst/>
              <a:ahLst/>
              <a:cxnLst/>
              <a:rect l="l" t="t" r="r" b="b"/>
              <a:pathLst>
                <a:path w="3970" h="4726" extrusionOk="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8" name="Google Shape;7448;p66"/>
          <p:cNvGrpSpPr/>
          <p:nvPr/>
        </p:nvGrpSpPr>
        <p:grpSpPr>
          <a:xfrm>
            <a:off x="4835311" y="2746480"/>
            <a:ext cx="355416" cy="355652"/>
            <a:chOff x="-10391650" y="3180600"/>
            <a:chExt cx="352875" cy="353075"/>
          </a:xfrm>
        </p:grpSpPr>
        <p:sp>
          <p:nvSpPr>
            <p:cNvPr id="7449" name="Google Shape;7449;p66"/>
            <p:cNvSpPr/>
            <p:nvPr/>
          </p:nvSpPr>
          <p:spPr>
            <a:xfrm>
              <a:off x="-10390875" y="3263500"/>
              <a:ext cx="352100" cy="42550"/>
            </a:xfrm>
            <a:custGeom>
              <a:avLst/>
              <a:gdLst/>
              <a:ahLst/>
              <a:cxnLst/>
              <a:rect l="l" t="t" r="r" b="b"/>
              <a:pathLst>
                <a:path w="14084" h="1702" extrusionOk="0">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66"/>
            <p:cNvSpPr/>
            <p:nvPr/>
          </p:nvSpPr>
          <p:spPr>
            <a:xfrm>
              <a:off x="-10391650" y="3451750"/>
              <a:ext cx="352875" cy="81925"/>
            </a:xfrm>
            <a:custGeom>
              <a:avLst/>
              <a:gdLst/>
              <a:ahLst/>
              <a:cxnLst/>
              <a:rect l="l" t="t" r="r" b="b"/>
              <a:pathLst>
                <a:path w="14115" h="3277" extrusionOk="0">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66"/>
            <p:cNvSpPr/>
            <p:nvPr/>
          </p:nvSpPr>
          <p:spPr>
            <a:xfrm>
              <a:off x="-10327075" y="3180600"/>
              <a:ext cx="223700" cy="62450"/>
            </a:xfrm>
            <a:custGeom>
              <a:avLst/>
              <a:gdLst/>
              <a:ahLst/>
              <a:cxnLst/>
              <a:rect l="l" t="t" r="r" b="b"/>
              <a:pathLst>
                <a:path w="8948" h="2498" extrusionOk="0">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66"/>
            <p:cNvSpPr/>
            <p:nvPr/>
          </p:nvSpPr>
          <p:spPr>
            <a:xfrm>
              <a:off x="-10245950" y="3325725"/>
              <a:ext cx="61450" cy="104775"/>
            </a:xfrm>
            <a:custGeom>
              <a:avLst/>
              <a:gdLst/>
              <a:ahLst/>
              <a:cxnLst/>
              <a:rect l="l" t="t" r="r" b="b"/>
              <a:pathLst>
                <a:path w="2458" h="4191" extrusionOk="0">
                  <a:moveTo>
                    <a:pt x="0" y="1"/>
                  </a:moveTo>
                  <a:lnTo>
                    <a:pt x="0" y="4191"/>
                  </a:lnTo>
                  <a:lnTo>
                    <a:pt x="2458" y="4191"/>
                  </a:lnTo>
                  <a:lnTo>
                    <a:pt x="24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66"/>
            <p:cNvSpPr/>
            <p:nvPr/>
          </p:nvSpPr>
          <p:spPr>
            <a:xfrm>
              <a:off x="-10142775" y="3325725"/>
              <a:ext cx="63025" cy="104775"/>
            </a:xfrm>
            <a:custGeom>
              <a:avLst/>
              <a:gdLst/>
              <a:ahLst/>
              <a:cxnLst/>
              <a:rect l="l" t="t" r="r" b="b"/>
              <a:pathLst>
                <a:path w="2521" h="4191" extrusionOk="0">
                  <a:moveTo>
                    <a:pt x="1" y="1"/>
                  </a:moveTo>
                  <a:lnTo>
                    <a:pt x="1" y="4191"/>
                  </a:lnTo>
                  <a:lnTo>
                    <a:pt x="2521" y="4191"/>
                  </a:lnTo>
                  <a:lnTo>
                    <a:pt x="2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66"/>
            <p:cNvSpPr/>
            <p:nvPr/>
          </p:nvSpPr>
          <p:spPr>
            <a:xfrm>
              <a:off x="-10350700" y="3325725"/>
              <a:ext cx="62250" cy="104775"/>
            </a:xfrm>
            <a:custGeom>
              <a:avLst/>
              <a:gdLst/>
              <a:ahLst/>
              <a:cxnLst/>
              <a:rect l="l" t="t" r="r" b="b"/>
              <a:pathLst>
                <a:path w="2490" h="4191" extrusionOk="0">
                  <a:moveTo>
                    <a:pt x="0" y="1"/>
                  </a:moveTo>
                  <a:lnTo>
                    <a:pt x="0" y="4191"/>
                  </a:lnTo>
                  <a:lnTo>
                    <a:pt x="2489" y="4191"/>
                  </a:lnTo>
                  <a:lnTo>
                    <a:pt x="24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5" name="Google Shape;7455;p66"/>
          <p:cNvGrpSpPr/>
          <p:nvPr/>
        </p:nvGrpSpPr>
        <p:grpSpPr>
          <a:xfrm>
            <a:off x="4835310" y="3223278"/>
            <a:ext cx="354635" cy="353890"/>
            <a:chOff x="-10390875" y="3616350"/>
            <a:chExt cx="352100" cy="351325"/>
          </a:xfrm>
        </p:grpSpPr>
        <p:sp>
          <p:nvSpPr>
            <p:cNvPr id="7456" name="Google Shape;7456;p66"/>
            <p:cNvSpPr/>
            <p:nvPr/>
          </p:nvSpPr>
          <p:spPr>
            <a:xfrm>
              <a:off x="-10308950" y="3780175"/>
              <a:ext cx="186675" cy="104800"/>
            </a:xfrm>
            <a:custGeom>
              <a:avLst/>
              <a:gdLst/>
              <a:ahLst/>
              <a:cxnLst/>
              <a:rect l="l" t="t" r="r" b="b"/>
              <a:pathLst>
                <a:path w="7467" h="4192" extrusionOk="0">
                  <a:moveTo>
                    <a:pt x="0" y="1"/>
                  </a:moveTo>
                  <a:lnTo>
                    <a:pt x="0" y="4191"/>
                  </a:lnTo>
                  <a:lnTo>
                    <a:pt x="7467" y="4191"/>
                  </a:lnTo>
                  <a:lnTo>
                    <a:pt x="74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66"/>
            <p:cNvSpPr/>
            <p:nvPr/>
          </p:nvSpPr>
          <p:spPr>
            <a:xfrm>
              <a:off x="-10390875" y="3698275"/>
              <a:ext cx="352100" cy="269400"/>
            </a:xfrm>
            <a:custGeom>
              <a:avLst/>
              <a:gdLst/>
              <a:ahLst/>
              <a:cxnLst/>
              <a:rect l="l" t="t" r="r" b="b"/>
              <a:pathLst>
                <a:path w="14084" h="10776" extrusionOk="0">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66"/>
            <p:cNvSpPr/>
            <p:nvPr/>
          </p:nvSpPr>
          <p:spPr>
            <a:xfrm>
              <a:off x="-10268000" y="3616350"/>
              <a:ext cx="103975" cy="81150"/>
            </a:xfrm>
            <a:custGeom>
              <a:avLst/>
              <a:gdLst/>
              <a:ahLst/>
              <a:cxnLst/>
              <a:rect l="l" t="t" r="r" b="b"/>
              <a:pathLst>
                <a:path w="4159" h="3246" extrusionOk="0">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9" name="Google Shape;7459;p66"/>
          <p:cNvGrpSpPr/>
          <p:nvPr/>
        </p:nvGrpSpPr>
        <p:grpSpPr>
          <a:xfrm>
            <a:off x="7502285" y="2747943"/>
            <a:ext cx="312585" cy="354670"/>
            <a:chOff x="-10370400" y="4049550"/>
            <a:chExt cx="310350" cy="352100"/>
          </a:xfrm>
        </p:grpSpPr>
        <p:sp>
          <p:nvSpPr>
            <p:cNvPr id="7460" name="Google Shape;7460;p66"/>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66"/>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66"/>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66"/>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66"/>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5" name="Google Shape;7465;p66"/>
          <p:cNvGrpSpPr/>
          <p:nvPr/>
        </p:nvGrpSpPr>
        <p:grpSpPr>
          <a:xfrm>
            <a:off x="6606541" y="2746884"/>
            <a:ext cx="379236" cy="354847"/>
            <a:chOff x="-8674650" y="3210975"/>
            <a:chExt cx="376525" cy="352275"/>
          </a:xfrm>
        </p:grpSpPr>
        <p:sp>
          <p:nvSpPr>
            <p:cNvPr id="7466" name="Google Shape;7466;p66"/>
            <p:cNvSpPr/>
            <p:nvPr/>
          </p:nvSpPr>
          <p:spPr>
            <a:xfrm>
              <a:off x="-8542325" y="3335375"/>
              <a:ext cx="112650" cy="104375"/>
            </a:xfrm>
            <a:custGeom>
              <a:avLst/>
              <a:gdLst/>
              <a:ahLst/>
              <a:cxnLst/>
              <a:rect l="l" t="t" r="r" b="b"/>
              <a:pathLst>
                <a:path w="4506" h="4175" extrusionOk="0">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66"/>
            <p:cNvSpPr/>
            <p:nvPr/>
          </p:nvSpPr>
          <p:spPr>
            <a:xfrm>
              <a:off x="-8496650" y="3377125"/>
              <a:ext cx="22875" cy="20900"/>
            </a:xfrm>
            <a:custGeom>
              <a:avLst/>
              <a:gdLst/>
              <a:ahLst/>
              <a:cxnLst/>
              <a:rect l="l" t="t" r="r" b="b"/>
              <a:pathLst>
                <a:path w="915" h="836" extrusionOk="0">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66"/>
            <p:cNvSpPr/>
            <p:nvPr/>
          </p:nvSpPr>
          <p:spPr>
            <a:xfrm>
              <a:off x="-8540750" y="3332825"/>
              <a:ext cx="242625" cy="230425"/>
            </a:xfrm>
            <a:custGeom>
              <a:avLst/>
              <a:gdLst/>
              <a:ahLst/>
              <a:cxnLst/>
              <a:rect l="l" t="t" r="r" b="b"/>
              <a:pathLst>
                <a:path w="9705" h="9217" extrusionOk="0">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66"/>
            <p:cNvSpPr/>
            <p:nvPr/>
          </p:nvSpPr>
          <p:spPr>
            <a:xfrm>
              <a:off x="-8645500" y="3428125"/>
              <a:ext cx="120525" cy="118950"/>
            </a:xfrm>
            <a:custGeom>
              <a:avLst/>
              <a:gdLst/>
              <a:ahLst/>
              <a:cxnLst/>
              <a:rect l="l" t="t" r="r" b="b"/>
              <a:pathLst>
                <a:path w="4821" h="4758" extrusionOk="0">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66"/>
            <p:cNvSpPr/>
            <p:nvPr/>
          </p:nvSpPr>
          <p:spPr>
            <a:xfrm>
              <a:off x="-8448600" y="3227275"/>
              <a:ext cx="122900" cy="122900"/>
            </a:xfrm>
            <a:custGeom>
              <a:avLst/>
              <a:gdLst/>
              <a:ahLst/>
              <a:cxnLst/>
              <a:rect l="l" t="t" r="r" b="b"/>
              <a:pathLst>
                <a:path w="4916" h="4916" extrusionOk="0">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66"/>
            <p:cNvSpPr/>
            <p:nvPr/>
          </p:nvSpPr>
          <p:spPr>
            <a:xfrm>
              <a:off x="-8674650" y="3210975"/>
              <a:ext cx="241825" cy="232925"/>
            </a:xfrm>
            <a:custGeom>
              <a:avLst/>
              <a:gdLst/>
              <a:ahLst/>
              <a:cxnLst/>
              <a:rect l="l" t="t" r="r" b="b"/>
              <a:pathLst>
                <a:path w="9673" h="9317" extrusionOk="0">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2" name="Google Shape;7472;p66"/>
          <p:cNvGrpSpPr/>
          <p:nvPr/>
        </p:nvGrpSpPr>
        <p:grpSpPr>
          <a:xfrm>
            <a:off x="5278038" y="1828361"/>
            <a:ext cx="356221" cy="354670"/>
            <a:chOff x="-13512225" y="3647075"/>
            <a:chExt cx="353675" cy="352100"/>
          </a:xfrm>
        </p:grpSpPr>
        <p:sp>
          <p:nvSpPr>
            <p:cNvPr id="7473" name="Google Shape;7473;p66"/>
            <p:cNvSpPr/>
            <p:nvPr/>
          </p:nvSpPr>
          <p:spPr>
            <a:xfrm>
              <a:off x="-13344475" y="3876275"/>
              <a:ext cx="19725" cy="19725"/>
            </a:xfrm>
            <a:custGeom>
              <a:avLst/>
              <a:gdLst/>
              <a:ahLst/>
              <a:cxnLst/>
              <a:rect l="l" t="t" r="r" b="b"/>
              <a:pathLst>
                <a:path w="789" h="789" extrusionOk="0">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66"/>
            <p:cNvSpPr/>
            <p:nvPr/>
          </p:nvSpPr>
          <p:spPr>
            <a:xfrm>
              <a:off x="-13268850" y="3854225"/>
              <a:ext cx="110300" cy="62250"/>
            </a:xfrm>
            <a:custGeom>
              <a:avLst/>
              <a:gdLst/>
              <a:ahLst/>
              <a:cxnLst/>
              <a:rect l="l" t="t" r="r" b="b"/>
              <a:pathLst>
                <a:path w="4412" h="2490" extrusionOk="0">
                  <a:moveTo>
                    <a:pt x="0" y="0"/>
                  </a:moveTo>
                  <a:cubicBezTo>
                    <a:pt x="189" y="410"/>
                    <a:pt x="284" y="788"/>
                    <a:pt x="284" y="1229"/>
                  </a:cubicBezTo>
                  <a:cubicBezTo>
                    <a:pt x="284" y="1670"/>
                    <a:pt x="158" y="2111"/>
                    <a:pt x="0" y="2489"/>
                  </a:cubicBezTo>
                  <a:lnTo>
                    <a:pt x="4411" y="2489"/>
                  </a:lnTo>
                  <a:lnTo>
                    <a:pt x="44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66"/>
            <p:cNvSpPr/>
            <p:nvPr/>
          </p:nvSpPr>
          <p:spPr>
            <a:xfrm>
              <a:off x="-13512225" y="3936925"/>
              <a:ext cx="353675" cy="62250"/>
            </a:xfrm>
            <a:custGeom>
              <a:avLst/>
              <a:gdLst/>
              <a:ahLst/>
              <a:cxnLst/>
              <a:rect l="l" t="t" r="r" b="b"/>
              <a:pathLst>
                <a:path w="14147" h="2490" extrusionOk="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66"/>
            <p:cNvSpPr/>
            <p:nvPr/>
          </p:nvSpPr>
          <p:spPr>
            <a:xfrm>
              <a:off x="-13387000" y="3833750"/>
              <a:ext cx="104775" cy="104775"/>
            </a:xfrm>
            <a:custGeom>
              <a:avLst/>
              <a:gdLst/>
              <a:ahLst/>
              <a:cxnLst/>
              <a:rect l="l" t="t" r="r" b="b"/>
              <a:pathLst>
                <a:path w="4191" h="4191" extrusionOk="0">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66"/>
            <p:cNvSpPr/>
            <p:nvPr/>
          </p:nvSpPr>
          <p:spPr>
            <a:xfrm>
              <a:off x="-13512225" y="3855000"/>
              <a:ext cx="111875" cy="62250"/>
            </a:xfrm>
            <a:custGeom>
              <a:avLst/>
              <a:gdLst/>
              <a:ahLst/>
              <a:cxnLst/>
              <a:rect l="l" t="t" r="r" b="b"/>
              <a:pathLst>
                <a:path w="4475" h="2490" extrusionOk="0">
                  <a:moveTo>
                    <a:pt x="0" y="1"/>
                  </a:moveTo>
                  <a:lnTo>
                    <a:pt x="0" y="2490"/>
                  </a:lnTo>
                  <a:lnTo>
                    <a:pt x="4474" y="2490"/>
                  </a:lnTo>
                  <a:cubicBezTo>
                    <a:pt x="4317" y="2112"/>
                    <a:pt x="4191" y="1671"/>
                    <a:pt x="4191" y="1230"/>
                  </a:cubicBezTo>
                  <a:cubicBezTo>
                    <a:pt x="4191" y="788"/>
                    <a:pt x="4317" y="379"/>
                    <a:pt x="4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66"/>
            <p:cNvSpPr/>
            <p:nvPr/>
          </p:nvSpPr>
          <p:spPr>
            <a:xfrm>
              <a:off x="-13490175" y="3730575"/>
              <a:ext cx="62250" cy="40975"/>
            </a:xfrm>
            <a:custGeom>
              <a:avLst/>
              <a:gdLst/>
              <a:ahLst/>
              <a:cxnLst/>
              <a:rect l="l" t="t" r="r" b="b"/>
              <a:pathLst>
                <a:path w="2490" h="1639" extrusionOk="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66"/>
            <p:cNvSpPr/>
            <p:nvPr/>
          </p:nvSpPr>
          <p:spPr>
            <a:xfrm>
              <a:off x="-13241275" y="3730575"/>
              <a:ext cx="62225" cy="40975"/>
            </a:xfrm>
            <a:custGeom>
              <a:avLst/>
              <a:gdLst/>
              <a:ahLst/>
              <a:cxnLst/>
              <a:rect l="l" t="t" r="r" b="b"/>
              <a:pathLst>
                <a:path w="2489" h="1639" extrusionOk="0">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66"/>
            <p:cNvSpPr/>
            <p:nvPr/>
          </p:nvSpPr>
          <p:spPr>
            <a:xfrm>
              <a:off x="-13427950" y="3647075"/>
              <a:ext cx="186700" cy="63025"/>
            </a:xfrm>
            <a:custGeom>
              <a:avLst/>
              <a:gdLst/>
              <a:ahLst/>
              <a:cxnLst/>
              <a:rect l="l" t="t" r="r" b="b"/>
              <a:pathLst>
                <a:path w="7468" h="2521" extrusionOk="0">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66"/>
            <p:cNvSpPr/>
            <p:nvPr/>
          </p:nvSpPr>
          <p:spPr>
            <a:xfrm>
              <a:off x="-13512225" y="3773100"/>
              <a:ext cx="353675" cy="60675"/>
            </a:xfrm>
            <a:custGeom>
              <a:avLst/>
              <a:gdLst/>
              <a:ahLst/>
              <a:cxnLst/>
              <a:rect l="l" t="t" r="r" b="b"/>
              <a:pathLst>
                <a:path w="14147" h="2427" extrusionOk="0">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66"/>
            <p:cNvSpPr/>
            <p:nvPr/>
          </p:nvSpPr>
          <p:spPr>
            <a:xfrm>
              <a:off x="-13411400" y="3730575"/>
              <a:ext cx="153600" cy="20500"/>
            </a:xfrm>
            <a:custGeom>
              <a:avLst/>
              <a:gdLst/>
              <a:ahLst/>
              <a:cxnLst/>
              <a:rect l="l" t="t" r="r" b="b"/>
              <a:pathLst>
                <a:path w="6144" h="820" extrusionOk="0">
                  <a:moveTo>
                    <a:pt x="0" y="0"/>
                  </a:moveTo>
                  <a:lnTo>
                    <a:pt x="599" y="819"/>
                  </a:lnTo>
                  <a:lnTo>
                    <a:pt x="5545" y="819"/>
                  </a:lnTo>
                  <a:lnTo>
                    <a:pt x="61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83" name="Google Shape;7483;p66"/>
          <p:cNvGrpSpPr/>
          <p:nvPr/>
        </p:nvGrpSpPr>
        <p:grpSpPr>
          <a:xfrm>
            <a:off x="5288351" y="2272427"/>
            <a:ext cx="356221" cy="355451"/>
            <a:chOff x="-13512225" y="4080275"/>
            <a:chExt cx="353675" cy="352875"/>
          </a:xfrm>
        </p:grpSpPr>
        <p:sp>
          <p:nvSpPr>
            <p:cNvPr id="7484" name="Google Shape;7484;p66"/>
            <p:cNvSpPr/>
            <p:nvPr/>
          </p:nvSpPr>
          <p:spPr>
            <a:xfrm>
              <a:off x="-13512225" y="4203925"/>
              <a:ext cx="353675" cy="229225"/>
            </a:xfrm>
            <a:custGeom>
              <a:avLst/>
              <a:gdLst/>
              <a:ahLst/>
              <a:cxnLst/>
              <a:rect l="l" t="t" r="r" b="b"/>
              <a:pathLst>
                <a:path w="14147" h="9169" extrusionOk="0">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66"/>
            <p:cNvSpPr/>
            <p:nvPr/>
          </p:nvSpPr>
          <p:spPr>
            <a:xfrm>
              <a:off x="-13366525" y="4275600"/>
              <a:ext cx="73275" cy="88225"/>
            </a:xfrm>
            <a:custGeom>
              <a:avLst/>
              <a:gdLst/>
              <a:ahLst/>
              <a:cxnLst/>
              <a:rect l="l" t="t" r="r" b="b"/>
              <a:pathLst>
                <a:path w="2931" h="3529" extrusionOk="0">
                  <a:moveTo>
                    <a:pt x="1" y="0"/>
                  </a:moveTo>
                  <a:lnTo>
                    <a:pt x="1" y="3529"/>
                  </a:lnTo>
                  <a:lnTo>
                    <a:pt x="2931" y="1733"/>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66"/>
            <p:cNvSpPr/>
            <p:nvPr/>
          </p:nvSpPr>
          <p:spPr>
            <a:xfrm>
              <a:off x="-13398800" y="4143275"/>
              <a:ext cx="65375" cy="40975"/>
            </a:xfrm>
            <a:custGeom>
              <a:avLst/>
              <a:gdLst/>
              <a:ahLst/>
              <a:cxnLst/>
              <a:rect l="l" t="t" r="r" b="b"/>
              <a:pathLst>
                <a:path w="2615" h="1639" extrusionOk="0">
                  <a:moveTo>
                    <a:pt x="1103" y="1"/>
                  </a:moveTo>
                  <a:lnTo>
                    <a:pt x="0" y="1639"/>
                  </a:lnTo>
                  <a:lnTo>
                    <a:pt x="1512" y="1639"/>
                  </a:lnTo>
                  <a:lnTo>
                    <a:pt x="26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66"/>
            <p:cNvSpPr/>
            <p:nvPr/>
          </p:nvSpPr>
          <p:spPr>
            <a:xfrm>
              <a:off x="-13336575" y="4143275"/>
              <a:ext cx="64600" cy="40975"/>
            </a:xfrm>
            <a:custGeom>
              <a:avLst/>
              <a:gdLst/>
              <a:ahLst/>
              <a:cxnLst/>
              <a:rect l="l" t="t" r="r" b="b"/>
              <a:pathLst>
                <a:path w="2584" h="1639" extrusionOk="0">
                  <a:moveTo>
                    <a:pt x="1103" y="1"/>
                  </a:moveTo>
                  <a:lnTo>
                    <a:pt x="0" y="1639"/>
                  </a:lnTo>
                  <a:lnTo>
                    <a:pt x="1481" y="1639"/>
                  </a:lnTo>
                  <a:lnTo>
                    <a:pt x="25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66"/>
            <p:cNvSpPr/>
            <p:nvPr/>
          </p:nvSpPr>
          <p:spPr>
            <a:xfrm>
              <a:off x="-13398800" y="4081050"/>
              <a:ext cx="65375" cy="40975"/>
            </a:xfrm>
            <a:custGeom>
              <a:avLst/>
              <a:gdLst/>
              <a:ahLst/>
              <a:cxnLst/>
              <a:rect l="l" t="t" r="r" b="b"/>
              <a:pathLst>
                <a:path w="2615" h="1639" extrusionOk="0">
                  <a:moveTo>
                    <a:pt x="0" y="1"/>
                  </a:moveTo>
                  <a:lnTo>
                    <a:pt x="1103" y="1639"/>
                  </a:lnTo>
                  <a:lnTo>
                    <a:pt x="2615" y="1639"/>
                  </a:lnTo>
                  <a:lnTo>
                    <a:pt x="15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66"/>
            <p:cNvSpPr/>
            <p:nvPr/>
          </p:nvSpPr>
          <p:spPr>
            <a:xfrm>
              <a:off x="-13274375" y="4143275"/>
              <a:ext cx="64625" cy="40975"/>
            </a:xfrm>
            <a:custGeom>
              <a:avLst/>
              <a:gdLst/>
              <a:ahLst/>
              <a:cxnLst/>
              <a:rect l="l" t="t" r="r" b="b"/>
              <a:pathLst>
                <a:path w="2585" h="1639" extrusionOk="0">
                  <a:moveTo>
                    <a:pt x="1104" y="1"/>
                  </a:moveTo>
                  <a:lnTo>
                    <a:pt x="1" y="1639"/>
                  </a:lnTo>
                  <a:lnTo>
                    <a:pt x="1482" y="1639"/>
                  </a:lnTo>
                  <a:lnTo>
                    <a:pt x="25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66"/>
            <p:cNvSpPr/>
            <p:nvPr/>
          </p:nvSpPr>
          <p:spPr>
            <a:xfrm>
              <a:off x="-13212925" y="4081050"/>
              <a:ext cx="54375" cy="40975"/>
            </a:xfrm>
            <a:custGeom>
              <a:avLst/>
              <a:gdLst/>
              <a:ahLst/>
              <a:cxnLst/>
              <a:rect l="l" t="t" r="r" b="b"/>
              <a:pathLst>
                <a:path w="2175" h="1639" extrusionOk="0">
                  <a:moveTo>
                    <a:pt x="0" y="1"/>
                  </a:moveTo>
                  <a:lnTo>
                    <a:pt x="1103" y="1639"/>
                  </a:lnTo>
                  <a:lnTo>
                    <a:pt x="2174" y="1639"/>
                  </a:lnTo>
                  <a:lnTo>
                    <a:pt x="2174" y="820"/>
                  </a:lnTo>
                  <a:cubicBezTo>
                    <a:pt x="2174" y="347"/>
                    <a:pt x="1796" y="1"/>
                    <a:pt x="13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66"/>
            <p:cNvSpPr/>
            <p:nvPr/>
          </p:nvSpPr>
          <p:spPr>
            <a:xfrm>
              <a:off x="-13212925" y="4143275"/>
              <a:ext cx="54375" cy="40975"/>
            </a:xfrm>
            <a:custGeom>
              <a:avLst/>
              <a:gdLst/>
              <a:ahLst/>
              <a:cxnLst/>
              <a:rect l="l" t="t" r="r" b="b"/>
              <a:pathLst>
                <a:path w="2175" h="1639" extrusionOk="0">
                  <a:moveTo>
                    <a:pt x="1103" y="1"/>
                  </a:moveTo>
                  <a:lnTo>
                    <a:pt x="0" y="1639"/>
                  </a:lnTo>
                  <a:lnTo>
                    <a:pt x="2174" y="1639"/>
                  </a:lnTo>
                  <a:lnTo>
                    <a:pt x="21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66"/>
            <p:cNvSpPr/>
            <p:nvPr/>
          </p:nvSpPr>
          <p:spPr>
            <a:xfrm>
              <a:off x="-13274375" y="4081050"/>
              <a:ext cx="64625" cy="40975"/>
            </a:xfrm>
            <a:custGeom>
              <a:avLst/>
              <a:gdLst/>
              <a:ahLst/>
              <a:cxnLst/>
              <a:rect l="l" t="t" r="r" b="b"/>
              <a:pathLst>
                <a:path w="2585" h="1639" extrusionOk="0">
                  <a:moveTo>
                    <a:pt x="1" y="1"/>
                  </a:moveTo>
                  <a:lnTo>
                    <a:pt x="1104" y="1639"/>
                  </a:lnTo>
                  <a:lnTo>
                    <a:pt x="2584" y="1639"/>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66"/>
            <p:cNvSpPr/>
            <p:nvPr/>
          </p:nvSpPr>
          <p:spPr>
            <a:xfrm>
              <a:off x="-13336575" y="4081050"/>
              <a:ext cx="64600" cy="40975"/>
            </a:xfrm>
            <a:custGeom>
              <a:avLst/>
              <a:gdLst/>
              <a:ahLst/>
              <a:cxnLst/>
              <a:rect l="l" t="t" r="r" b="b"/>
              <a:pathLst>
                <a:path w="2584" h="1639" extrusionOk="0">
                  <a:moveTo>
                    <a:pt x="0" y="1"/>
                  </a:moveTo>
                  <a:lnTo>
                    <a:pt x="1103" y="1639"/>
                  </a:lnTo>
                  <a:lnTo>
                    <a:pt x="2583" y="1639"/>
                  </a:ln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66"/>
            <p:cNvSpPr/>
            <p:nvPr/>
          </p:nvSpPr>
          <p:spPr>
            <a:xfrm>
              <a:off x="-13512225" y="4080275"/>
              <a:ext cx="123675" cy="103200"/>
            </a:xfrm>
            <a:custGeom>
              <a:avLst/>
              <a:gdLst/>
              <a:ahLst/>
              <a:cxnLst/>
              <a:rect l="l" t="t" r="r" b="b"/>
              <a:pathLst>
                <a:path w="4947" h="4128" extrusionOk="0">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5" name="Google Shape;7495;p66"/>
          <p:cNvGrpSpPr/>
          <p:nvPr/>
        </p:nvGrpSpPr>
        <p:grpSpPr>
          <a:xfrm>
            <a:off x="7061431" y="1419788"/>
            <a:ext cx="356196" cy="290379"/>
            <a:chOff x="-11728250" y="3245400"/>
            <a:chExt cx="353650" cy="288275"/>
          </a:xfrm>
        </p:grpSpPr>
        <p:sp>
          <p:nvSpPr>
            <p:cNvPr id="7496" name="Google Shape;7496;p66"/>
            <p:cNvSpPr/>
            <p:nvPr/>
          </p:nvSpPr>
          <p:spPr>
            <a:xfrm>
              <a:off x="-11603025" y="3389725"/>
              <a:ext cx="104775" cy="143950"/>
            </a:xfrm>
            <a:custGeom>
              <a:avLst/>
              <a:gdLst/>
              <a:ahLst/>
              <a:cxnLst/>
              <a:rect l="l" t="t" r="r" b="b"/>
              <a:pathLst>
                <a:path w="4191" h="5758" extrusionOk="0">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66"/>
            <p:cNvSpPr/>
            <p:nvPr/>
          </p:nvSpPr>
          <p:spPr>
            <a:xfrm>
              <a:off x="-11647125" y="3246175"/>
              <a:ext cx="86650" cy="133925"/>
            </a:xfrm>
            <a:custGeom>
              <a:avLst/>
              <a:gdLst/>
              <a:ahLst/>
              <a:cxnLst/>
              <a:rect l="l" t="t" r="r" b="b"/>
              <a:pathLst>
                <a:path w="3466" h="5357" extrusionOk="0">
                  <a:moveTo>
                    <a:pt x="3466" y="1"/>
                  </a:moveTo>
                  <a:cubicBezTo>
                    <a:pt x="2205" y="64"/>
                    <a:pt x="1008" y="473"/>
                    <a:pt x="0" y="1135"/>
                  </a:cubicBezTo>
                  <a:lnTo>
                    <a:pt x="2426" y="5356"/>
                  </a:lnTo>
                  <a:cubicBezTo>
                    <a:pt x="2741" y="5167"/>
                    <a:pt x="3056" y="5041"/>
                    <a:pt x="3466" y="5010"/>
                  </a:cubicBez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66"/>
            <p:cNvSpPr/>
            <p:nvPr/>
          </p:nvSpPr>
          <p:spPr>
            <a:xfrm>
              <a:off x="-11540025" y="3245400"/>
              <a:ext cx="86675" cy="133900"/>
            </a:xfrm>
            <a:custGeom>
              <a:avLst/>
              <a:gdLst/>
              <a:ahLst/>
              <a:cxnLst/>
              <a:rect l="l" t="t" r="r" b="b"/>
              <a:pathLst>
                <a:path w="3467" h="5356" extrusionOk="0">
                  <a:moveTo>
                    <a:pt x="1" y="0"/>
                  </a:moveTo>
                  <a:lnTo>
                    <a:pt x="1" y="4978"/>
                  </a:lnTo>
                  <a:cubicBezTo>
                    <a:pt x="379" y="5041"/>
                    <a:pt x="725" y="5135"/>
                    <a:pt x="1040" y="5356"/>
                  </a:cubicBezTo>
                  <a:lnTo>
                    <a:pt x="3466" y="1134"/>
                  </a:lnTo>
                  <a:cubicBezTo>
                    <a:pt x="2458" y="473"/>
                    <a:pt x="1261" y="63"/>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66"/>
            <p:cNvSpPr/>
            <p:nvPr/>
          </p:nvSpPr>
          <p:spPr>
            <a:xfrm>
              <a:off x="-11498275" y="3285550"/>
              <a:ext cx="123675" cy="160700"/>
            </a:xfrm>
            <a:custGeom>
              <a:avLst/>
              <a:gdLst/>
              <a:ahLst/>
              <a:cxnLst/>
              <a:rect l="l" t="t" r="r" b="b"/>
              <a:pathLst>
                <a:path w="4947" h="6428" extrusionOk="0">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0" name="Google Shape;7500;p66"/>
            <p:cNvSpPr/>
            <p:nvPr/>
          </p:nvSpPr>
          <p:spPr>
            <a:xfrm>
              <a:off x="-11728250" y="3286350"/>
              <a:ext cx="125250" cy="160700"/>
            </a:xfrm>
            <a:custGeom>
              <a:avLst/>
              <a:gdLst/>
              <a:ahLst/>
              <a:cxnLst/>
              <a:rect l="l" t="t" r="r" b="b"/>
              <a:pathLst>
                <a:path w="5010" h="6428" extrusionOk="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1" name="Google Shape;7501;p66"/>
          <p:cNvGrpSpPr/>
          <p:nvPr/>
        </p:nvGrpSpPr>
        <p:grpSpPr>
          <a:xfrm>
            <a:off x="7093939" y="2272427"/>
            <a:ext cx="311804" cy="355451"/>
            <a:chOff x="-11703850" y="4081850"/>
            <a:chExt cx="309575" cy="352875"/>
          </a:xfrm>
        </p:grpSpPr>
        <p:sp>
          <p:nvSpPr>
            <p:cNvPr id="7502" name="Google Shape;7502;p66"/>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3" name="Google Shape;7503;p66"/>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4" name="Google Shape;7504;p66"/>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66"/>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66"/>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66"/>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8" name="Google Shape;7508;p66"/>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66"/>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0" name="Google Shape;7510;p66"/>
          <p:cNvGrpSpPr/>
          <p:nvPr/>
        </p:nvGrpSpPr>
        <p:grpSpPr>
          <a:xfrm>
            <a:off x="5282595" y="2746580"/>
            <a:ext cx="357002" cy="355451"/>
            <a:chOff x="-9958475" y="3180025"/>
            <a:chExt cx="354450" cy="352875"/>
          </a:xfrm>
        </p:grpSpPr>
        <p:sp>
          <p:nvSpPr>
            <p:cNvPr id="7511" name="Google Shape;7511;p66"/>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2" name="Google Shape;7512;p66"/>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66"/>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4" name="Google Shape;7514;p66"/>
          <p:cNvGrpSpPr/>
          <p:nvPr/>
        </p:nvGrpSpPr>
        <p:grpSpPr>
          <a:xfrm>
            <a:off x="5291722" y="3222561"/>
            <a:ext cx="337966" cy="355325"/>
            <a:chOff x="-9949025" y="3615575"/>
            <a:chExt cx="335550" cy="352750"/>
          </a:xfrm>
        </p:grpSpPr>
        <p:sp>
          <p:nvSpPr>
            <p:cNvPr id="7515" name="Google Shape;7515;p66"/>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66"/>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7" name="Google Shape;7517;p66"/>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8" name="Google Shape;7518;p66"/>
          <p:cNvGrpSpPr/>
          <p:nvPr/>
        </p:nvGrpSpPr>
        <p:grpSpPr>
          <a:xfrm>
            <a:off x="7926568" y="2746067"/>
            <a:ext cx="360175" cy="358423"/>
            <a:chOff x="-9961625" y="4048175"/>
            <a:chExt cx="357600" cy="355825"/>
          </a:xfrm>
        </p:grpSpPr>
        <p:sp>
          <p:nvSpPr>
            <p:cNvPr id="7519" name="Google Shape;7519;p66"/>
            <p:cNvSpPr/>
            <p:nvPr/>
          </p:nvSpPr>
          <p:spPr>
            <a:xfrm>
              <a:off x="-9958475" y="4048175"/>
              <a:ext cx="64625" cy="62650"/>
            </a:xfrm>
            <a:custGeom>
              <a:avLst/>
              <a:gdLst/>
              <a:ahLst/>
              <a:cxnLst/>
              <a:rect l="l" t="t" r="r" b="b"/>
              <a:pathLst>
                <a:path w="2585" h="2506" extrusionOk="0">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66"/>
            <p:cNvSpPr/>
            <p:nvPr/>
          </p:nvSpPr>
          <p:spPr>
            <a:xfrm>
              <a:off x="-9873400" y="4048775"/>
              <a:ext cx="21275" cy="63025"/>
            </a:xfrm>
            <a:custGeom>
              <a:avLst/>
              <a:gdLst/>
              <a:ahLst/>
              <a:cxnLst/>
              <a:rect l="l" t="t" r="r" b="b"/>
              <a:pathLst>
                <a:path w="851" h="2521" extrusionOk="0">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66"/>
            <p:cNvSpPr/>
            <p:nvPr/>
          </p:nvSpPr>
          <p:spPr>
            <a:xfrm>
              <a:off x="-9957675" y="4133050"/>
              <a:ext cx="63025" cy="19700"/>
            </a:xfrm>
            <a:custGeom>
              <a:avLst/>
              <a:gdLst/>
              <a:ahLst/>
              <a:cxnLst/>
              <a:rect l="l" t="t" r="r" b="b"/>
              <a:pathLst>
                <a:path w="2521" h="788" extrusionOk="0">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66"/>
            <p:cNvSpPr/>
            <p:nvPr/>
          </p:nvSpPr>
          <p:spPr>
            <a:xfrm>
              <a:off x="-9961625" y="4132250"/>
              <a:ext cx="253650" cy="271750"/>
            </a:xfrm>
            <a:custGeom>
              <a:avLst/>
              <a:gdLst/>
              <a:ahLst/>
              <a:cxnLst/>
              <a:rect l="l" t="t" r="r" b="b"/>
              <a:pathLst>
                <a:path w="10146" h="10870" extrusionOk="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66"/>
            <p:cNvSpPr/>
            <p:nvPr/>
          </p:nvSpPr>
          <p:spPr>
            <a:xfrm>
              <a:off x="-9791500" y="4069250"/>
              <a:ext cx="31550" cy="66175"/>
            </a:xfrm>
            <a:custGeom>
              <a:avLst/>
              <a:gdLst/>
              <a:ahLst/>
              <a:cxnLst/>
              <a:rect l="l" t="t" r="r" b="b"/>
              <a:pathLst>
                <a:path w="1262" h="2647" extrusionOk="0">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66"/>
            <p:cNvSpPr/>
            <p:nvPr/>
          </p:nvSpPr>
          <p:spPr>
            <a:xfrm>
              <a:off x="-9740300" y="4049550"/>
              <a:ext cx="136275" cy="268600"/>
            </a:xfrm>
            <a:custGeom>
              <a:avLst/>
              <a:gdLst/>
              <a:ahLst/>
              <a:cxnLst/>
              <a:rect l="l" t="t" r="r" b="b"/>
              <a:pathLst>
                <a:path w="5451" h="10744" extrusionOk="0">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5" name="Google Shape;7525;p66"/>
          <p:cNvGrpSpPr/>
          <p:nvPr/>
        </p:nvGrpSpPr>
        <p:grpSpPr>
          <a:xfrm>
            <a:off x="6613289" y="3221579"/>
            <a:ext cx="364959" cy="357289"/>
            <a:chOff x="-8680950" y="3624225"/>
            <a:chExt cx="362350" cy="354700"/>
          </a:xfrm>
        </p:grpSpPr>
        <p:sp>
          <p:nvSpPr>
            <p:cNvPr id="7526" name="Google Shape;7526;p66"/>
            <p:cNvSpPr/>
            <p:nvPr/>
          </p:nvSpPr>
          <p:spPr>
            <a:xfrm>
              <a:off x="-8512400" y="3686450"/>
              <a:ext cx="130775" cy="129800"/>
            </a:xfrm>
            <a:custGeom>
              <a:avLst/>
              <a:gdLst/>
              <a:ahLst/>
              <a:cxnLst/>
              <a:rect l="l" t="t" r="r" b="b"/>
              <a:pathLst>
                <a:path w="5231" h="5192" extrusionOk="0">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7" name="Google Shape;7527;p66"/>
            <p:cNvSpPr/>
            <p:nvPr/>
          </p:nvSpPr>
          <p:spPr>
            <a:xfrm>
              <a:off x="-8395825" y="3624225"/>
              <a:ext cx="77225" cy="77225"/>
            </a:xfrm>
            <a:custGeom>
              <a:avLst/>
              <a:gdLst/>
              <a:ahLst/>
              <a:cxnLst/>
              <a:rect l="l" t="t" r="r" b="b"/>
              <a:pathLst>
                <a:path w="3089" h="3089" extrusionOk="0">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66"/>
            <p:cNvSpPr/>
            <p:nvPr/>
          </p:nvSpPr>
          <p:spPr>
            <a:xfrm>
              <a:off x="-8676125" y="3883875"/>
              <a:ext cx="98375" cy="92925"/>
            </a:xfrm>
            <a:custGeom>
              <a:avLst/>
              <a:gdLst/>
              <a:ahLst/>
              <a:cxnLst/>
              <a:rect l="l" t="t" r="r" b="b"/>
              <a:pathLst>
                <a:path w="3935" h="3717" extrusionOk="0">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66"/>
            <p:cNvSpPr/>
            <p:nvPr/>
          </p:nvSpPr>
          <p:spPr>
            <a:xfrm>
              <a:off x="-8680950" y="3708850"/>
              <a:ext cx="282800" cy="270075"/>
            </a:xfrm>
            <a:custGeom>
              <a:avLst/>
              <a:gdLst/>
              <a:ahLst/>
              <a:cxnLst/>
              <a:rect l="l" t="t" r="r" b="b"/>
              <a:pathLst>
                <a:path w="11312" h="10803" extrusionOk="0">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0" name="Google Shape;7530;p66"/>
            <p:cNvSpPr/>
            <p:nvPr/>
          </p:nvSpPr>
          <p:spPr>
            <a:xfrm>
              <a:off x="-8440725" y="3857375"/>
              <a:ext cx="117400" cy="86450"/>
            </a:xfrm>
            <a:custGeom>
              <a:avLst/>
              <a:gdLst/>
              <a:ahLst/>
              <a:cxnLst/>
              <a:rect l="l" t="t" r="r" b="b"/>
              <a:pathLst>
                <a:path w="4696" h="3458" extrusionOk="0">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66"/>
            <p:cNvSpPr/>
            <p:nvPr/>
          </p:nvSpPr>
          <p:spPr>
            <a:xfrm>
              <a:off x="-8638400" y="3630725"/>
              <a:ext cx="86650" cy="115625"/>
            </a:xfrm>
            <a:custGeom>
              <a:avLst/>
              <a:gdLst/>
              <a:ahLst/>
              <a:cxnLst/>
              <a:rect l="l" t="t" r="r" b="b"/>
              <a:pathLst>
                <a:path w="3466" h="4625" extrusionOk="0">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2" name="Google Shape;7532;p66"/>
          <p:cNvGrpSpPr/>
          <p:nvPr/>
        </p:nvGrpSpPr>
        <p:grpSpPr>
          <a:xfrm>
            <a:off x="5749533" y="1387239"/>
            <a:ext cx="313365" cy="355476"/>
            <a:chOff x="-13056975" y="3212300"/>
            <a:chExt cx="311125" cy="352900"/>
          </a:xfrm>
        </p:grpSpPr>
        <p:sp>
          <p:nvSpPr>
            <p:cNvPr id="7533" name="Google Shape;7533;p66"/>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66"/>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66"/>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66"/>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7" name="Google Shape;7537;p66"/>
          <p:cNvGrpSpPr/>
          <p:nvPr/>
        </p:nvGrpSpPr>
        <p:grpSpPr>
          <a:xfrm>
            <a:off x="5726921" y="1828034"/>
            <a:ext cx="358588" cy="355325"/>
            <a:chOff x="-13077450" y="3647075"/>
            <a:chExt cx="356025" cy="352750"/>
          </a:xfrm>
        </p:grpSpPr>
        <p:sp>
          <p:nvSpPr>
            <p:cNvPr id="7538" name="Google Shape;7538;p66"/>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66"/>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0" name="Google Shape;7540;p66"/>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1" name="Google Shape;7541;p66"/>
          <p:cNvGrpSpPr/>
          <p:nvPr/>
        </p:nvGrpSpPr>
        <p:grpSpPr>
          <a:xfrm>
            <a:off x="5738027" y="2271633"/>
            <a:ext cx="357002" cy="357037"/>
            <a:chOff x="-13079025" y="4079475"/>
            <a:chExt cx="354450" cy="354450"/>
          </a:xfrm>
        </p:grpSpPr>
        <p:sp>
          <p:nvSpPr>
            <p:cNvPr id="7542" name="Google Shape;7542;p66"/>
            <p:cNvSpPr/>
            <p:nvPr/>
          </p:nvSpPr>
          <p:spPr>
            <a:xfrm>
              <a:off x="-13004200" y="4079475"/>
              <a:ext cx="207150" cy="63050"/>
            </a:xfrm>
            <a:custGeom>
              <a:avLst/>
              <a:gdLst/>
              <a:ahLst/>
              <a:cxnLst/>
              <a:rect l="l" t="t" r="r" b="b"/>
              <a:pathLst>
                <a:path w="8286" h="2522" extrusionOk="0">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66"/>
            <p:cNvSpPr/>
            <p:nvPr/>
          </p:nvSpPr>
          <p:spPr>
            <a:xfrm>
              <a:off x="-13079025" y="4303175"/>
              <a:ext cx="354450" cy="130750"/>
            </a:xfrm>
            <a:custGeom>
              <a:avLst/>
              <a:gdLst/>
              <a:ahLst/>
              <a:cxnLst/>
              <a:rect l="l" t="t" r="r" b="b"/>
              <a:pathLst>
                <a:path w="14178" h="5230" extrusionOk="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66"/>
            <p:cNvSpPr/>
            <p:nvPr/>
          </p:nvSpPr>
          <p:spPr>
            <a:xfrm>
              <a:off x="-12986875" y="4313400"/>
              <a:ext cx="173300" cy="58300"/>
            </a:xfrm>
            <a:custGeom>
              <a:avLst/>
              <a:gdLst/>
              <a:ahLst/>
              <a:cxnLst/>
              <a:rect l="l" t="t" r="r" b="b"/>
              <a:pathLst>
                <a:path w="6932" h="2332" extrusionOk="0">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66"/>
            <p:cNvSpPr/>
            <p:nvPr/>
          </p:nvSpPr>
          <p:spPr>
            <a:xfrm>
              <a:off x="-13004200" y="4143275"/>
              <a:ext cx="206375" cy="166225"/>
            </a:xfrm>
            <a:custGeom>
              <a:avLst/>
              <a:gdLst/>
              <a:ahLst/>
              <a:cxnLst/>
              <a:rect l="l" t="t" r="r" b="b"/>
              <a:pathLst>
                <a:path w="8255" h="6649" extrusionOk="0">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6" name="Google Shape;7546;p66"/>
          <p:cNvGrpSpPr/>
          <p:nvPr/>
        </p:nvGrpSpPr>
        <p:grpSpPr>
          <a:xfrm>
            <a:off x="7511094" y="1387642"/>
            <a:ext cx="356221" cy="354670"/>
            <a:chOff x="-11292700" y="3213875"/>
            <a:chExt cx="353675" cy="352100"/>
          </a:xfrm>
        </p:grpSpPr>
        <p:sp>
          <p:nvSpPr>
            <p:cNvPr id="7547" name="Google Shape;7547;p66"/>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8" name="Google Shape;7548;p66"/>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9" name="Google Shape;7549;p66"/>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66"/>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66"/>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66"/>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66"/>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4" name="Google Shape;7554;p66"/>
          <p:cNvGrpSpPr/>
          <p:nvPr/>
        </p:nvGrpSpPr>
        <p:grpSpPr>
          <a:xfrm>
            <a:off x="7505152" y="1827581"/>
            <a:ext cx="368106" cy="356232"/>
            <a:chOff x="-11299000" y="3647875"/>
            <a:chExt cx="365475" cy="353650"/>
          </a:xfrm>
        </p:grpSpPr>
        <p:sp>
          <p:nvSpPr>
            <p:cNvPr id="7555" name="Google Shape;7555;p66"/>
            <p:cNvSpPr/>
            <p:nvPr/>
          </p:nvSpPr>
          <p:spPr>
            <a:xfrm>
              <a:off x="-11299000" y="3734700"/>
              <a:ext cx="142575" cy="134325"/>
            </a:xfrm>
            <a:custGeom>
              <a:avLst/>
              <a:gdLst/>
              <a:ahLst/>
              <a:cxnLst/>
              <a:rect l="l" t="t" r="r" b="b"/>
              <a:pathLst>
                <a:path w="5703" h="5373" extrusionOk="0">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66"/>
            <p:cNvSpPr/>
            <p:nvPr/>
          </p:nvSpPr>
          <p:spPr>
            <a:xfrm>
              <a:off x="-11076100" y="3734700"/>
              <a:ext cx="142575" cy="134325"/>
            </a:xfrm>
            <a:custGeom>
              <a:avLst/>
              <a:gdLst/>
              <a:ahLst/>
              <a:cxnLst/>
              <a:rect l="l" t="t" r="r" b="b"/>
              <a:pathLst>
                <a:path w="5703" h="5373" extrusionOk="0">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66"/>
            <p:cNvSpPr/>
            <p:nvPr/>
          </p:nvSpPr>
          <p:spPr>
            <a:xfrm>
              <a:off x="-11254900" y="3917225"/>
              <a:ext cx="124475" cy="84300"/>
            </a:xfrm>
            <a:custGeom>
              <a:avLst/>
              <a:gdLst/>
              <a:ahLst/>
              <a:cxnLst/>
              <a:rect l="l" t="t" r="r" b="b"/>
              <a:pathLst>
                <a:path w="4979" h="3372" extrusionOk="0">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66"/>
            <p:cNvSpPr/>
            <p:nvPr/>
          </p:nvSpPr>
          <p:spPr>
            <a:xfrm>
              <a:off x="-11099725" y="3838475"/>
              <a:ext cx="55150" cy="50425"/>
            </a:xfrm>
            <a:custGeom>
              <a:avLst/>
              <a:gdLst/>
              <a:ahLst/>
              <a:cxnLst/>
              <a:rect l="l" t="t" r="r" b="b"/>
              <a:pathLst>
                <a:path w="2206" h="2017" extrusionOk="0">
                  <a:moveTo>
                    <a:pt x="1197" y="0"/>
                  </a:moveTo>
                  <a:lnTo>
                    <a:pt x="0" y="914"/>
                  </a:lnTo>
                  <a:lnTo>
                    <a:pt x="1323" y="2017"/>
                  </a:lnTo>
                  <a:lnTo>
                    <a:pt x="2205" y="1040"/>
                  </a:lnTo>
                  <a:lnTo>
                    <a:pt x="11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66"/>
            <p:cNvSpPr/>
            <p:nvPr/>
          </p:nvSpPr>
          <p:spPr>
            <a:xfrm>
              <a:off x="-11187950" y="3836900"/>
              <a:ext cx="210325" cy="162275"/>
            </a:xfrm>
            <a:custGeom>
              <a:avLst/>
              <a:gdLst/>
              <a:ahLst/>
              <a:cxnLst/>
              <a:rect l="l" t="t" r="r" b="b"/>
              <a:pathLst>
                <a:path w="8413" h="6491" extrusionOk="0">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66"/>
            <p:cNvSpPr/>
            <p:nvPr/>
          </p:nvSpPr>
          <p:spPr>
            <a:xfrm>
              <a:off x="-11292700" y="3647875"/>
              <a:ext cx="353675" cy="87450"/>
            </a:xfrm>
            <a:custGeom>
              <a:avLst/>
              <a:gdLst/>
              <a:ahLst/>
              <a:cxnLst/>
              <a:rect l="l" t="t" r="r" b="b"/>
              <a:pathLst>
                <a:path w="14147" h="3498" extrusionOk="0">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1" name="Google Shape;7561;p66"/>
          <p:cNvGrpSpPr/>
          <p:nvPr/>
        </p:nvGrpSpPr>
        <p:grpSpPr>
          <a:xfrm>
            <a:off x="7520614" y="2283532"/>
            <a:ext cx="357808" cy="333240"/>
            <a:chOff x="-11295075" y="4092875"/>
            <a:chExt cx="355250" cy="330825"/>
          </a:xfrm>
        </p:grpSpPr>
        <p:sp>
          <p:nvSpPr>
            <p:cNvPr id="7562" name="Google Shape;7562;p66"/>
            <p:cNvSpPr/>
            <p:nvPr/>
          </p:nvSpPr>
          <p:spPr>
            <a:xfrm>
              <a:off x="-11084775" y="4196825"/>
              <a:ext cx="61475" cy="61475"/>
            </a:xfrm>
            <a:custGeom>
              <a:avLst/>
              <a:gdLst/>
              <a:ahLst/>
              <a:cxnLst/>
              <a:rect l="l" t="t" r="r" b="b"/>
              <a:pathLst>
                <a:path w="2459" h="2459" extrusionOk="0">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3" name="Google Shape;7563;p66"/>
            <p:cNvSpPr/>
            <p:nvPr/>
          </p:nvSpPr>
          <p:spPr>
            <a:xfrm>
              <a:off x="-11080050" y="4092875"/>
              <a:ext cx="140225" cy="269375"/>
            </a:xfrm>
            <a:custGeom>
              <a:avLst/>
              <a:gdLst/>
              <a:ahLst/>
              <a:cxnLst/>
              <a:rect l="l" t="t" r="r" b="b"/>
              <a:pathLst>
                <a:path w="5609" h="10775" extrusionOk="0">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66"/>
            <p:cNvSpPr/>
            <p:nvPr/>
          </p:nvSpPr>
          <p:spPr>
            <a:xfrm>
              <a:off x="-11230475" y="4320500"/>
              <a:ext cx="103975" cy="103200"/>
            </a:xfrm>
            <a:custGeom>
              <a:avLst/>
              <a:gdLst/>
              <a:ahLst/>
              <a:cxnLst/>
              <a:rect l="l" t="t" r="r" b="b"/>
              <a:pathLst>
                <a:path w="4159" h="4128" extrusionOk="0">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66"/>
            <p:cNvSpPr/>
            <p:nvPr/>
          </p:nvSpPr>
          <p:spPr>
            <a:xfrm>
              <a:off x="-11210000" y="4113350"/>
              <a:ext cx="137850" cy="226075"/>
            </a:xfrm>
            <a:custGeom>
              <a:avLst/>
              <a:gdLst/>
              <a:ahLst/>
              <a:cxnLst/>
              <a:rect l="l" t="t" r="r" b="b"/>
              <a:pathLst>
                <a:path w="5514" h="9043" extrusionOk="0">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66"/>
            <p:cNvSpPr/>
            <p:nvPr/>
          </p:nvSpPr>
          <p:spPr>
            <a:xfrm>
              <a:off x="-11295075" y="4153525"/>
              <a:ext cx="89825" cy="145725"/>
            </a:xfrm>
            <a:custGeom>
              <a:avLst/>
              <a:gdLst/>
              <a:ahLst/>
              <a:cxnLst/>
              <a:rect l="l" t="t" r="r" b="b"/>
              <a:pathLst>
                <a:path w="3593" h="5829" extrusionOk="0">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7" name="Google Shape;7567;p66"/>
          <p:cNvGrpSpPr/>
          <p:nvPr/>
        </p:nvGrpSpPr>
        <p:grpSpPr>
          <a:xfrm>
            <a:off x="5746214" y="2746580"/>
            <a:ext cx="312585" cy="355451"/>
            <a:chOff x="-9500075" y="3180800"/>
            <a:chExt cx="310350" cy="352875"/>
          </a:xfrm>
        </p:grpSpPr>
        <p:sp>
          <p:nvSpPr>
            <p:cNvPr id="7568" name="Google Shape;7568;p66"/>
            <p:cNvSpPr/>
            <p:nvPr/>
          </p:nvSpPr>
          <p:spPr>
            <a:xfrm>
              <a:off x="-9429175" y="3332825"/>
              <a:ext cx="82725" cy="55150"/>
            </a:xfrm>
            <a:custGeom>
              <a:avLst/>
              <a:gdLst/>
              <a:ahLst/>
              <a:cxnLst/>
              <a:rect l="l" t="t" r="r" b="b"/>
              <a:pathLst>
                <a:path w="3309" h="2206" extrusionOk="0">
                  <a:moveTo>
                    <a:pt x="1670" y="0"/>
                  </a:moveTo>
                  <a:lnTo>
                    <a:pt x="0" y="2205"/>
                  </a:lnTo>
                  <a:lnTo>
                    <a:pt x="3308" y="2205"/>
                  </a:ln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66"/>
            <p:cNvSpPr/>
            <p:nvPr/>
          </p:nvSpPr>
          <p:spPr>
            <a:xfrm>
              <a:off x="-9335450" y="3274525"/>
              <a:ext cx="19700" cy="19725"/>
            </a:xfrm>
            <a:custGeom>
              <a:avLst/>
              <a:gdLst/>
              <a:ahLst/>
              <a:cxnLst/>
              <a:rect l="l" t="t" r="r" b="b"/>
              <a:pathLst>
                <a:path w="788" h="789" extrusionOk="0">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66"/>
            <p:cNvSpPr/>
            <p:nvPr/>
          </p:nvSpPr>
          <p:spPr>
            <a:xfrm>
              <a:off x="-9330725" y="3351725"/>
              <a:ext cx="62250" cy="36250"/>
            </a:xfrm>
            <a:custGeom>
              <a:avLst/>
              <a:gdLst/>
              <a:ahLst/>
              <a:cxnLst/>
              <a:rect l="l" t="t" r="r" b="b"/>
              <a:pathLst>
                <a:path w="2490" h="1450" extrusionOk="0">
                  <a:moveTo>
                    <a:pt x="1040" y="0"/>
                  </a:moveTo>
                  <a:lnTo>
                    <a:pt x="0" y="977"/>
                  </a:lnTo>
                  <a:lnTo>
                    <a:pt x="410" y="1449"/>
                  </a:lnTo>
                  <a:lnTo>
                    <a:pt x="2489" y="1449"/>
                  </a:lnTo>
                  <a:lnTo>
                    <a:pt x="10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1" name="Google Shape;7571;p66"/>
            <p:cNvSpPr/>
            <p:nvPr/>
          </p:nvSpPr>
          <p:spPr>
            <a:xfrm>
              <a:off x="-9440200" y="3220975"/>
              <a:ext cx="186675" cy="152025"/>
            </a:xfrm>
            <a:custGeom>
              <a:avLst/>
              <a:gdLst/>
              <a:ahLst/>
              <a:cxnLst/>
              <a:rect l="l" t="t" r="r" b="b"/>
              <a:pathLst>
                <a:path w="7467" h="6081" extrusionOk="0">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2" name="Google Shape;7572;p66"/>
            <p:cNvSpPr/>
            <p:nvPr/>
          </p:nvSpPr>
          <p:spPr>
            <a:xfrm>
              <a:off x="-9500075" y="3222550"/>
              <a:ext cx="310350" cy="228425"/>
            </a:xfrm>
            <a:custGeom>
              <a:avLst/>
              <a:gdLst/>
              <a:ahLst/>
              <a:cxnLst/>
              <a:rect l="l" t="t" r="r" b="b"/>
              <a:pathLst>
                <a:path w="12414" h="9137" extrusionOk="0">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66"/>
            <p:cNvSpPr/>
            <p:nvPr/>
          </p:nvSpPr>
          <p:spPr>
            <a:xfrm>
              <a:off x="-9398475" y="3180800"/>
              <a:ext cx="103200" cy="21300"/>
            </a:xfrm>
            <a:custGeom>
              <a:avLst/>
              <a:gdLst/>
              <a:ahLst/>
              <a:cxnLst/>
              <a:rect l="l" t="t" r="r" b="b"/>
              <a:pathLst>
                <a:path w="4128" h="852" extrusionOk="0">
                  <a:moveTo>
                    <a:pt x="820" y="1"/>
                  </a:moveTo>
                  <a:cubicBezTo>
                    <a:pt x="347" y="1"/>
                    <a:pt x="1" y="379"/>
                    <a:pt x="1" y="851"/>
                  </a:cubicBezTo>
                  <a:lnTo>
                    <a:pt x="4128" y="851"/>
                  </a:lnTo>
                  <a:cubicBezTo>
                    <a:pt x="4128" y="379"/>
                    <a:pt x="3781" y="1"/>
                    <a:pt x="3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4" name="Google Shape;7574;p66"/>
            <p:cNvSpPr/>
            <p:nvPr/>
          </p:nvSpPr>
          <p:spPr>
            <a:xfrm>
              <a:off x="-9460700" y="3471450"/>
              <a:ext cx="41775" cy="62225"/>
            </a:xfrm>
            <a:custGeom>
              <a:avLst/>
              <a:gdLst/>
              <a:ahLst/>
              <a:cxnLst/>
              <a:rect l="l" t="t" r="r" b="b"/>
              <a:pathLst>
                <a:path w="1671" h="2489" extrusionOk="0">
                  <a:moveTo>
                    <a:pt x="1" y="0"/>
                  </a:moveTo>
                  <a:lnTo>
                    <a:pt x="1" y="1670"/>
                  </a:lnTo>
                  <a:cubicBezTo>
                    <a:pt x="1" y="2142"/>
                    <a:pt x="347" y="2489"/>
                    <a:pt x="820" y="2489"/>
                  </a:cubicBezTo>
                  <a:cubicBezTo>
                    <a:pt x="1293" y="2489"/>
                    <a:pt x="1671" y="2142"/>
                    <a:pt x="1671" y="1670"/>
                  </a:cubicBezTo>
                  <a:lnTo>
                    <a:pt x="1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66"/>
            <p:cNvSpPr/>
            <p:nvPr/>
          </p:nvSpPr>
          <p:spPr>
            <a:xfrm>
              <a:off x="-9274800" y="3471450"/>
              <a:ext cx="41750" cy="62225"/>
            </a:xfrm>
            <a:custGeom>
              <a:avLst/>
              <a:gdLst/>
              <a:ahLst/>
              <a:cxnLst/>
              <a:rect l="l" t="t" r="r" b="b"/>
              <a:pathLst>
                <a:path w="1670" h="2489" extrusionOk="0">
                  <a:moveTo>
                    <a:pt x="0" y="0"/>
                  </a:moveTo>
                  <a:lnTo>
                    <a:pt x="0" y="1670"/>
                  </a:lnTo>
                  <a:cubicBezTo>
                    <a:pt x="0" y="2142"/>
                    <a:pt x="378" y="2489"/>
                    <a:pt x="851" y="2489"/>
                  </a:cubicBezTo>
                  <a:cubicBezTo>
                    <a:pt x="1323" y="2489"/>
                    <a:pt x="1670" y="2142"/>
                    <a:pt x="1670" y="1670"/>
                  </a:cubicBez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66"/>
            <p:cNvSpPr/>
            <p:nvPr/>
          </p:nvSpPr>
          <p:spPr>
            <a:xfrm>
              <a:off x="-9398475" y="3471450"/>
              <a:ext cx="103200" cy="20500"/>
            </a:xfrm>
            <a:custGeom>
              <a:avLst/>
              <a:gdLst/>
              <a:ahLst/>
              <a:cxnLst/>
              <a:rect l="l" t="t" r="r" b="b"/>
              <a:pathLst>
                <a:path w="4128" h="820" extrusionOk="0">
                  <a:moveTo>
                    <a:pt x="1" y="0"/>
                  </a:moveTo>
                  <a:lnTo>
                    <a:pt x="1" y="819"/>
                  </a:lnTo>
                  <a:lnTo>
                    <a:pt x="4128" y="819"/>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7" name="Google Shape;7577;p66"/>
          <p:cNvGrpSpPr/>
          <p:nvPr/>
        </p:nvGrpSpPr>
        <p:grpSpPr>
          <a:xfrm>
            <a:off x="5724005" y="3222095"/>
            <a:ext cx="356221" cy="356257"/>
            <a:chOff x="-9523700" y="3614000"/>
            <a:chExt cx="353675" cy="353675"/>
          </a:xfrm>
        </p:grpSpPr>
        <p:sp>
          <p:nvSpPr>
            <p:cNvPr id="7578" name="Google Shape;7578;p66"/>
            <p:cNvSpPr/>
            <p:nvPr/>
          </p:nvSpPr>
          <p:spPr>
            <a:xfrm>
              <a:off x="-95237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66"/>
            <p:cNvSpPr/>
            <p:nvPr/>
          </p:nvSpPr>
          <p:spPr>
            <a:xfrm>
              <a:off x="-9515825" y="3656525"/>
              <a:ext cx="116600" cy="195350"/>
            </a:xfrm>
            <a:custGeom>
              <a:avLst/>
              <a:gdLst/>
              <a:ahLst/>
              <a:cxnLst/>
              <a:rect l="l" t="t" r="r" b="b"/>
              <a:pathLst>
                <a:path w="4664" h="7814" extrusionOk="0">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66"/>
            <p:cNvSpPr/>
            <p:nvPr/>
          </p:nvSpPr>
          <p:spPr>
            <a:xfrm>
              <a:off x="-9481175" y="3614000"/>
              <a:ext cx="80375" cy="37050"/>
            </a:xfrm>
            <a:custGeom>
              <a:avLst/>
              <a:gdLst/>
              <a:ahLst/>
              <a:cxnLst/>
              <a:rect l="l" t="t" r="r" b="b"/>
              <a:pathLst>
                <a:path w="3215" h="1482" extrusionOk="0">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66"/>
            <p:cNvSpPr/>
            <p:nvPr/>
          </p:nvSpPr>
          <p:spPr>
            <a:xfrm>
              <a:off x="-92945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2" name="Google Shape;7582;p66"/>
            <p:cNvSpPr/>
            <p:nvPr/>
          </p:nvSpPr>
          <p:spPr>
            <a:xfrm>
              <a:off x="-9294500" y="3656525"/>
              <a:ext cx="116600" cy="195350"/>
            </a:xfrm>
            <a:custGeom>
              <a:avLst/>
              <a:gdLst/>
              <a:ahLst/>
              <a:cxnLst/>
              <a:rect l="l" t="t" r="r" b="b"/>
              <a:pathLst>
                <a:path w="4664" h="7814" extrusionOk="0">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3" name="Google Shape;7583;p66"/>
            <p:cNvSpPr/>
            <p:nvPr/>
          </p:nvSpPr>
          <p:spPr>
            <a:xfrm>
              <a:off x="-9294500" y="3615575"/>
              <a:ext cx="81150" cy="36250"/>
            </a:xfrm>
            <a:custGeom>
              <a:avLst/>
              <a:gdLst/>
              <a:ahLst/>
              <a:cxnLst/>
              <a:rect l="l" t="t" r="r" b="b"/>
              <a:pathLst>
                <a:path w="3246" h="1450" extrusionOk="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66"/>
            <p:cNvSpPr/>
            <p:nvPr/>
          </p:nvSpPr>
          <p:spPr>
            <a:xfrm>
              <a:off x="-9378775" y="3822725"/>
              <a:ext cx="63025" cy="41750"/>
            </a:xfrm>
            <a:custGeom>
              <a:avLst/>
              <a:gdLst/>
              <a:ahLst/>
              <a:cxnLst/>
              <a:rect l="l" t="t" r="r" b="b"/>
              <a:pathLst>
                <a:path w="2521" h="1670" extrusionOk="0">
                  <a:moveTo>
                    <a:pt x="0" y="0"/>
                  </a:moveTo>
                  <a:lnTo>
                    <a:pt x="0" y="1670"/>
                  </a:lnTo>
                  <a:lnTo>
                    <a:pt x="2521" y="1670"/>
                  </a:lnTo>
                  <a:lnTo>
                    <a:pt x="2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66"/>
            <p:cNvSpPr/>
            <p:nvPr/>
          </p:nvSpPr>
          <p:spPr>
            <a:xfrm>
              <a:off x="-9336250" y="3739225"/>
              <a:ext cx="21300" cy="63050"/>
            </a:xfrm>
            <a:custGeom>
              <a:avLst/>
              <a:gdLst/>
              <a:ahLst/>
              <a:cxnLst/>
              <a:rect l="l" t="t" r="r" b="b"/>
              <a:pathLst>
                <a:path w="852" h="2522" extrusionOk="0">
                  <a:moveTo>
                    <a:pt x="1" y="1"/>
                  </a:moveTo>
                  <a:lnTo>
                    <a:pt x="1" y="2521"/>
                  </a:lnTo>
                  <a:lnTo>
                    <a:pt x="851" y="2521"/>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66"/>
            <p:cNvSpPr/>
            <p:nvPr/>
          </p:nvSpPr>
          <p:spPr>
            <a:xfrm>
              <a:off x="-9378775" y="3739225"/>
              <a:ext cx="20500" cy="63050"/>
            </a:xfrm>
            <a:custGeom>
              <a:avLst/>
              <a:gdLst/>
              <a:ahLst/>
              <a:cxnLst/>
              <a:rect l="l" t="t" r="r" b="b"/>
              <a:pathLst>
                <a:path w="820" h="2522" extrusionOk="0">
                  <a:moveTo>
                    <a:pt x="0" y="1"/>
                  </a:moveTo>
                  <a:lnTo>
                    <a:pt x="0" y="2521"/>
                  </a:lnTo>
                  <a:lnTo>
                    <a:pt x="820" y="2521"/>
                  </a:lnTo>
                  <a:lnTo>
                    <a:pt x="8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7" name="Google Shape;7587;p66"/>
          <p:cNvGrpSpPr/>
          <p:nvPr/>
        </p:nvGrpSpPr>
        <p:grpSpPr>
          <a:xfrm>
            <a:off x="7508956" y="3244737"/>
            <a:ext cx="356221" cy="354670"/>
            <a:chOff x="-9523700" y="4049550"/>
            <a:chExt cx="353675" cy="352100"/>
          </a:xfrm>
        </p:grpSpPr>
        <p:sp>
          <p:nvSpPr>
            <p:cNvPr id="7588" name="Google Shape;7588;p66"/>
            <p:cNvSpPr/>
            <p:nvPr/>
          </p:nvSpPr>
          <p:spPr>
            <a:xfrm>
              <a:off x="-9523700" y="4049550"/>
              <a:ext cx="82725" cy="82725"/>
            </a:xfrm>
            <a:custGeom>
              <a:avLst/>
              <a:gdLst/>
              <a:ahLst/>
              <a:cxnLst/>
              <a:rect l="l" t="t" r="r" b="b"/>
              <a:pathLst>
                <a:path w="3309" h="3309" extrusionOk="0">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66"/>
            <p:cNvSpPr/>
            <p:nvPr/>
          </p:nvSpPr>
          <p:spPr>
            <a:xfrm>
              <a:off x="-9523700" y="4148800"/>
              <a:ext cx="82725" cy="252850"/>
            </a:xfrm>
            <a:custGeom>
              <a:avLst/>
              <a:gdLst/>
              <a:ahLst/>
              <a:cxnLst/>
              <a:rect l="l" t="t" r="r" b="b"/>
              <a:pathLst>
                <a:path w="3309" h="10114" extrusionOk="0">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66"/>
            <p:cNvSpPr/>
            <p:nvPr/>
          </p:nvSpPr>
          <p:spPr>
            <a:xfrm>
              <a:off x="-9252750" y="4049550"/>
              <a:ext cx="82725" cy="82725"/>
            </a:xfrm>
            <a:custGeom>
              <a:avLst/>
              <a:gdLst/>
              <a:ahLst/>
              <a:cxnLst/>
              <a:rect l="l" t="t" r="r" b="b"/>
              <a:pathLst>
                <a:path w="3309" h="3309" extrusionOk="0">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66"/>
            <p:cNvSpPr/>
            <p:nvPr/>
          </p:nvSpPr>
          <p:spPr>
            <a:xfrm>
              <a:off x="-9252750" y="4148800"/>
              <a:ext cx="82725" cy="252850"/>
            </a:xfrm>
            <a:custGeom>
              <a:avLst/>
              <a:gdLst/>
              <a:ahLst/>
              <a:cxnLst/>
              <a:rect l="l" t="t" r="r" b="b"/>
              <a:pathLst>
                <a:path w="3309" h="10114" extrusionOk="0">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66"/>
            <p:cNvSpPr/>
            <p:nvPr/>
          </p:nvSpPr>
          <p:spPr>
            <a:xfrm>
              <a:off x="-9440200" y="4214950"/>
              <a:ext cx="187475" cy="167000"/>
            </a:xfrm>
            <a:custGeom>
              <a:avLst/>
              <a:gdLst/>
              <a:ahLst/>
              <a:cxnLst/>
              <a:rect l="l" t="t" r="r" b="b"/>
              <a:pathLst>
                <a:path w="7499" h="6680" extrusionOk="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66"/>
            <p:cNvSpPr/>
            <p:nvPr/>
          </p:nvSpPr>
          <p:spPr>
            <a:xfrm>
              <a:off x="-9393750" y="4214950"/>
              <a:ext cx="93750" cy="104000"/>
            </a:xfrm>
            <a:custGeom>
              <a:avLst/>
              <a:gdLst/>
              <a:ahLst/>
              <a:cxnLst/>
              <a:rect l="l" t="t" r="r" b="b"/>
              <a:pathLst>
                <a:path w="3750" h="4160" extrusionOk="0">
                  <a:moveTo>
                    <a:pt x="1828" y="1"/>
                  </a:moveTo>
                  <a:lnTo>
                    <a:pt x="1" y="4159"/>
                  </a:lnTo>
                  <a:lnTo>
                    <a:pt x="3750" y="4159"/>
                  </a:lnTo>
                  <a:lnTo>
                    <a:pt x="19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66"/>
            <p:cNvSpPr/>
            <p:nvPr/>
          </p:nvSpPr>
          <p:spPr>
            <a:xfrm>
              <a:off x="-9440200" y="4140125"/>
              <a:ext cx="187475" cy="32325"/>
            </a:xfrm>
            <a:custGeom>
              <a:avLst/>
              <a:gdLst/>
              <a:ahLst/>
              <a:cxnLst/>
              <a:rect l="l" t="t" r="r" b="b"/>
              <a:pathLst>
                <a:path w="7499" h="1293" extrusionOk="0">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5" name="Google Shape;7595;p66"/>
          <p:cNvGrpSpPr/>
          <p:nvPr/>
        </p:nvGrpSpPr>
        <p:grpSpPr>
          <a:xfrm>
            <a:off x="7065071" y="3244710"/>
            <a:ext cx="357002" cy="311029"/>
            <a:chOff x="-8209150" y="3659675"/>
            <a:chExt cx="354450" cy="308775"/>
          </a:xfrm>
        </p:grpSpPr>
        <p:sp>
          <p:nvSpPr>
            <p:cNvPr id="7596" name="Google Shape;7596;p66"/>
            <p:cNvSpPr/>
            <p:nvPr/>
          </p:nvSpPr>
          <p:spPr>
            <a:xfrm>
              <a:off x="-8209150" y="3907775"/>
              <a:ext cx="353675" cy="60675"/>
            </a:xfrm>
            <a:custGeom>
              <a:avLst/>
              <a:gdLst/>
              <a:ahLst/>
              <a:cxnLst/>
              <a:rect l="l" t="t" r="r" b="b"/>
              <a:pathLst>
                <a:path w="14147" h="2427" extrusionOk="0">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66"/>
            <p:cNvSpPr/>
            <p:nvPr/>
          </p:nvSpPr>
          <p:spPr>
            <a:xfrm>
              <a:off x="-8188675" y="3825075"/>
              <a:ext cx="311125" cy="63050"/>
            </a:xfrm>
            <a:custGeom>
              <a:avLst/>
              <a:gdLst/>
              <a:ahLst/>
              <a:cxnLst/>
              <a:rect l="l" t="t" r="r" b="b"/>
              <a:pathLst>
                <a:path w="12445" h="2522" extrusionOk="0">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66"/>
            <p:cNvSpPr/>
            <p:nvPr/>
          </p:nvSpPr>
          <p:spPr>
            <a:xfrm>
              <a:off x="-7913800" y="3743175"/>
              <a:ext cx="59100" cy="62250"/>
            </a:xfrm>
            <a:custGeom>
              <a:avLst/>
              <a:gdLst/>
              <a:ahLst/>
              <a:cxnLst/>
              <a:rect l="l" t="t" r="r" b="b"/>
              <a:pathLst>
                <a:path w="2364" h="2490" extrusionOk="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66"/>
            <p:cNvSpPr/>
            <p:nvPr/>
          </p:nvSpPr>
          <p:spPr>
            <a:xfrm>
              <a:off x="-8105975" y="3659675"/>
              <a:ext cx="185125" cy="145750"/>
            </a:xfrm>
            <a:custGeom>
              <a:avLst/>
              <a:gdLst/>
              <a:ahLst/>
              <a:cxnLst/>
              <a:rect l="l" t="t" r="r" b="b"/>
              <a:pathLst>
                <a:path w="7405" h="5830" extrusionOk="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66"/>
            <p:cNvSpPr/>
            <p:nvPr/>
          </p:nvSpPr>
          <p:spPr>
            <a:xfrm>
              <a:off x="-8168975" y="3700625"/>
              <a:ext cx="91375" cy="104000"/>
            </a:xfrm>
            <a:custGeom>
              <a:avLst/>
              <a:gdLst/>
              <a:ahLst/>
              <a:cxnLst/>
              <a:rect l="l" t="t" r="r" b="b"/>
              <a:pathLst>
                <a:path w="3655" h="4160" extrusionOk="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66"/>
            <p:cNvSpPr/>
            <p:nvPr/>
          </p:nvSpPr>
          <p:spPr>
            <a:xfrm>
              <a:off x="-8209150" y="3742375"/>
              <a:ext cx="50425" cy="61475"/>
            </a:xfrm>
            <a:custGeom>
              <a:avLst/>
              <a:gdLst/>
              <a:ahLst/>
              <a:cxnLst/>
              <a:rect l="l" t="t" r="r" b="b"/>
              <a:pathLst>
                <a:path w="2017" h="2459" extrusionOk="0">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2" name="Google Shape;7602;p66"/>
          <p:cNvGrpSpPr/>
          <p:nvPr/>
        </p:nvGrpSpPr>
        <p:grpSpPr>
          <a:xfrm>
            <a:off x="6178632" y="2273623"/>
            <a:ext cx="356221" cy="353059"/>
            <a:chOff x="-12643475" y="4081850"/>
            <a:chExt cx="353675" cy="350500"/>
          </a:xfrm>
        </p:grpSpPr>
        <p:sp>
          <p:nvSpPr>
            <p:cNvPr id="7603" name="Google Shape;7603;p66"/>
            <p:cNvSpPr/>
            <p:nvPr/>
          </p:nvSpPr>
          <p:spPr>
            <a:xfrm>
              <a:off x="-12552125" y="4262400"/>
              <a:ext cx="22875" cy="20125"/>
            </a:xfrm>
            <a:custGeom>
              <a:avLst/>
              <a:gdLst/>
              <a:ahLst/>
              <a:cxnLst/>
              <a:rect l="l" t="t" r="r" b="b"/>
              <a:pathLst>
                <a:path w="915" h="805" extrusionOk="0">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4" name="Google Shape;7604;p66"/>
            <p:cNvSpPr/>
            <p:nvPr/>
          </p:nvSpPr>
          <p:spPr>
            <a:xfrm>
              <a:off x="-12480450" y="4241725"/>
              <a:ext cx="69350" cy="47275"/>
            </a:xfrm>
            <a:custGeom>
              <a:avLst/>
              <a:gdLst/>
              <a:ahLst/>
              <a:cxnLst/>
              <a:rect l="l" t="t" r="r" b="b"/>
              <a:pathLst>
                <a:path w="2774" h="1891" extrusionOk="0">
                  <a:moveTo>
                    <a:pt x="568" y="1"/>
                  </a:moveTo>
                  <a:lnTo>
                    <a:pt x="1" y="568"/>
                  </a:lnTo>
                  <a:lnTo>
                    <a:pt x="2206" y="1891"/>
                  </a:lnTo>
                  <a:lnTo>
                    <a:pt x="2773" y="1324"/>
                  </a:lnTo>
                  <a:lnTo>
                    <a:pt x="5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5" name="Google Shape;7605;p66"/>
            <p:cNvSpPr/>
            <p:nvPr/>
          </p:nvSpPr>
          <p:spPr>
            <a:xfrm>
              <a:off x="-12643475" y="4081850"/>
              <a:ext cx="353675" cy="350500"/>
            </a:xfrm>
            <a:custGeom>
              <a:avLst/>
              <a:gdLst/>
              <a:ahLst/>
              <a:cxnLst/>
              <a:rect l="l" t="t" r="r" b="b"/>
              <a:pathLst>
                <a:path w="14147" h="14020" extrusionOk="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6" name="Google Shape;7606;p66"/>
            <p:cNvSpPr/>
            <p:nvPr/>
          </p:nvSpPr>
          <p:spPr>
            <a:xfrm>
              <a:off x="-12493050" y="4319900"/>
              <a:ext cx="22875" cy="20900"/>
            </a:xfrm>
            <a:custGeom>
              <a:avLst/>
              <a:gdLst/>
              <a:ahLst/>
              <a:cxnLst/>
              <a:rect l="l" t="t" r="r" b="b"/>
              <a:pathLst>
                <a:path w="915" h="836" extrusionOk="0">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07" name="Google Shape;7607;p66"/>
          <p:cNvSpPr/>
          <p:nvPr/>
        </p:nvSpPr>
        <p:spPr>
          <a:xfrm>
            <a:off x="7991737" y="1828263"/>
            <a:ext cx="273732" cy="354519"/>
          </a:xfrm>
          <a:custGeom>
            <a:avLst/>
            <a:gdLst/>
            <a:ahLst/>
            <a:cxnLst/>
            <a:rect l="l" t="t" r="r" b="b"/>
            <a:pathLst>
              <a:path w="10871" h="14078" extrusionOk="0">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08" name="Google Shape;7608;p66"/>
          <p:cNvGrpSpPr/>
          <p:nvPr/>
        </p:nvGrpSpPr>
        <p:grpSpPr>
          <a:xfrm>
            <a:off x="7961232" y="2283532"/>
            <a:ext cx="356221" cy="333240"/>
            <a:chOff x="-10858725" y="4092875"/>
            <a:chExt cx="353675" cy="330825"/>
          </a:xfrm>
        </p:grpSpPr>
        <p:sp>
          <p:nvSpPr>
            <p:cNvPr id="7609" name="Google Shape;7609;p66"/>
            <p:cNvSpPr/>
            <p:nvPr/>
          </p:nvSpPr>
          <p:spPr>
            <a:xfrm>
              <a:off x="-10795700" y="42370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66"/>
            <p:cNvSpPr/>
            <p:nvPr/>
          </p:nvSpPr>
          <p:spPr>
            <a:xfrm>
              <a:off x="-10713000" y="41543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66"/>
            <p:cNvSpPr/>
            <p:nvPr/>
          </p:nvSpPr>
          <p:spPr>
            <a:xfrm>
              <a:off x="-10713000" y="4320500"/>
              <a:ext cx="41750" cy="40975"/>
            </a:xfrm>
            <a:custGeom>
              <a:avLst/>
              <a:gdLst/>
              <a:ahLst/>
              <a:cxnLst/>
              <a:rect l="l" t="t" r="r" b="b"/>
              <a:pathLst>
                <a:path w="1670" h="1639" extrusionOk="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2" name="Google Shape;7612;p66"/>
            <p:cNvSpPr/>
            <p:nvPr/>
          </p:nvSpPr>
          <p:spPr>
            <a:xfrm>
              <a:off x="-10858725" y="4092875"/>
              <a:ext cx="331625" cy="330825"/>
            </a:xfrm>
            <a:custGeom>
              <a:avLst/>
              <a:gdLst/>
              <a:ahLst/>
              <a:cxnLst/>
              <a:rect l="l" t="t" r="r" b="b"/>
              <a:pathLst>
                <a:path w="13265" h="13233" extrusionOk="0">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66"/>
            <p:cNvSpPr/>
            <p:nvPr/>
          </p:nvSpPr>
          <p:spPr>
            <a:xfrm>
              <a:off x="-10630300" y="4237000"/>
              <a:ext cx="41750" cy="41775"/>
            </a:xfrm>
            <a:custGeom>
              <a:avLst/>
              <a:gdLst/>
              <a:ahLst/>
              <a:cxnLst/>
              <a:rect l="l" t="t" r="r" b="b"/>
              <a:pathLst>
                <a:path w="1670" h="1671" extrusionOk="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66"/>
            <p:cNvSpPr/>
            <p:nvPr/>
          </p:nvSpPr>
          <p:spPr>
            <a:xfrm>
              <a:off x="-10607475" y="4340975"/>
              <a:ext cx="102425" cy="82725"/>
            </a:xfrm>
            <a:custGeom>
              <a:avLst/>
              <a:gdLst/>
              <a:ahLst/>
              <a:cxnLst/>
              <a:rect l="l" t="t" r="r" b="b"/>
              <a:pathLst>
                <a:path w="4097" h="3309" extrusionOk="0">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5" name="Google Shape;7615;p66"/>
          <p:cNvGrpSpPr/>
          <p:nvPr/>
        </p:nvGrpSpPr>
        <p:grpSpPr>
          <a:xfrm>
            <a:off x="6219755" y="3222498"/>
            <a:ext cx="252278" cy="355451"/>
            <a:chOff x="-9039300" y="3614000"/>
            <a:chExt cx="250475" cy="352875"/>
          </a:xfrm>
        </p:grpSpPr>
        <p:sp>
          <p:nvSpPr>
            <p:cNvPr id="7616" name="Google Shape;7616;p66"/>
            <p:cNvSpPr/>
            <p:nvPr/>
          </p:nvSpPr>
          <p:spPr>
            <a:xfrm>
              <a:off x="-8944000" y="3614000"/>
              <a:ext cx="63025" cy="63025"/>
            </a:xfrm>
            <a:custGeom>
              <a:avLst/>
              <a:gdLst/>
              <a:ahLst/>
              <a:cxnLst/>
              <a:rect l="l" t="t" r="r" b="b"/>
              <a:pathLst>
                <a:path w="2521" h="2521" extrusionOk="0">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7" name="Google Shape;7617;p66"/>
            <p:cNvSpPr/>
            <p:nvPr/>
          </p:nvSpPr>
          <p:spPr>
            <a:xfrm>
              <a:off x="-9039300" y="3696700"/>
              <a:ext cx="250475" cy="270175"/>
            </a:xfrm>
            <a:custGeom>
              <a:avLst/>
              <a:gdLst/>
              <a:ahLst/>
              <a:cxnLst/>
              <a:rect l="l" t="t" r="r" b="b"/>
              <a:pathLst>
                <a:path w="10019" h="10807" extrusionOk="0">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8" name="Google Shape;7618;p66"/>
          <p:cNvGrpSpPr/>
          <p:nvPr/>
        </p:nvGrpSpPr>
        <p:grpSpPr>
          <a:xfrm>
            <a:off x="7951721" y="3244737"/>
            <a:ext cx="354635" cy="354670"/>
            <a:chOff x="-9088150" y="4049550"/>
            <a:chExt cx="352100" cy="352100"/>
          </a:xfrm>
        </p:grpSpPr>
        <p:sp>
          <p:nvSpPr>
            <p:cNvPr id="7619" name="Google Shape;7619;p66"/>
            <p:cNvSpPr/>
            <p:nvPr/>
          </p:nvSpPr>
          <p:spPr>
            <a:xfrm>
              <a:off x="-9047975" y="4049550"/>
              <a:ext cx="290650" cy="165425"/>
            </a:xfrm>
            <a:custGeom>
              <a:avLst/>
              <a:gdLst/>
              <a:ahLst/>
              <a:cxnLst/>
              <a:rect l="l" t="t" r="r" b="b"/>
              <a:pathLst>
                <a:path w="11626" h="6617" extrusionOk="0">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0" name="Google Shape;7620;p66"/>
            <p:cNvSpPr/>
            <p:nvPr/>
          </p:nvSpPr>
          <p:spPr>
            <a:xfrm>
              <a:off x="-8964475" y="4157450"/>
              <a:ext cx="20500" cy="57525"/>
            </a:xfrm>
            <a:custGeom>
              <a:avLst/>
              <a:gdLst/>
              <a:ahLst/>
              <a:cxnLst/>
              <a:rect l="l" t="t" r="r" b="b"/>
              <a:pathLst>
                <a:path w="820" h="2301" extrusionOk="0">
                  <a:moveTo>
                    <a:pt x="0" y="1"/>
                  </a:moveTo>
                  <a:lnTo>
                    <a:pt x="0" y="2301"/>
                  </a:lnTo>
                  <a:lnTo>
                    <a:pt x="819" y="2301"/>
                  </a:lnTo>
                  <a:lnTo>
                    <a:pt x="819" y="946"/>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66"/>
            <p:cNvSpPr/>
            <p:nvPr/>
          </p:nvSpPr>
          <p:spPr>
            <a:xfrm>
              <a:off x="-9088150" y="4235425"/>
              <a:ext cx="352100" cy="82725"/>
            </a:xfrm>
            <a:custGeom>
              <a:avLst/>
              <a:gdLst/>
              <a:ahLst/>
              <a:cxnLst/>
              <a:rect l="l" t="t" r="r" b="b"/>
              <a:pathLst>
                <a:path w="14084" h="3309" extrusionOk="0">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66"/>
            <p:cNvSpPr/>
            <p:nvPr/>
          </p:nvSpPr>
          <p:spPr>
            <a:xfrm>
              <a:off x="-9064525" y="4338600"/>
              <a:ext cx="53600" cy="63050"/>
            </a:xfrm>
            <a:custGeom>
              <a:avLst/>
              <a:gdLst/>
              <a:ahLst/>
              <a:cxnLst/>
              <a:rect l="l" t="t" r="r" b="b"/>
              <a:pathLst>
                <a:path w="2144" h="2522" extrusionOk="0">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66"/>
            <p:cNvSpPr/>
            <p:nvPr/>
          </p:nvSpPr>
          <p:spPr>
            <a:xfrm>
              <a:off x="-8898325" y="4338600"/>
              <a:ext cx="54375" cy="63050"/>
            </a:xfrm>
            <a:custGeom>
              <a:avLst/>
              <a:gdLst/>
              <a:ahLst/>
              <a:cxnLst/>
              <a:rect l="l" t="t" r="r" b="b"/>
              <a:pathLst>
                <a:path w="2175" h="2522" extrusionOk="0">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66"/>
            <p:cNvSpPr/>
            <p:nvPr/>
          </p:nvSpPr>
          <p:spPr>
            <a:xfrm>
              <a:off x="-8814850" y="4338600"/>
              <a:ext cx="54375" cy="63050"/>
            </a:xfrm>
            <a:custGeom>
              <a:avLst/>
              <a:gdLst/>
              <a:ahLst/>
              <a:cxnLst/>
              <a:rect l="l" t="t" r="r" b="b"/>
              <a:pathLst>
                <a:path w="2175" h="2522" extrusionOk="0">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5" name="Google Shape;7625;p66"/>
          <p:cNvGrpSpPr/>
          <p:nvPr/>
        </p:nvGrpSpPr>
        <p:grpSpPr>
          <a:xfrm>
            <a:off x="7086085" y="2746970"/>
            <a:ext cx="315757" cy="354670"/>
            <a:chOff x="-8191825" y="3174500"/>
            <a:chExt cx="313500" cy="352100"/>
          </a:xfrm>
        </p:grpSpPr>
        <p:sp>
          <p:nvSpPr>
            <p:cNvPr id="7626" name="Google Shape;7626;p66"/>
            <p:cNvSpPr/>
            <p:nvPr/>
          </p:nvSpPr>
          <p:spPr>
            <a:xfrm>
              <a:off x="-8191825" y="3486400"/>
              <a:ext cx="310350" cy="40200"/>
            </a:xfrm>
            <a:custGeom>
              <a:avLst/>
              <a:gdLst/>
              <a:ahLst/>
              <a:cxnLst/>
              <a:rect l="l" t="t" r="r" b="b"/>
              <a:pathLst>
                <a:path w="12414" h="1608" extrusionOk="0">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66"/>
            <p:cNvSpPr/>
            <p:nvPr/>
          </p:nvSpPr>
          <p:spPr>
            <a:xfrm>
              <a:off x="-8188675" y="3318650"/>
              <a:ext cx="310350" cy="146500"/>
            </a:xfrm>
            <a:custGeom>
              <a:avLst/>
              <a:gdLst/>
              <a:ahLst/>
              <a:cxnLst/>
              <a:rect l="l" t="t" r="r" b="b"/>
              <a:pathLst>
                <a:path w="12414" h="5860" extrusionOk="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66"/>
            <p:cNvSpPr/>
            <p:nvPr/>
          </p:nvSpPr>
          <p:spPr>
            <a:xfrm>
              <a:off x="-8169775" y="3174500"/>
              <a:ext cx="267825" cy="129975"/>
            </a:xfrm>
            <a:custGeom>
              <a:avLst/>
              <a:gdLst/>
              <a:ahLst/>
              <a:cxnLst/>
              <a:rect l="l" t="t" r="r" b="b"/>
              <a:pathLst>
                <a:path w="10713" h="5199" extrusionOk="0">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9" name="Google Shape;7629;p66"/>
          <p:cNvGrpSpPr/>
          <p:nvPr/>
        </p:nvGrpSpPr>
        <p:grpSpPr>
          <a:xfrm>
            <a:off x="4835443" y="1387491"/>
            <a:ext cx="356221" cy="354973"/>
            <a:chOff x="-13947000" y="3212800"/>
            <a:chExt cx="353675" cy="352400"/>
          </a:xfrm>
        </p:grpSpPr>
        <p:sp>
          <p:nvSpPr>
            <p:cNvPr id="7630" name="Google Shape;7630;p66"/>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1" name="Google Shape;7631;p66"/>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32" name="Google Shape;7632;p66"/>
          <p:cNvSpPr/>
          <p:nvPr/>
        </p:nvSpPr>
        <p:spPr>
          <a:xfrm>
            <a:off x="4878563" y="2273025"/>
            <a:ext cx="271340" cy="353864"/>
          </a:xfrm>
          <a:custGeom>
            <a:avLst/>
            <a:gdLst/>
            <a:ahLst/>
            <a:cxnLst/>
            <a:rect l="l" t="t" r="r" b="b"/>
            <a:pathLst>
              <a:path w="10776" h="14052" extrusionOk="0">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33" name="Google Shape;7633;p66"/>
          <p:cNvGrpSpPr/>
          <p:nvPr/>
        </p:nvGrpSpPr>
        <p:grpSpPr>
          <a:xfrm>
            <a:off x="5278038" y="1386849"/>
            <a:ext cx="356221" cy="356257"/>
            <a:chOff x="-13512225" y="3211525"/>
            <a:chExt cx="353675" cy="353675"/>
          </a:xfrm>
        </p:grpSpPr>
        <p:sp>
          <p:nvSpPr>
            <p:cNvPr id="7634" name="Google Shape;7634;p66"/>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66"/>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66"/>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7" name="Google Shape;7637;p66"/>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66"/>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9" name="Google Shape;7639;p66"/>
          <p:cNvGrpSpPr/>
          <p:nvPr/>
        </p:nvGrpSpPr>
        <p:grpSpPr>
          <a:xfrm>
            <a:off x="6168320" y="1387239"/>
            <a:ext cx="356221" cy="355476"/>
            <a:chOff x="-12643475" y="3212300"/>
            <a:chExt cx="353675" cy="352900"/>
          </a:xfrm>
        </p:grpSpPr>
        <p:sp>
          <p:nvSpPr>
            <p:cNvPr id="7640" name="Google Shape;7640;p66"/>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1" name="Google Shape;7641;p66"/>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66"/>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66"/>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4" name="Google Shape;7644;p66"/>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66"/>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66"/>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66"/>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66"/>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9" name="Google Shape;7649;p66"/>
          <p:cNvGrpSpPr/>
          <p:nvPr/>
        </p:nvGrpSpPr>
        <p:grpSpPr>
          <a:xfrm>
            <a:off x="6168320" y="1839013"/>
            <a:ext cx="356221" cy="333366"/>
            <a:chOff x="-12643475" y="3657325"/>
            <a:chExt cx="353675" cy="330950"/>
          </a:xfrm>
        </p:grpSpPr>
        <p:sp>
          <p:nvSpPr>
            <p:cNvPr id="7650" name="Google Shape;7650;p66"/>
            <p:cNvSpPr/>
            <p:nvPr/>
          </p:nvSpPr>
          <p:spPr>
            <a:xfrm>
              <a:off x="-12580475" y="3719550"/>
              <a:ext cx="19725" cy="19700"/>
            </a:xfrm>
            <a:custGeom>
              <a:avLst/>
              <a:gdLst/>
              <a:ahLst/>
              <a:cxnLst/>
              <a:rect l="l" t="t" r="r" b="b"/>
              <a:pathLst>
                <a:path w="789" h="788" extrusionOk="0">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66"/>
            <p:cNvSpPr/>
            <p:nvPr/>
          </p:nvSpPr>
          <p:spPr>
            <a:xfrm>
              <a:off x="-12456800" y="3719550"/>
              <a:ext cx="19700" cy="19700"/>
            </a:xfrm>
            <a:custGeom>
              <a:avLst/>
              <a:gdLst/>
              <a:ahLst/>
              <a:cxnLst/>
              <a:rect l="l" t="t" r="r" b="b"/>
              <a:pathLst>
                <a:path w="788" h="788" extrusionOk="0">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2" name="Google Shape;7652;p66"/>
            <p:cNvSpPr/>
            <p:nvPr/>
          </p:nvSpPr>
          <p:spPr>
            <a:xfrm>
              <a:off x="-12643475" y="3657325"/>
              <a:ext cx="268600" cy="144950"/>
            </a:xfrm>
            <a:custGeom>
              <a:avLst/>
              <a:gdLst/>
              <a:ahLst/>
              <a:cxnLst/>
              <a:rect l="l" t="t" r="r" b="b"/>
              <a:pathLst>
                <a:path w="10744" h="5798" extrusionOk="0">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66"/>
            <p:cNvSpPr/>
            <p:nvPr/>
          </p:nvSpPr>
          <p:spPr>
            <a:xfrm>
              <a:off x="-12581250" y="3905425"/>
              <a:ext cx="62250" cy="20500"/>
            </a:xfrm>
            <a:custGeom>
              <a:avLst/>
              <a:gdLst/>
              <a:ahLst/>
              <a:cxnLst/>
              <a:rect l="l" t="t" r="r" b="b"/>
              <a:pathLst>
                <a:path w="2490" h="820" extrusionOk="0">
                  <a:moveTo>
                    <a:pt x="0" y="0"/>
                  </a:moveTo>
                  <a:lnTo>
                    <a:pt x="0" y="819"/>
                  </a:lnTo>
                  <a:lnTo>
                    <a:pt x="2489" y="819"/>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66"/>
            <p:cNvSpPr/>
            <p:nvPr/>
          </p:nvSpPr>
          <p:spPr>
            <a:xfrm>
              <a:off x="-12643475" y="3802250"/>
              <a:ext cx="269400" cy="185900"/>
            </a:xfrm>
            <a:custGeom>
              <a:avLst/>
              <a:gdLst/>
              <a:ahLst/>
              <a:cxnLst/>
              <a:rect l="l" t="t" r="r" b="b"/>
              <a:pathLst>
                <a:path w="10776" h="7436" extrusionOk="0">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66"/>
            <p:cNvSpPr/>
            <p:nvPr/>
          </p:nvSpPr>
          <p:spPr>
            <a:xfrm>
              <a:off x="-12352850" y="3802125"/>
              <a:ext cx="63050" cy="186150"/>
            </a:xfrm>
            <a:custGeom>
              <a:avLst/>
              <a:gdLst/>
              <a:ahLst/>
              <a:cxnLst/>
              <a:rect l="l" t="t" r="r" b="b"/>
              <a:pathLst>
                <a:path w="2522" h="7446" extrusionOk="0">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6" name="Google Shape;7656;p66"/>
          <p:cNvGrpSpPr/>
          <p:nvPr/>
        </p:nvGrpSpPr>
        <p:grpSpPr>
          <a:xfrm>
            <a:off x="7951322" y="1387642"/>
            <a:ext cx="355416" cy="354670"/>
            <a:chOff x="-10857925" y="3213875"/>
            <a:chExt cx="352875" cy="352100"/>
          </a:xfrm>
        </p:grpSpPr>
        <p:sp>
          <p:nvSpPr>
            <p:cNvPr id="7657" name="Google Shape;7657;p66"/>
            <p:cNvSpPr/>
            <p:nvPr/>
          </p:nvSpPr>
          <p:spPr>
            <a:xfrm>
              <a:off x="-10759475" y="3265875"/>
              <a:ext cx="64600" cy="87450"/>
            </a:xfrm>
            <a:custGeom>
              <a:avLst/>
              <a:gdLst/>
              <a:ahLst/>
              <a:cxnLst/>
              <a:rect l="l" t="t" r="r" b="b"/>
              <a:pathLst>
                <a:path w="2584" h="3498" extrusionOk="0">
                  <a:moveTo>
                    <a:pt x="1702" y="0"/>
                  </a:moveTo>
                  <a:lnTo>
                    <a:pt x="0" y="1418"/>
                  </a:lnTo>
                  <a:lnTo>
                    <a:pt x="2584" y="3497"/>
                  </a:lnTo>
                  <a:cubicBezTo>
                    <a:pt x="2458" y="2111"/>
                    <a:pt x="2143" y="914"/>
                    <a:pt x="1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8" name="Google Shape;7658;p66"/>
            <p:cNvSpPr/>
            <p:nvPr/>
          </p:nvSpPr>
          <p:spPr>
            <a:xfrm>
              <a:off x="-10857925" y="3265075"/>
              <a:ext cx="64600" cy="87450"/>
            </a:xfrm>
            <a:custGeom>
              <a:avLst/>
              <a:gdLst/>
              <a:ahLst/>
              <a:cxnLst/>
              <a:rect l="l" t="t" r="r" b="b"/>
              <a:pathLst>
                <a:path w="2584" h="3498" extrusionOk="0">
                  <a:moveTo>
                    <a:pt x="882" y="1"/>
                  </a:moveTo>
                  <a:cubicBezTo>
                    <a:pt x="441" y="946"/>
                    <a:pt x="189" y="2143"/>
                    <a:pt x="0" y="3498"/>
                  </a:cubicBezTo>
                  <a:lnTo>
                    <a:pt x="2584" y="1418"/>
                  </a:lnTo>
                  <a:lnTo>
                    <a:pt x="8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9" name="Google Shape;7659;p66"/>
            <p:cNvSpPr/>
            <p:nvPr/>
          </p:nvSpPr>
          <p:spPr>
            <a:xfrm>
              <a:off x="-10850050" y="3313925"/>
              <a:ext cx="148100" cy="65375"/>
            </a:xfrm>
            <a:custGeom>
              <a:avLst/>
              <a:gdLst/>
              <a:ahLst/>
              <a:cxnLst/>
              <a:rect l="l" t="t" r="r" b="b"/>
              <a:pathLst>
                <a:path w="5924" h="2615" extrusionOk="0">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66"/>
            <p:cNvSpPr/>
            <p:nvPr/>
          </p:nvSpPr>
          <p:spPr>
            <a:xfrm>
              <a:off x="-10857925" y="3391900"/>
              <a:ext cx="165425" cy="133125"/>
            </a:xfrm>
            <a:custGeom>
              <a:avLst/>
              <a:gdLst/>
              <a:ahLst/>
              <a:cxnLst/>
              <a:rect l="l" t="t" r="r" b="b"/>
              <a:pathLst>
                <a:path w="6617" h="5325" extrusionOk="0">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66"/>
            <p:cNvSpPr/>
            <p:nvPr/>
          </p:nvSpPr>
          <p:spPr>
            <a:xfrm>
              <a:off x="-10824850" y="3213875"/>
              <a:ext cx="98475" cy="74850"/>
            </a:xfrm>
            <a:custGeom>
              <a:avLst/>
              <a:gdLst/>
              <a:ahLst/>
              <a:cxnLst/>
              <a:rect l="l" t="t" r="r" b="b"/>
              <a:pathLst>
                <a:path w="3939" h="2994" extrusionOk="0">
                  <a:moveTo>
                    <a:pt x="1954" y="1"/>
                  </a:moveTo>
                  <a:cubicBezTo>
                    <a:pt x="1198" y="1"/>
                    <a:pt x="536" y="505"/>
                    <a:pt x="0" y="1324"/>
                  </a:cubicBezTo>
                  <a:lnTo>
                    <a:pt x="1954" y="2994"/>
                  </a:lnTo>
                  <a:lnTo>
                    <a:pt x="3938" y="1324"/>
                  </a:lnTo>
                  <a:cubicBezTo>
                    <a:pt x="3371" y="505"/>
                    <a:pt x="2710" y="1"/>
                    <a:pt x="1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2" name="Google Shape;7662;p66"/>
            <p:cNvSpPr/>
            <p:nvPr/>
          </p:nvSpPr>
          <p:spPr>
            <a:xfrm>
              <a:off x="-10571250" y="3306825"/>
              <a:ext cx="64625" cy="87450"/>
            </a:xfrm>
            <a:custGeom>
              <a:avLst/>
              <a:gdLst/>
              <a:ahLst/>
              <a:cxnLst/>
              <a:rect l="l" t="t" r="r" b="b"/>
              <a:pathLst>
                <a:path w="2585" h="3498" extrusionOk="0">
                  <a:moveTo>
                    <a:pt x="1702" y="0"/>
                  </a:moveTo>
                  <a:lnTo>
                    <a:pt x="1" y="1418"/>
                  </a:lnTo>
                  <a:lnTo>
                    <a:pt x="2584" y="3498"/>
                  </a:lnTo>
                  <a:cubicBezTo>
                    <a:pt x="2458" y="2143"/>
                    <a:pt x="2143" y="914"/>
                    <a:pt x="1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3" name="Google Shape;7663;p66"/>
            <p:cNvSpPr/>
            <p:nvPr/>
          </p:nvSpPr>
          <p:spPr>
            <a:xfrm>
              <a:off x="-10669700" y="3306025"/>
              <a:ext cx="63825" cy="87475"/>
            </a:xfrm>
            <a:custGeom>
              <a:avLst/>
              <a:gdLst/>
              <a:ahLst/>
              <a:cxnLst/>
              <a:rect l="l" t="t" r="r" b="b"/>
              <a:pathLst>
                <a:path w="2553" h="3499" extrusionOk="0">
                  <a:moveTo>
                    <a:pt x="883" y="1"/>
                  </a:moveTo>
                  <a:cubicBezTo>
                    <a:pt x="442" y="946"/>
                    <a:pt x="127" y="2175"/>
                    <a:pt x="1" y="3498"/>
                  </a:cubicBezTo>
                  <a:lnTo>
                    <a:pt x="2553" y="1419"/>
                  </a:lnTo>
                  <a:lnTo>
                    <a:pt x="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66"/>
            <p:cNvSpPr/>
            <p:nvPr/>
          </p:nvSpPr>
          <p:spPr>
            <a:xfrm>
              <a:off x="-10661825" y="3355650"/>
              <a:ext cx="148100" cy="64625"/>
            </a:xfrm>
            <a:custGeom>
              <a:avLst/>
              <a:gdLst/>
              <a:ahLst/>
              <a:cxnLst/>
              <a:rect l="l" t="t" r="r" b="b"/>
              <a:pathLst>
                <a:path w="5924" h="2585" extrusionOk="0">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66"/>
            <p:cNvSpPr/>
            <p:nvPr/>
          </p:nvSpPr>
          <p:spPr>
            <a:xfrm>
              <a:off x="-10670475" y="3432850"/>
              <a:ext cx="165425" cy="133125"/>
            </a:xfrm>
            <a:custGeom>
              <a:avLst/>
              <a:gdLst/>
              <a:ahLst/>
              <a:cxnLst/>
              <a:rect l="l" t="t" r="r" b="b"/>
              <a:pathLst>
                <a:path w="6617" h="5325" extrusionOk="0">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66"/>
            <p:cNvSpPr/>
            <p:nvPr/>
          </p:nvSpPr>
          <p:spPr>
            <a:xfrm>
              <a:off x="-10638175" y="3254850"/>
              <a:ext cx="98475" cy="74850"/>
            </a:xfrm>
            <a:custGeom>
              <a:avLst/>
              <a:gdLst/>
              <a:ahLst/>
              <a:cxnLst/>
              <a:rect l="l" t="t" r="r" b="b"/>
              <a:pathLst>
                <a:path w="3939" h="2994" extrusionOk="0">
                  <a:moveTo>
                    <a:pt x="1985" y="0"/>
                  </a:moveTo>
                  <a:cubicBezTo>
                    <a:pt x="1229" y="0"/>
                    <a:pt x="567" y="504"/>
                    <a:pt x="0" y="1355"/>
                  </a:cubicBezTo>
                  <a:lnTo>
                    <a:pt x="1985" y="2993"/>
                  </a:lnTo>
                  <a:lnTo>
                    <a:pt x="3938" y="1355"/>
                  </a:lnTo>
                  <a:cubicBezTo>
                    <a:pt x="3403" y="504"/>
                    <a:pt x="2709" y="0"/>
                    <a:pt x="19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7" name="Google Shape;7667;p66"/>
          <p:cNvGrpSpPr/>
          <p:nvPr/>
        </p:nvGrpSpPr>
        <p:grpSpPr>
          <a:xfrm>
            <a:off x="6168237" y="2747071"/>
            <a:ext cx="356096" cy="354469"/>
            <a:chOff x="-9089725" y="3180200"/>
            <a:chExt cx="353550" cy="351900"/>
          </a:xfrm>
        </p:grpSpPr>
        <p:sp>
          <p:nvSpPr>
            <p:cNvPr id="7668" name="Google Shape;7668;p66"/>
            <p:cNvSpPr/>
            <p:nvPr/>
          </p:nvSpPr>
          <p:spPr>
            <a:xfrm>
              <a:off x="-9089725" y="3180200"/>
              <a:ext cx="165425" cy="250300"/>
            </a:xfrm>
            <a:custGeom>
              <a:avLst/>
              <a:gdLst/>
              <a:ahLst/>
              <a:cxnLst/>
              <a:rect l="l" t="t" r="r" b="b"/>
              <a:pathLst>
                <a:path w="6617" h="10012" extrusionOk="0">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66"/>
            <p:cNvSpPr/>
            <p:nvPr/>
          </p:nvSpPr>
          <p:spPr>
            <a:xfrm>
              <a:off x="-8965275" y="3264575"/>
              <a:ext cx="229100" cy="267525"/>
            </a:xfrm>
            <a:custGeom>
              <a:avLst/>
              <a:gdLst/>
              <a:ahLst/>
              <a:cxnLst/>
              <a:rect l="l" t="t" r="r" b="b"/>
              <a:pathLst>
                <a:path w="9164" h="10701" extrusionOk="0">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0" name="Google Shape;7670;p66"/>
          <p:cNvGrpSpPr/>
          <p:nvPr/>
        </p:nvGrpSpPr>
        <p:grpSpPr>
          <a:xfrm>
            <a:off x="7060235" y="1826875"/>
            <a:ext cx="358588" cy="357642"/>
            <a:chOff x="7083760" y="1971660"/>
            <a:chExt cx="358588" cy="357642"/>
          </a:xfrm>
        </p:grpSpPr>
        <p:sp>
          <p:nvSpPr>
            <p:cNvPr id="7671" name="Google Shape;7671;p66"/>
            <p:cNvSpPr/>
            <p:nvPr/>
          </p:nvSpPr>
          <p:spPr>
            <a:xfrm>
              <a:off x="7354268" y="1973246"/>
              <a:ext cx="87299" cy="80760"/>
            </a:xfrm>
            <a:custGeom>
              <a:avLst/>
              <a:gdLst/>
              <a:ahLst/>
              <a:cxnLst/>
              <a:rect l="l" t="t" r="r" b="b"/>
              <a:pathLst>
                <a:path w="3467" h="3207" extrusionOk="0">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66"/>
            <p:cNvSpPr/>
            <p:nvPr/>
          </p:nvSpPr>
          <p:spPr>
            <a:xfrm>
              <a:off x="7212278" y="2099990"/>
              <a:ext cx="19867" cy="19869"/>
            </a:xfrm>
            <a:custGeom>
              <a:avLst/>
              <a:gdLst/>
              <a:ahLst/>
              <a:cxnLst/>
              <a:rect l="l" t="t" r="r" b="b"/>
              <a:pathLst>
                <a:path w="789" h="789" extrusionOk="0">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3" name="Google Shape;7673;p66"/>
            <p:cNvSpPr/>
            <p:nvPr/>
          </p:nvSpPr>
          <p:spPr>
            <a:xfrm>
              <a:off x="7083760" y="1971660"/>
              <a:ext cx="356221" cy="210878"/>
            </a:xfrm>
            <a:custGeom>
              <a:avLst/>
              <a:gdLst/>
              <a:ahLst/>
              <a:cxnLst/>
              <a:rect l="l" t="t" r="r" b="b"/>
              <a:pathLst>
                <a:path w="14147" h="8374" extrusionOk="0">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66"/>
            <p:cNvSpPr/>
            <p:nvPr/>
          </p:nvSpPr>
          <p:spPr>
            <a:xfrm>
              <a:off x="7295574" y="2099990"/>
              <a:ext cx="19867" cy="19869"/>
            </a:xfrm>
            <a:custGeom>
              <a:avLst/>
              <a:gdLst/>
              <a:ahLst/>
              <a:cxnLst/>
              <a:rect l="l" t="t" r="r" b="b"/>
              <a:pathLst>
                <a:path w="789" h="789" extrusionOk="0">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66"/>
            <p:cNvSpPr/>
            <p:nvPr/>
          </p:nvSpPr>
          <p:spPr>
            <a:xfrm>
              <a:off x="7121131" y="2184880"/>
              <a:ext cx="68238" cy="69856"/>
            </a:xfrm>
            <a:custGeom>
              <a:avLst/>
              <a:gdLst/>
              <a:ahLst/>
              <a:cxnLst/>
              <a:rect l="l" t="t" r="r" b="b"/>
              <a:pathLst>
                <a:path w="2710" h="2774" extrusionOk="0">
                  <a:moveTo>
                    <a:pt x="1261" y="1"/>
                  </a:moveTo>
                  <a:lnTo>
                    <a:pt x="0" y="1639"/>
                  </a:lnTo>
                  <a:cubicBezTo>
                    <a:pt x="756" y="2112"/>
                    <a:pt x="1702" y="2490"/>
                    <a:pt x="2710" y="2773"/>
                  </a:cubicBezTo>
                  <a:lnTo>
                    <a:pt x="1859" y="221"/>
                  </a:lnTo>
                  <a:cubicBezTo>
                    <a:pt x="1639" y="158"/>
                    <a:pt x="1450" y="95"/>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66"/>
            <p:cNvSpPr/>
            <p:nvPr/>
          </p:nvSpPr>
          <p:spPr>
            <a:xfrm>
              <a:off x="7188883" y="2195985"/>
              <a:ext cx="47641" cy="55578"/>
            </a:xfrm>
            <a:custGeom>
              <a:avLst/>
              <a:gdLst/>
              <a:ahLst/>
              <a:cxnLst/>
              <a:rect l="l" t="t" r="r" b="b"/>
              <a:pathLst>
                <a:path w="1892" h="2207" extrusionOk="0">
                  <a:moveTo>
                    <a:pt x="1" y="1"/>
                  </a:moveTo>
                  <a:lnTo>
                    <a:pt x="694" y="2206"/>
                  </a:lnTo>
                  <a:lnTo>
                    <a:pt x="1891" y="221"/>
                  </a:lnTo>
                  <a:cubicBezTo>
                    <a:pt x="1229" y="190"/>
                    <a:pt x="599"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66"/>
            <p:cNvSpPr/>
            <p:nvPr/>
          </p:nvSpPr>
          <p:spPr>
            <a:xfrm>
              <a:off x="7400297" y="2129352"/>
              <a:ext cx="42051" cy="84135"/>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66"/>
            <p:cNvSpPr/>
            <p:nvPr/>
          </p:nvSpPr>
          <p:spPr>
            <a:xfrm>
              <a:off x="7225961" y="2203137"/>
              <a:ext cx="84907" cy="62704"/>
            </a:xfrm>
            <a:custGeom>
              <a:avLst/>
              <a:gdLst/>
              <a:ahLst/>
              <a:cxnLst/>
              <a:rect l="l" t="t" r="r" b="b"/>
              <a:pathLst>
                <a:path w="3372" h="2490" extrusionOk="0">
                  <a:moveTo>
                    <a:pt x="1419" y="0"/>
                  </a:moveTo>
                  <a:lnTo>
                    <a:pt x="1" y="2363"/>
                  </a:lnTo>
                  <a:cubicBezTo>
                    <a:pt x="537" y="2426"/>
                    <a:pt x="1104" y="2489"/>
                    <a:pt x="1671" y="2489"/>
                  </a:cubicBezTo>
                  <a:cubicBezTo>
                    <a:pt x="2269" y="2489"/>
                    <a:pt x="2836" y="2426"/>
                    <a:pt x="3372" y="2363"/>
                  </a:cubicBezTo>
                  <a:lnTo>
                    <a:pt x="19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66"/>
            <p:cNvSpPr/>
            <p:nvPr/>
          </p:nvSpPr>
          <p:spPr>
            <a:xfrm>
              <a:off x="7298289" y="2195985"/>
              <a:ext cx="47615" cy="55578"/>
            </a:xfrm>
            <a:custGeom>
              <a:avLst/>
              <a:gdLst/>
              <a:ahLst/>
              <a:cxnLst/>
              <a:rect l="l" t="t" r="r" b="b"/>
              <a:pathLst>
                <a:path w="1891" h="2207" extrusionOk="0">
                  <a:moveTo>
                    <a:pt x="1891" y="1"/>
                  </a:moveTo>
                  <a:cubicBezTo>
                    <a:pt x="1292" y="127"/>
                    <a:pt x="631" y="190"/>
                    <a:pt x="0" y="253"/>
                  </a:cubicBezTo>
                  <a:lnTo>
                    <a:pt x="1198" y="2206"/>
                  </a:lnTo>
                  <a:lnTo>
                    <a:pt x="1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66"/>
            <p:cNvSpPr/>
            <p:nvPr/>
          </p:nvSpPr>
          <p:spPr>
            <a:xfrm>
              <a:off x="7086152" y="2230913"/>
              <a:ext cx="354610" cy="98388"/>
            </a:xfrm>
            <a:custGeom>
              <a:avLst/>
              <a:gdLst/>
              <a:ahLst/>
              <a:cxnLst/>
              <a:rect l="l" t="t" r="r" b="b"/>
              <a:pathLst>
                <a:path w="14083" h="3907" extrusionOk="0">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66"/>
            <p:cNvSpPr/>
            <p:nvPr/>
          </p:nvSpPr>
          <p:spPr>
            <a:xfrm>
              <a:off x="7345419" y="2186466"/>
              <a:ext cx="67457" cy="69050"/>
            </a:xfrm>
            <a:custGeom>
              <a:avLst/>
              <a:gdLst/>
              <a:ahLst/>
              <a:cxnLst/>
              <a:rect l="l" t="t" r="r" b="b"/>
              <a:pathLst>
                <a:path w="2679" h="2742" extrusionOk="0">
                  <a:moveTo>
                    <a:pt x="1449" y="1"/>
                  </a:moveTo>
                  <a:cubicBezTo>
                    <a:pt x="1260" y="32"/>
                    <a:pt x="1071" y="95"/>
                    <a:pt x="851" y="158"/>
                  </a:cubicBezTo>
                  <a:lnTo>
                    <a:pt x="0" y="2742"/>
                  </a:lnTo>
                  <a:cubicBezTo>
                    <a:pt x="1008" y="2458"/>
                    <a:pt x="1922" y="2080"/>
                    <a:pt x="2678" y="1608"/>
                  </a:cubicBezTo>
                  <a:lnTo>
                    <a:pt x="14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66"/>
            <p:cNvSpPr/>
            <p:nvPr/>
          </p:nvSpPr>
          <p:spPr>
            <a:xfrm flipH="1">
              <a:off x="7088602" y="2134638"/>
              <a:ext cx="47123" cy="84126"/>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83" name="Google Shape;7683;p66"/>
          <p:cNvSpPr txBox="1"/>
          <p:nvPr/>
        </p:nvSpPr>
        <p:spPr>
          <a:xfrm>
            <a:off x="826588"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Creative Process Icons</a:t>
            </a:r>
            <a:endParaRPr sz="2400">
              <a:solidFill>
                <a:srgbClr val="FFFFFF"/>
              </a:solidFill>
            </a:endParaRPr>
          </a:p>
        </p:txBody>
      </p:sp>
      <p:sp>
        <p:nvSpPr>
          <p:cNvPr id="7684" name="Google Shape;7684;p66"/>
          <p:cNvSpPr txBox="1"/>
          <p:nvPr/>
        </p:nvSpPr>
        <p:spPr>
          <a:xfrm>
            <a:off x="4835313"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Performing Arts Icons</a:t>
            </a:r>
            <a:endParaRPr sz="240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7688"/>
        <p:cNvGrpSpPr/>
        <p:nvPr/>
      </p:nvGrpSpPr>
      <p:grpSpPr>
        <a:xfrm>
          <a:off x="0" y="0"/>
          <a:ext cx="0" cy="0"/>
          <a:chOff x="0" y="0"/>
          <a:chExt cx="0" cy="0"/>
        </a:xfrm>
      </p:grpSpPr>
      <p:sp>
        <p:nvSpPr>
          <p:cNvPr id="7689" name="Google Shape;7689;p67"/>
          <p:cNvSpPr/>
          <p:nvPr/>
        </p:nvSpPr>
        <p:spPr>
          <a:xfrm>
            <a:off x="772696" y="1691070"/>
            <a:ext cx="343404" cy="446998"/>
          </a:xfrm>
          <a:custGeom>
            <a:avLst/>
            <a:gdLst/>
            <a:ahLst/>
            <a:cxnLst/>
            <a:rect l="l" t="t" r="r" b="b"/>
            <a:pathLst>
              <a:path w="9295" h="12099" extrusionOk="0">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0" name="Google Shape;7690;p67"/>
          <p:cNvGrpSpPr/>
          <p:nvPr/>
        </p:nvGrpSpPr>
        <p:grpSpPr>
          <a:xfrm>
            <a:off x="719610" y="2243507"/>
            <a:ext cx="452798" cy="449473"/>
            <a:chOff x="-21322300" y="3693325"/>
            <a:chExt cx="306400" cy="304150"/>
          </a:xfrm>
        </p:grpSpPr>
        <p:sp>
          <p:nvSpPr>
            <p:cNvPr id="7691" name="Google Shape;7691;p67"/>
            <p:cNvSpPr/>
            <p:nvPr/>
          </p:nvSpPr>
          <p:spPr>
            <a:xfrm>
              <a:off x="-21142725" y="3868400"/>
              <a:ext cx="111850" cy="69325"/>
            </a:xfrm>
            <a:custGeom>
              <a:avLst/>
              <a:gdLst/>
              <a:ahLst/>
              <a:cxnLst/>
              <a:rect l="l" t="t" r="r" b="b"/>
              <a:pathLst>
                <a:path w="4474" h="2773" extrusionOk="0">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67"/>
            <p:cNvSpPr/>
            <p:nvPr/>
          </p:nvSpPr>
          <p:spPr>
            <a:xfrm>
              <a:off x="-21141950" y="3693325"/>
              <a:ext cx="126050" cy="120750"/>
            </a:xfrm>
            <a:custGeom>
              <a:avLst/>
              <a:gdLst/>
              <a:ahLst/>
              <a:cxnLst/>
              <a:rect l="l" t="t" r="r" b="b"/>
              <a:pathLst>
                <a:path w="5042" h="4830" extrusionOk="0">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67"/>
            <p:cNvSpPr/>
            <p:nvPr/>
          </p:nvSpPr>
          <p:spPr>
            <a:xfrm>
              <a:off x="-21263225" y="3707725"/>
              <a:ext cx="69325" cy="112650"/>
            </a:xfrm>
            <a:custGeom>
              <a:avLst/>
              <a:gdLst/>
              <a:ahLst/>
              <a:cxnLst/>
              <a:rect l="l" t="t" r="r" b="b"/>
              <a:pathLst>
                <a:path w="2773" h="4506" extrusionOk="0">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67"/>
            <p:cNvSpPr/>
            <p:nvPr/>
          </p:nvSpPr>
          <p:spPr>
            <a:xfrm>
              <a:off x="-21322300" y="3703775"/>
              <a:ext cx="294600" cy="293700"/>
            </a:xfrm>
            <a:custGeom>
              <a:avLst/>
              <a:gdLst/>
              <a:ahLst/>
              <a:cxnLst/>
              <a:rect l="l" t="t" r="r" b="b"/>
              <a:pathLst>
                <a:path w="11784" h="11748" extrusionOk="0">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5" name="Google Shape;7695;p67"/>
          <p:cNvGrpSpPr/>
          <p:nvPr/>
        </p:nvGrpSpPr>
        <p:grpSpPr>
          <a:xfrm>
            <a:off x="719019" y="2810244"/>
            <a:ext cx="453980" cy="422540"/>
            <a:chOff x="-21322300" y="4077125"/>
            <a:chExt cx="307200" cy="285925"/>
          </a:xfrm>
        </p:grpSpPr>
        <p:sp>
          <p:nvSpPr>
            <p:cNvPr id="7696" name="Google Shape;7696;p67"/>
            <p:cNvSpPr/>
            <p:nvPr/>
          </p:nvSpPr>
          <p:spPr>
            <a:xfrm>
              <a:off x="-21177375" y="4077125"/>
              <a:ext cx="17350" cy="52800"/>
            </a:xfrm>
            <a:custGeom>
              <a:avLst/>
              <a:gdLst/>
              <a:ahLst/>
              <a:cxnLst/>
              <a:rect l="l" t="t" r="r" b="b"/>
              <a:pathLst>
                <a:path w="694" h="2112" extrusionOk="0">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67"/>
            <p:cNvSpPr/>
            <p:nvPr/>
          </p:nvSpPr>
          <p:spPr>
            <a:xfrm>
              <a:off x="-21279775" y="4117475"/>
              <a:ext cx="46500" cy="44525"/>
            </a:xfrm>
            <a:custGeom>
              <a:avLst/>
              <a:gdLst/>
              <a:ahLst/>
              <a:cxnLst/>
              <a:rect l="l" t="t" r="r" b="b"/>
              <a:pathLst>
                <a:path w="1860" h="1781" extrusionOk="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8" name="Google Shape;7698;p67"/>
            <p:cNvSpPr/>
            <p:nvPr/>
          </p:nvSpPr>
          <p:spPr>
            <a:xfrm>
              <a:off x="-21103350" y="4117475"/>
              <a:ext cx="45700" cy="44525"/>
            </a:xfrm>
            <a:custGeom>
              <a:avLst/>
              <a:gdLst/>
              <a:ahLst/>
              <a:cxnLst/>
              <a:rect l="l" t="t" r="r" b="b"/>
              <a:pathLst>
                <a:path w="1828" h="1781" extrusionOk="0">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9" name="Google Shape;7699;p67"/>
            <p:cNvSpPr/>
            <p:nvPr/>
          </p:nvSpPr>
          <p:spPr>
            <a:xfrm>
              <a:off x="-21137225" y="4103750"/>
              <a:ext cx="27600" cy="34975"/>
            </a:xfrm>
            <a:custGeom>
              <a:avLst/>
              <a:gdLst/>
              <a:ahLst/>
              <a:cxnLst/>
              <a:rect l="l" t="t" r="r" b="b"/>
              <a:pathLst>
                <a:path w="1104" h="1399" extrusionOk="0">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67"/>
            <p:cNvSpPr/>
            <p:nvPr/>
          </p:nvSpPr>
          <p:spPr>
            <a:xfrm>
              <a:off x="-21227800" y="4103750"/>
              <a:ext cx="27600" cy="34975"/>
            </a:xfrm>
            <a:custGeom>
              <a:avLst/>
              <a:gdLst/>
              <a:ahLst/>
              <a:cxnLst/>
              <a:rect l="l" t="t" r="r" b="b"/>
              <a:pathLst>
                <a:path w="1104" h="1399" extrusionOk="0">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67"/>
            <p:cNvSpPr/>
            <p:nvPr/>
          </p:nvSpPr>
          <p:spPr>
            <a:xfrm>
              <a:off x="-21319950" y="4219675"/>
              <a:ext cx="53600" cy="18150"/>
            </a:xfrm>
            <a:custGeom>
              <a:avLst/>
              <a:gdLst/>
              <a:ahLst/>
              <a:cxnLst/>
              <a:rect l="l" t="t" r="r" b="b"/>
              <a:pathLst>
                <a:path w="2144" h="726" extrusionOk="0">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67"/>
            <p:cNvSpPr/>
            <p:nvPr/>
          </p:nvSpPr>
          <p:spPr>
            <a:xfrm>
              <a:off x="-21070275" y="4219675"/>
              <a:ext cx="54375" cy="18150"/>
            </a:xfrm>
            <a:custGeom>
              <a:avLst/>
              <a:gdLst/>
              <a:ahLst/>
              <a:cxnLst/>
              <a:rect l="l" t="t" r="r" b="b"/>
              <a:pathLst>
                <a:path w="2175" h="726" extrusionOk="0">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67"/>
            <p:cNvSpPr/>
            <p:nvPr/>
          </p:nvSpPr>
          <p:spPr>
            <a:xfrm>
              <a:off x="-21078925" y="4171825"/>
              <a:ext cx="37025" cy="25175"/>
            </a:xfrm>
            <a:custGeom>
              <a:avLst/>
              <a:gdLst/>
              <a:ahLst/>
              <a:cxnLst/>
              <a:rect l="l" t="t" r="r" b="b"/>
              <a:pathLst>
                <a:path w="1481" h="1007" extrusionOk="0">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67"/>
            <p:cNvSpPr/>
            <p:nvPr/>
          </p:nvSpPr>
          <p:spPr>
            <a:xfrm>
              <a:off x="-21294750" y="4172625"/>
              <a:ext cx="37850" cy="25150"/>
            </a:xfrm>
            <a:custGeom>
              <a:avLst/>
              <a:gdLst/>
              <a:ahLst/>
              <a:cxnLst/>
              <a:rect l="l" t="t" r="r" b="b"/>
              <a:pathLst>
                <a:path w="1514" h="1006" extrusionOk="0">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5" name="Google Shape;7705;p67"/>
            <p:cNvSpPr/>
            <p:nvPr/>
          </p:nvSpPr>
          <p:spPr>
            <a:xfrm>
              <a:off x="-21321525" y="4328375"/>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6" name="Google Shape;7706;p67"/>
            <p:cNvSpPr/>
            <p:nvPr/>
          </p:nvSpPr>
          <p:spPr>
            <a:xfrm>
              <a:off x="-21321525" y="4292150"/>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67"/>
            <p:cNvSpPr/>
            <p:nvPr/>
          </p:nvSpPr>
          <p:spPr>
            <a:xfrm>
              <a:off x="-21322300" y="4148000"/>
              <a:ext cx="307200" cy="143375"/>
            </a:xfrm>
            <a:custGeom>
              <a:avLst/>
              <a:gdLst/>
              <a:ahLst/>
              <a:cxnLst/>
              <a:rect l="l" t="t" r="r" b="b"/>
              <a:pathLst>
                <a:path w="12288" h="5735" extrusionOk="0">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8" name="Google Shape;7708;p67"/>
          <p:cNvGrpSpPr/>
          <p:nvPr/>
        </p:nvGrpSpPr>
        <p:grpSpPr>
          <a:xfrm>
            <a:off x="3496195" y="1689128"/>
            <a:ext cx="451653" cy="450212"/>
            <a:chOff x="-19394200" y="3333800"/>
            <a:chExt cx="305625" cy="304650"/>
          </a:xfrm>
        </p:grpSpPr>
        <p:sp>
          <p:nvSpPr>
            <p:cNvPr id="7709" name="Google Shape;7709;p67"/>
            <p:cNvSpPr/>
            <p:nvPr/>
          </p:nvSpPr>
          <p:spPr>
            <a:xfrm>
              <a:off x="-19206750" y="3495850"/>
              <a:ext cx="82725" cy="18150"/>
            </a:xfrm>
            <a:custGeom>
              <a:avLst/>
              <a:gdLst/>
              <a:ahLst/>
              <a:cxnLst/>
              <a:rect l="l" t="t" r="r" b="b"/>
              <a:pathLst>
                <a:path w="3309" h="726" extrusionOk="0">
                  <a:moveTo>
                    <a:pt x="1" y="1"/>
                  </a:moveTo>
                  <a:cubicBezTo>
                    <a:pt x="158" y="190"/>
                    <a:pt x="284" y="442"/>
                    <a:pt x="316" y="725"/>
                  </a:cubicBezTo>
                  <a:lnTo>
                    <a:pt x="2836" y="725"/>
                  </a:lnTo>
                  <a:cubicBezTo>
                    <a:pt x="3309" y="725"/>
                    <a:pt x="3309" y="1"/>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0" name="Google Shape;7710;p67"/>
            <p:cNvSpPr/>
            <p:nvPr/>
          </p:nvSpPr>
          <p:spPr>
            <a:xfrm>
              <a:off x="-19205950" y="3532875"/>
              <a:ext cx="64600" cy="17350"/>
            </a:xfrm>
            <a:custGeom>
              <a:avLst/>
              <a:gdLst/>
              <a:ahLst/>
              <a:cxnLst/>
              <a:rect l="l" t="t" r="r" b="b"/>
              <a:pathLst>
                <a:path w="2584" h="694" extrusionOk="0">
                  <a:moveTo>
                    <a:pt x="315" y="0"/>
                  </a:moveTo>
                  <a:cubicBezTo>
                    <a:pt x="252" y="252"/>
                    <a:pt x="126" y="504"/>
                    <a:pt x="0" y="693"/>
                  </a:cubicBezTo>
                  <a:lnTo>
                    <a:pt x="2111" y="693"/>
                  </a:lnTo>
                  <a:cubicBezTo>
                    <a:pt x="2583" y="693"/>
                    <a:pt x="2583"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1" name="Google Shape;7711;p67"/>
            <p:cNvSpPr/>
            <p:nvPr/>
          </p:nvSpPr>
          <p:spPr>
            <a:xfrm>
              <a:off x="-19323325" y="3568325"/>
              <a:ext cx="163850" cy="17350"/>
            </a:xfrm>
            <a:custGeom>
              <a:avLst/>
              <a:gdLst/>
              <a:ahLst/>
              <a:cxnLst/>
              <a:rect l="l" t="t" r="r" b="b"/>
              <a:pathLst>
                <a:path w="6554" h="694" extrusionOk="0">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67"/>
            <p:cNvSpPr/>
            <p:nvPr/>
          </p:nvSpPr>
          <p:spPr>
            <a:xfrm>
              <a:off x="-19343000" y="3460400"/>
              <a:ext cx="201650" cy="18150"/>
            </a:xfrm>
            <a:custGeom>
              <a:avLst/>
              <a:gdLst/>
              <a:ahLst/>
              <a:cxnLst/>
              <a:rect l="l" t="t" r="r" b="b"/>
              <a:pathLst>
                <a:path w="8066" h="726" extrusionOk="0">
                  <a:moveTo>
                    <a:pt x="473" y="1"/>
                  </a:moveTo>
                  <a:cubicBezTo>
                    <a:pt x="0" y="1"/>
                    <a:pt x="0" y="726"/>
                    <a:pt x="473" y="726"/>
                  </a:cubicBezTo>
                  <a:lnTo>
                    <a:pt x="7593" y="726"/>
                  </a:lnTo>
                  <a:cubicBezTo>
                    <a:pt x="8065" y="726"/>
                    <a:pt x="8065" y="1"/>
                    <a:pt x="75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3" name="Google Shape;7713;p67"/>
            <p:cNvSpPr/>
            <p:nvPr/>
          </p:nvSpPr>
          <p:spPr>
            <a:xfrm>
              <a:off x="-19361125" y="3495850"/>
              <a:ext cx="82725" cy="18150"/>
            </a:xfrm>
            <a:custGeom>
              <a:avLst/>
              <a:gdLst/>
              <a:ahLst/>
              <a:cxnLst/>
              <a:rect l="l" t="t" r="r" b="b"/>
              <a:pathLst>
                <a:path w="3309" h="726" extrusionOk="0">
                  <a:moveTo>
                    <a:pt x="473" y="1"/>
                  </a:moveTo>
                  <a:cubicBezTo>
                    <a:pt x="1" y="1"/>
                    <a:pt x="1" y="725"/>
                    <a:pt x="473" y="725"/>
                  </a:cubicBezTo>
                  <a:lnTo>
                    <a:pt x="2994" y="725"/>
                  </a:lnTo>
                  <a:cubicBezTo>
                    <a:pt x="3025" y="473"/>
                    <a:pt x="3151" y="253"/>
                    <a:pt x="3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67"/>
            <p:cNvSpPr/>
            <p:nvPr/>
          </p:nvSpPr>
          <p:spPr>
            <a:xfrm>
              <a:off x="-19305200" y="3603750"/>
              <a:ext cx="124475" cy="34700"/>
            </a:xfrm>
            <a:custGeom>
              <a:avLst/>
              <a:gdLst/>
              <a:ahLst/>
              <a:cxnLst/>
              <a:rect l="l" t="t" r="r" b="b"/>
              <a:pathLst>
                <a:path w="4979" h="1388" extrusionOk="0">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67"/>
            <p:cNvSpPr/>
            <p:nvPr/>
          </p:nvSpPr>
          <p:spPr>
            <a:xfrm>
              <a:off x="-19269750" y="3495850"/>
              <a:ext cx="54350" cy="53575"/>
            </a:xfrm>
            <a:custGeom>
              <a:avLst/>
              <a:gdLst/>
              <a:ahLst/>
              <a:cxnLst/>
              <a:rect l="l" t="t" r="r" b="b"/>
              <a:pathLst>
                <a:path w="2174" h="2143" extrusionOk="0">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67"/>
            <p:cNvSpPr/>
            <p:nvPr/>
          </p:nvSpPr>
          <p:spPr>
            <a:xfrm>
              <a:off x="-19394200" y="3333800"/>
              <a:ext cx="305625" cy="107725"/>
            </a:xfrm>
            <a:custGeom>
              <a:avLst/>
              <a:gdLst/>
              <a:ahLst/>
              <a:cxnLst/>
              <a:rect l="l" t="t" r="r" b="b"/>
              <a:pathLst>
                <a:path w="12225" h="4309" extrusionOk="0">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67"/>
            <p:cNvSpPr/>
            <p:nvPr/>
          </p:nvSpPr>
          <p:spPr>
            <a:xfrm>
              <a:off x="-19341425" y="3532875"/>
              <a:ext cx="63025" cy="17350"/>
            </a:xfrm>
            <a:custGeom>
              <a:avLst/>
              <a:gdLst/>
              <a:ahLst/>
              <a:cxnLst/>
              <a:rect l="l" t="t" r="r" b="b"/>
              <a:pathLst>
                <a:path w="2521" h="694" extrusionOk="0">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8" name="Google Shape;7718;p67"/>
          <p:cNvGrpSpPr/>
          <p:nvPr/>
        </p:nvGrpSpPr>
        <p:grpSpPr>
          <a:xfrm>
            <a:off x="3495032" y="2243580"/>
            <a:ext cx="453980" cy="449325"/>
            <a:chOff x="-19396575" y="3708500"/>
            <a:chExt cx="307200" cy="304050"/>
          </a:xfrm>
        </p:grpSpPr>
        <p:sp>
          <p:nvSpPr>
            <p:cNvPr id="7719" name="Google Shape;7719;p67"/>
            <p:cNvSpPr/>
            <p:nvPr/>
          </p:nvSpPr>
          <p:spPr>
            <a:xfrm>
              <a:off x="-19215425" y="3708500"/>
              <a:ext cx="70925" cy="70925"/>
            </a:xfrm>
            <a:custGeom>
              <a:avLst/>
              <a:gdLst/>
              <a:ahLst/>
              <a:cxnLst/>
              <a:rect l="l" t="t" r="r" b="b"/>
              <a:pathLst>
                <a:path w="2837" h="2837" extrusionOk="0">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67"/>
            <p:cNvSpPr/>
            <p:nvPr/>
          </p:nvSpPr>
          <p:spPr>
            <a:xfrm>
              <a:off x="-19396575" y="3773100"/>
              <a:ext cx="277275" cy="239450"/>
            </a:xfrm>
            <a:custGeom>
              <a:avLst/>
              <a:gdLst/>
              <a:ahLst/>
              <a:cxnLst/>
              <a:rect l="l" t="t" r="r" b="b"/>
              <a:pathLst>
                <a:path w="11091" h="9578" extrusionOk="0">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67"/>
            <p:cNvSpPr/>
            <p:nvPr/>
          </p:nvSpPr>
          <p:spPr>
            <a:xfrm>
              <a:off x="-19140600" y="3727425"/>
              <a:ext cx="51225" cy="70550"/>
            </a:xfrm>
            <a:custGeom>
              <a:avLst/>
              <a:gdLst/>
              <a:ahLst/>
              <a:cxnLst/>
              <a:rect l="l" t="t" r="r" b="b"/>
              <a:pathLst>
                <a:path w="2049" h="2822" extrusionOk="0">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2" name="Google Shape;7722;p67"/>
          <p:cNvGrpSpPr/>
          <p:nvPr/>
        </p:nvGrpSpPr>
        <p:grpSpPr>
          <a:xfrm>
            <a:off x="3489212" y="2796461"/>
            <a:ext cx="465618" cy="450101"/>
            <a:chOff x="-19394200" y="4084200"/>
            <a:chExt cx="315075" cy="304575"/>
          </a:xfrm>
        </p:grpSpPr>
        <p:sp>
          <p:nvSpPr>
            <p:cNvPr id="7723" name="Google Shape;7723;p67"/>
            <p:cNvSpPr/>
            <p:nvPr/>
          </p:nvSpPr>
          <p:spPr>
            <a:xfrm>
              <a:off x="-19185475" y="4234650"/>
              <a:ext cx="40175" cy="28375"/>
            </a:xfrm>
            <a:custGeom>
              <a:avLst/>
              <a:gdLst/>
              <a:ahLst/>
              <a:cxnLst/>
              <a:rect l="l" t="t" r="r" b="b"/>
              <a:pathLst>
                <a:path w="1607" h="1135" extrusionOk="0">
                  <a:moveTo>
                    <a:pt x="1134" y="0"/>
                  </a:moveTo>
                  <a:lnTo>
                    <a:pt x="0" y="1134"/>
                  </a:lnTo>
                  <a:lnTo>
                    <a:pt x="1607" y="1134"/>
                  </a:lnTo>
                  <a:cubicBezTo>
                    <a:pt x="1575" y="756"/>
                    <a:pt x="1418" y="347"/>
                    <a:pt x="1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67"/>
            <p:cNvSpPr/>
            <p:nvPr/>
          </p:nvSpPr>
          <p:spPr>
            <a:xfrm>
              <a:off x="-19244550" y="4293725"/>
              <a:ext cx="28375" cy="39400"/>
            </a:xfrm>
            <a:custGeom>
              <a:avLst/>
              <a:gdLst/>
              <a:ahLst/>
              <a:cxnLst/>
              <a:rect l="l" t="t" r="r" b="b"/>
              <a:pathLst>
                <a:path w="1135" h="1576" extrusionOk="0">
                  <a:moveTo>
                    <a:pt x="1134" y="0"/>
                  </a:moveTo>
                  <a:lnTo>
                    <a:pt x="0" y="1134"/>
                  </a:lnTo>
                  <a:cubicBezTo>
                    <a:pt x="315" y="1386"/>
                    <a:pt x="693" y="1512"/>
                    <a:pt x="1134" y="1575"/>
                  </a:cubicBezTo>
                  <a:lnTo>
                    <a:pt x="11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67"/>
            <p:cNvSpPr/>
            <p:nvPr/>
          </p:nvSpPr>
          <p:spPr>
            <a:xfrm>
              <a:off x="-19280000" y="4201050"/>
              <a:ext cx="200875" cy="187725"/>
            </a:xfrm>
            <a:custGeom>
              <a:avLst/>
              <a:gdLst/>
              <a:ahLst/>
              <a:cxnLst/>
              <a:rect l="l" t="t" r="r" b="b"/>
              <a:pathLst>
                <a:path w="8035" h="7509" extrusionOk="0">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67"/>
            <p:cNvSpPr/>
            <p:nvPr/>
          </p:nvSpPr>
          <p:spPr>
            <a:xfrm>
              <a:off x="-19197300" y="4293725"/>
              <a:ext cx="28375" cy="39400"/>
            </a:xfrm>
            <a:custGeom>
              <a:avLst/>
              <a:gdLst/>
              <a:ahLst/>
              <a:cxnLst/>
              <a:rect l="l" t="t" r="r" b="b"/>
              <a:pathLst>
                <a:path w="1135" h="1576" extrusionOk="0">
                  <a:moveTo>
                    <a:pt x="1" y="0"/>
                  </a:moveTo>
                  <a:lnTo>
                    <a:pt x="1" y="1575"/>
                  </a:lnTo>
                  <a:cubicBezTo>
                    <a:pt x="379" y="1512"/>
                    <a:pt x="788" y="1386"/>
                    <a:pt x="1135" y="113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67"/>
            <p:cNvSpPr/>
            <p:nvPr/>
          </p:nvSpPr>
          <p:spPr>
            <a:xfrm>
              <a:off x="-19394200" y="4084200"/>
              <a:ext cx="252850" cy="303275"/>
            </a:xfrm>
            <a:custGeom>
              <a:avLst/>
              <a:gdLst/>
              <a:ahLst/>
              <a:cxnLst/>
              <a:rect l="l" t="t" r="r" b="b"/>
              <a:pathLst>
                <a:path w="10114" h="12131" extrusionOk="0">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67"/>
            <p:cNvSpPr/>
            <p:nvPr/>
          </p:nvSpPr>
          <p:spPr>
            <a:xfrm>
              <a:off x="-19185475" y="4281100"/>
              <a:ext cx="40175" cy="28400"/>
            </a:xfrm>
            <a:custGeom>
              <a:avLst/>
              <a:gdLst/>
              <a:ahLst/>
              <a:cxnLst/>
              <a:rect l="l" t="t" r="r" b="b"/>
              <a:pathLst>
                <a:path w="1607" h="1136" extrusionOk="0">
                  <a:moveTo>
                    <a:pt x="0" y="1"/>
                  </a:moveTo>
                  <a:lnTo>
                    <a:pt x="1134" y="1135"/>
                  </a:lnTo>
                  <a:cubicBezTo>
                    <a:pt x="1418" y="820"/>
                    <a:pt x="1575" y="411"/>
                    <a:pt x="1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9" name="Google Shape;7729;p67"/>
          <p:cNvGrpSpPr/>
          <p:nvPr/>
        </p:nvGrpSpPr>
        <p:grpSpPr>
          <a:xfrm>
            <a:off x="6294923" y="1689001"/>
            <a:ext cx="400447" cy="450470"/>
            <a:chOff x="-17526750" y="3309200"/>
            <a:chExt cx="270975" cy="304825"/>
          </a:xfrm>
        </p:grpSpPr>
        <p:sp>
          <p:nvSpPr>
            <p:cNvPr id="7730" name="Google Shape;7730;p67"/>
            <p:cNvSpPr/>
            <p:nvPr/>
          </p:nvSpPr>
          <p:spPr>
            <a:xfrm>
              <a:off x="-17507050" y="3452525"/>
              <a:ext cx="232375" cy="161500"/>
            </a:xfrm>
            <a:custGeom>
              <a:avLst/>
              <a:gdLst/>
              <a:ahLst/>
              <a:cxnLst/>
              <a:rect l="l" t="t" r="r" b="b"/>
              <a:pathLst>
                <a:path w="9295" h="6460" extrusionOk="0">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67"/>
            <p:cNvSpPr/>
            <p:nvPr/>
          </p:nvSpPr>
          <p:spPr>
            <a:xfrm>
              <a:off x="-17417275" y="3309200"/>
              <a:ext cx="52800" cy="54350"/>
            </a:xfrm>
            <a:custGeom>
              <a:avLst/>
              <a:gdLst/>
              <a:ahLst/>
              <a:cxnLst/>
              <a:rect l="l" t="t" r="r" b="b"/>
              <a:pathLst>
                <a:path w="2112" h="2174" extrusionOk="0">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67"/>
            <p:cNvSpPr/>
            <p:nvPr/>
          </p:nvSpPr>
          <p:spPr>
            <a:xfrm>
              <a:off x="-17456650" y="3369825"/>
              <a:ext cx="130775" cy="64625"/>
            </a:xfrm>
            <a:custGeom>
              <a:avLst/>
              <a:gdLst/>
              <a:ahLst/>
              <a:cxnLst/>
              <a:rect l="l" t="t" r="r" b="b"/>
              <a:pathLst>
                <a:path w="5231" h="2585" extrusionOk="0">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67"/>
            <p:cNvSpPr/>
            <p:nvPr/>
          </p:nvSpPr>
          <p:spPr>
            <a:xfrm>
              <a:off x="-17526750" y="3344625"/>
              <a:ext cx="95325" cy="89825"/>
            </a:xfrm>
            <a:custGeom>
              <a:avLst/>
              <a:gdLst/>
              <a:ahLst/>
              <a:cxnLst/>
              <a:rect l="l" t="t" r="r" b="b"/>
              <a:pathLst>
                <a:path w="3813" h="3593" extrusionOk="0">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67"/>
            <p:cNvSpPr/>
            <p:nvPr/>
          </p:nvSpPr>
          <p:spPr>
            <a:xfrm>
              <a:off x="-17351900" y="3345425"/>
              <a:ext cx="96125" cy="89800"/>
            </a:xfrm>
            <a:custGeom>
              <a:avLst/>
              <a:gdLst/>
              <a:ahLst/>
              <a:cxnLst/>
              <a:rect l="l" t="t" r="r" b="b"/>
              <a:pathLst>
                <a:path w="3845" h="3592" extrusionOk="0">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5" name="Google Shape;7735;p67"/>
          <p:cNvGrpSpPr/>
          <p:nvPr/>
        </p:nvGrpSpPr>
        <p:grpSpPr>
          <a:xfrm>
            <a:off x="6271075" y="2244173"/>
            <a:ext cx="448143" cy="448143"/>
            <a:chOff x="-17542500" y="3684100"/>
            <a:chExt cx="303250" cy="303250"/>
          </a:xfrm>
        </p:grpSpPr>
        <p:sp>
          <p:nvSpPr>
            <p:cNvPr id="7736" name="Google Shape;7736;p67"/>
            <p:cNvSpPr/>
            <p:nvPr/>
          </p:nvSpPr>
          <p:spPr>
            <a:xfrm>
              <a:off x="-17542500" y="3863675"/>
              <a:ext cx="70900" cy="52800"/>
            </a:xfrm>
            <a:custGeom>
              <a:avLst/>
              <a:gdLst/>
              <a:ahLst/>
              <a:cxnLst/>
              <a:rect l="l" t="t" r="r" b="b"/>
              <a:pathLst>
                <a:path w="2836" h="2112" extrusionOk="0">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67"/>
            <p:cNvSpPr/>
            <p:nvPr/>
          </p:nvSpPr>
          <p:spPr>
            <a:xfrm>
              <a:off x="-17488150" y="3881000"/>
              <a:ext cx="70900" cy="106350"/>
            </a:xfrm>
            <a:custGeom>
              <a:avLst/>
              <a:gdLst/>
              <a:ahLst/>
              <a:cxnLst/>
              <a:rect l="l" t="t" r="r" b="b"/>
              <a:pathLst>
                <a:path w="2836" h="4254" extrusionOk="0">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67"/>
            <p:cNvSpPr/>
            <p:nvPr/>
          </p:nvSpPr>
          <p:spPr>
            <a:xfrm>
              <a:off x="-17310150" y="3863675"/>
              <a:ext cx="70900" cy="52800"/>
            </a:xfrm>
            <a:custGeom>
              <a:avLst/>
              <a:gdLst/>
              <a:ahLst/>
              <a:cxnLst/>
              <a:rect l="l" t="t" r="r" b="b"/>
              <a:pathLst>
                <a:path w="2836" h="2112" extrusionOk="0">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67"/>
            <p:cNvSpPr/>
            <p:nvPr/>
          </p:nvSpPr>
          <p:spPr>
            <a:xfrm>
              <a:off x="-17364500" y="3881000"/>
              <a:ext cx="70925" cy="106350"/>
            </a:xfrm>
            <a:custGeom>
              <a:avLst/>
              <a:gdLst/>
              <a:ahLst/>
              <a:cxnLst/>
              <a:rect l="l" t="t" r="r" b="b"/>
              <a:pathLst>
                <a:path w="2837" h="4254" extrusionOk="0">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67"/>
            <p:cNvSpPr/>
            <p:nvPr/>
          </p:nvSpPr>
          <p:spPr>
            <a:xfrm>
              <a:off x="-17505475" y="3845550"/>
              <a:ext cx="228425" cy="18150"/>
            </a:xfrm>
            <a:custGeom>
              <a:avLst/>
              <a:gdLst/>
              <a:ahLst/>
              <a:cxnLst/>
              <a:rect l="l" t="t" r="r" b="b"/>
              <a:pathLst>
                <a:path w="9137" h="726" extrusionOk="0">
                  <a:moveTo>
                    <a:pt x="0" y="1"/>
                  </a:moveTo>
                  <a:cubicBezTo>
                    <a:pt x="158" y="379"/>
                    <a:pt x="536" y="725"/>
                    <a:pt x="1008" y="725"/>
                  </a:cubicBezTo>
                  <a:lnTo>
                    <a:pt x="8129" y="725"/>
                  </a:lnTo>
                  <a:cubicBezTo>
                    <a:pt x="8601" y="725"/>
                    <a:pt x="8979" y="379"/>
                    <a:pt x="9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67"/>
            <p:cNvSpPr/>
            <p:nvPr/>
          </p:nvSpPr>
          <p:spPr>
            <a:xfrm>
              <a:off x="-17523600" y="3706925"/>
              <a:ext cx="265450" cy="121325"/>
            </a:xfrm>
            <a:custGeom>
              <a:avLst/>
              <a:gdLst/>
              <a:ahLst/>
              <a:cxnLst/>
              <a:rect l="l" t="t" r="r" b="b"/>
              <a:pathLst>
                <a:path w="10618" h="4853" extrusionOk="0">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67"/>
            <p:cNvSpPr/>
            <p:nvPr/>
          </p:nvSpPr>
          <p:spPr>
            <a:xfrm>
              <a:off x="-17448775" y="3684100"/>
              <a:ext cx="115800" cy="52800"/>
            </a:xfrm>
            <a:custGeom>
              <a:avLst/>
              <a:gdLst/>
              <a:ahLst/>
              <a:cxnLst/>
              <a:rect l="l" t="t" r="r" b="b"/>
              <a:pathLst>
                <a:path w="4632" h="2112" extrusionOk="0">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3" name="Google Shape;7743;p67"/>
          <p:cNvGrpSpPr/>
          <p:nvPr/>
        </p:nvGrpSpPr>
        <p:grpSpPr>
          <a:xfrm>
            <a:off x="6270484" y="2810817"/>
            <a:ext cx="449325" cy="421395"/>
            <a:chOff x="-17542500" y="4068450"/>
            <a:chExt cx="304050" cy="285150"/>
          </a:xfrm>
        </p:grpSpPr>
        <p:sp>
          <p:nvSpPr>
            <p:cNvPr id="7744" name="Google Shape;7744;p67"/>
            <p:cNvSpPr/>
            <p:nvPr/>
          </p:nvSpPr>
          <p:spPr>
            <a:xfrm>
              <a:off x="-17519650" y="4281900"/>
              <a:ext cx="256000" cy="71700"/>
            </a:xfrm>
            <a:custGeom>
              <a:avLst/>
              <a:gdLst/>
              <a:ahLst/>
              <a:cxnLst/>
              <a:rect l="l" t="t" r="r" b="b"/>
              <a:pathLst>
                <a:path w="10240" h="2868" extrusionOk="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67"/>
            <p:cNvSpPr/>
            <p:nvPr/>
          </p:nvSpPr>
          <p:spPr>
            <a:xfrm>
              <a:off x="-17542500" y="4166900"/>
              <a:ext cx="304050" cy="133925"/>
            </a:xfrm>
            <a:custGeom>
              <a:avLst/>
              <a:gdLst/>
              <a:ahLst/>
              <a:cxnLst/>
              <a:rect l="l" t="t" r="r" b="b"/>
              <a:pathLst>
                <a:path w="12162" h="5357" extrusionOk="0">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67"/>
            <p:cNvSpPr/>
            <p:nvPr/>
          </p:nvSpPr>
          <p:spPr>
            <a:xfrm>
              <a:off x="-17329050" y="4121225"/>
              <a:ext cx="18125" cy="18150"/>
            </a:xfrm>
            <a:custGeom>
              <a:avLst/>
              <a:gdLst/>
              <a:ahLst/>
              <a:cxnLst/>
              <a:rect l="l" t="t" r="r" b="b"/>
              <a:pathLst>
                <a:path w="725" h="726" extrusionOk="0">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67"/>
            <p:cNvSpPr/>
            <p:nvPr/>
          </p:nvSpPr>
          <p:spPr>
            <a:xfrm>
              <a:off x="-17381825" y="4068450"/>
              <a:ext cx="123675" cy="123675"/>
            </a:xfrm>
            <a:custGeom>
              <a:avLst/>
              <a:gdLst/>
              <a:ahLst/>
              <a:cxnLst/>
              <a:rect l="l" t="t" r="r" b="b"/>
              <a:pathLst>
                <a:path w="4947" h="4947" extrusionOk="0">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67"/>
            <p:cNvSpPr/>
            <p:nvPr/>
          </p:nvSpPr>
          <p:spPr>
            <a:xfrm>
              <a:off x="-17471625" y="4121225"/>
              <a:ext cx="17375" cy="18150"/>
            </a:xfrm>
            <a:custGeom>
              <a:avLst/>
              <a:gdLst/>
              <a:ahLst/>
              <a:cxnLst/>
              <a:rect l="l" t="t" r="r" b="b"/>
              <a:pathLst>
                <a:path w="695" h="726" extrusionOk="0">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67"/>
            <p:cNvSpPr/>
            <p:nvPr/>
          </p:nvSpPr>
          <p:spPr>
            <a:xfrm>
              <a:off x="-17525175" y="4068450"/>
              <a:ext cx="124475" cy="123675"/>
            </a:xfrm>
            <a:custGeom>
              <a:avLst/>
              <a:gdLst/>
              <a:ahLst/>
              <a:cxnLst/>
              <a:rect l="l" t="t" r="r" b="b"/>
              <a:pathLst>
                <a:path w="4979" h="4947" extrusionOk="0">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0" name="Google Shape;7750;p67"/>
          <p:cNvGrpSpPr/>
          <p:nvPr/>
        </p:nvGrpSpPr>
        <p:grpSpPr>
          <a:xfrm>
            <a:off x="3500906" y="3342211"/>
            <a:ext cx="343404" cy="449325"/>
            <a:chOff x="-15652200" y="3335975"/>
            <a:chExt cx="232375" cy="304050"/>
          </a:xfrm>
        </p:grpSpPr>
        <p:sp>
          <p:nvSpPr>
            <p:cNvPr id="7751" name="Google Shape;7751;p67"/>
            <p:cNvSpPr/>
            <p:nvPr/>
          </p:nvSpPr>
          <p:spPr>
            <a:xfrm>
              <a:off x="-15652200" y="3403700"/>
              <a:ext cx="36250" cy="168575"/>
            </a:xfrm>
            <a:custGeom>
              <a:avLst/>
              <a:gdLst/>
              <a:ahLst/>
              <a:cxnLst/>
              <a:rect l="l" t="t" r="r" b="b"/>
              <a:pathLst>
                <a:path w="1450" h="6743" extrusionOk="0">
                  <a:moveTo>
                    <a:pt x="0" y="1"/>
                  </a:moveTo>
                  <a:lnTo>
                    <a:pt x="0" y="6743"/>
                  </a:lnTo>
                  <a:lnTo>
                    <a:pt x="1450" y="6018"/>
                  </a:lnTo>
                  <a:lnTo>
                    <a:pt x="1450" y="694"/>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67"/>
            <p:cNvSpPr/>
            <p:nvPr/>
          </p:nvSpPr>
          <p:spPr>
            <a:xfrm>
              <a:off x="-15455300" y="3403700"/>
              <a:ext cx="35475" cy="168575"/>
            </a:xfrm>
            <a:custGeom>
              <a:avLst/>
              <a:gdLst/>
              <a:ahLst/>
              <a:cxnLst/>
              <a:rect l="l" t="t" r="r" b="b"/>
              <a:pathLst>
                <a:path w="1419" h="6743" extrusionOk="0">
                  <a:moveTo>
                    <a:pt x="1418" y="1"/>
                  </a:moveTo>
                  <a:lnTo>
                    <a:pt x="1" y="694"/>
                  </a:lnTo>
                  <a:lnTo>
                    <a:pt x="1" y="6018"/>
                  </a:lnTo>
                  <a:lnTo>
                    <a:pt x="1418" y="6743"/>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67"/>
            <p:cNvSpPr/>
            <p:nvPr/>
          </p:nvSpPr>
          <p:spPr>
            <a:xfrm>
              <a:off x="-15644325" y="3570675"/>
              <a:ext cx="62250" cy="62250"/>
            </a:xfrm>
            <a:custGeom>
              <a:avLst/>
              <a:gdLst/>
              <a:ahLst/>
              <a:cxnLst/>
              <a:rect l="l" t="t" r="r" b="b"/>
              <a:pathLst>
                <a:path w="2490" h="2490" extrusionOk="0">
                  <a:moveTo>
                    <a:pt x="1418" y="1"/>
                  </a:moveTo>
                  <a:lnTo>
                    <a:pt x="0" y="725"/>
                  </a:lnTo>
                  <a:lnTo>
                    <a:pt x="1765" y="2489"/>
                  </a:lnTo>
                  <a:lnTo>
                    <a:pt x="2489" y="1072"/>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67"/>
            <p:cNvSpPr/>
            <p:nvPr/>
          </p:nvSpPr>
          <p:spPr>
            <a:xfrm>
              <a:off x="-15489950" y="3570675"/>
              <a:ext cx="63025" cy="62250"/>
            </a:xfrm>
            <a:custGeom>
              <a:avLst/>
              <a:gdLst/>
              <a:ahLst/>
              <a:cxnLst/>
              <a:rect l="l" t="t" r="r" b="b"/>
              <a:pathLst>
                <a:path w="2521" h="2490" extrusionOk="0">
                  <a:moveTo>
                    <a:pt x="1072" y="1"/>
                  </a:moveTo>
                  <a:lnTo>
                    <a:pt x="0" y="1072"/>
                  </a:lnTo>
                  <a:lnTo>
                    <a:pt x="725" y="2489"/>
                  </a:lnTo>
                  <a:lnTo>
                    <a:pt x="2521" y="725"/>
                  </a:lnTo>
                  <a:lnTo>
                    <a:pt x="1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67"/>
            <p:cNvSpPr/>
            <p:nvPr/>
          </p:nvSpPr>
          <p:spPr>
            <a:xfrm>
              <a:off x="-15644325" y="3342275"/>
              <a:ext cx="62250" cy="63025"/>
            </a:xfrm>
            <a:custGeom>
              <a:avLst/>
              <a:gdLst/>
              <a:ahLst/>
              <a:cxnLst/>
              <a:rect l="l" t="t" r="r" b="b"/>
              <a:pathLst>
                <a:path w="2490" h="2521" extrusionOk="0">
                  <a:moveTo>
                    <a:pt x="1765" y="0"/>
                  </a:moveTo>
                  <a:lnTo>
                    <a:pt x="0" y="1827"/>
                  </a:lnTo>
                  <a:lnTo>
                    <a:pt x="1418" y="2521"/>
                  </a:lnTo>
                  <a:lnTo>
                    <a:pt x="2489" y="1481"/>
                  </a:lnTo>
                  <a:lnTo>
                    <a:pt x="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67"/>
            <p:cNvSpPr/>
            <p:nvPr/>
          </p:nvSpPr>
          <p:spPr>
            <a:xfrm>
              <a:off x="-15489950" y="3342275"/>
              <a:ext cx="63025" cy="63025"/>
            </a:xfrm>
            <a:custGeom>
              <a:avLst/>
              <a:gdLst/>
              <a:ahLst/>
              <a:cxnLst/>
              <a:rect l="l" t="t" r="r" b="b"/>
              <a:pathLst>
                <a:path w="2521" h="2521" extrusionOk="0">
                  <a:moveTo>
                    <a:pt x="725" y="0"/>
                  </a:moveTo>
                  <a:lnTo>
                    <a:pt x="0" y="1481"/>
                  </a:lnTo>
                  <a:lnTo>
                    <a:pt x="1072" y="2521"/>
                  </a:lnTo>
                  <a:lnTo>
                    <a:pt x="2521" y="1827"/>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67"/>
            <p:cNvSpPr/>
            <p:nvPr/>
          </p:nvSpPr>
          <p:spPr>
            <a:xfrm>
              <a:off x="-15584475" y="3604550"/>
              <a:ext cx="96900" cy="35475"/>
            </a:xfrm>
            <a:custGeom>
              <a:avLst/>
              <a:gdLst/>
              <a:ahLst/>
              <a:cxnLst/>
              <a:rect l="l" t="t" r="r" b="b"/>
              <a:pathLst>
                <a:path w="3876" h="1419" extrusionOk="0">
                  <a:moveTo>
                    <a:pt x="725" y="0"/>
                  </a:moveTo>
                  <a:lnTo>
                    <a:pt x="1" y="1418"/>
                  </a:lnTo>
                  <a:lnTo>
                    <a:pt x="3876" y="1418"/>
                  </a:lnTo>
                  <a:lnTo>
                    <a:pt x="31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67"/>
            <p:cNvSpPr/>
            <p:nvPr/>
          </p:nvSpPr>
          <p:spPr>
            <a:xfrm>
              <a:off x="-15584475" y="3335975"/>
              <a:ext cx="96900" cy="35450"/>
            </a:xfrm>
            <a:custGeom>
              <a:avLst/>
              <a:gdLst/>
              <a:ahLst/>
              <a:cxnLst/>
              <a:rect l="l" t="t" r="r" b="b"/>
              <a:pathLst>
                <a:path w="3876" h="1418" extrusionOk="0">
                  <a:moveTo>
                    <a:pt x="1" y="0"/>
                  </a:moveTo>
                  <a:lnTo>
                    <a:pt x="725" y="1418"/>
                  </a:lnTo>
                  <a:lnTo>
                    <a:pt x="3151" y="1418"/>
                  </a:lnTo>
                  <a:lnTo>
                    <a:pt x="38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67"/>
            <p:cNvSpPr/>
            <p:nvPr/>
          </p:nvSpPr>
          <p:spPr>
            <a:xfrm>
              <a:off x="-15597850" y="3388725"/>
              <a:ext cx="124450" cy="197725"/>
            </a:xfrm>
            <a:custGeom>
              <a:avLst/>
              <a:gdLst/>
              <a:ahLst/>
              <a:cxnLst/>
              <a:rect l="l" t="t" r="r" b="b"/>
              <a:pathLst>
                <a:path w="4978" h="7909" extrusionOk="0">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0" name="Google Shape;7760;p67"/>
          <p:cNvGrpSpPr/>
          <p:nvPr/>
        </p:nvGrpSpPr>
        <p:grpSpPr>
          <a:xfrm>
            <a:off x="1274819" y="2243729"/>
            <a:ext cx="449325" cy="449030"/>
            <a:chOff x="-20945825" y="3692175"/>
            <a:chExt cx="304050" cy="303850"/>
          </a:xfrm>
        </p:grpSpPr>
        <p:sp>
          <p:nvSpPr>
            <p:cNvPr id="7761" name="Google Shape;7761;p67"/>
            <p:cNvSpPr/>
            <p:nvPr/>
          </p:nvSpPr>
          <p:spPr>
            <a:xfrm>
              <a:off x="-20841850" y="3692175"/>
              <a:ext cx="92950" cy="89600"/>
            </a:xfrm>
            <a:custGeom>
              <a:avLst/>
              <a:gdLst/>
              <a:ahLst/>
              <a:cxnLst/>
              <a:rect l="l" t="t" r="r" b="b"/>
              <a:pathLst>
                <a:path w="3718" h="3584" extrusionOk="0">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67"/>
            <p:cNvSpPr/>
            <p:nvPr/>
          </p:nvSpPr>
          <p:spPr>
            <a:xfrm>
              <a:off x="-20945825" y="3746325"/>
              <a:ext cx="304050" cy="70900"/>
            </a:xfrm>
            <a:custGeom>
              <a:avLst/>
              <a:gdLst/>
              <a:ahLst/>
              <a:cxnLst/>
              <a:rect l="l" t="t" r="r" b="b"/>
              <a:pathLst>
                <a:path w="12162" h="2836" extrusionOk="0">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67"/>
            <p:cNvSpPr/>
            <p:nvPr/>
          </p:nvSpPr>
          <p:spPr>
            <a:xfrm>
              <a:off x="-20814300" y="3864450"/>
              <a:ext cx="39425" cy="131575"/>
            </a:xfrm>
            <a:custGeom>
              <a:avLst/>
              <a:gdLst/>
              <a:ahLst/>
              <a:cxnLst/>
              <a:rect l="l" t="t" r="r" b="b"/>
              <a:pathLst>
                <a:path w="1577" h="5263" extrusionOk="0">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67"/>
            <p:cNvSpPr/>
            <p:nvPr/>
          </p:nvSpPr>
          <p:spPr>
            <a:xfrm>
              <a:off x="-20929275" y="3834525"/>
              <a:ext cx="268600" cy="53600"/>
            </a:xfrm>
            <a:custGeom>
              <a:avLst/>
              <a:gdLst/>
              <a:ahLst/>
              <a:cxnLst/>
              <a:rect l="l" t="t" r="r" b="b"/>
              <a:pathLst>
                <a:path w="10744" h="2144" extrusionOk="0">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5" name="Google Shape;7765;p67"/>
          <p:cNvGrpSpPr/>
          <p:nvPr/>
        </p:nvGrpSpPr>
        <p:grpSpPr>
          <a:xfrm>
            <a:off x="4081644" y="1689848"/>
            <a:ext cx="372516" cy="448771"/>
            <a:chOff x="-18994100" y="3334775"/>
            <a:chExt cx="252075" cy="303675"/>
          </a:xfrm>
        </p:grpSpPr>
        <p:sp>
          <p:nvSpPr>
            <p:cNvPr id="7766" name="Google Shape;7766;p67"/>
            <p:cNvSpPr/>
            <p:nvPr/>
          </p:nvSpPr>
          <p:spPr>
            <a:xfrm>
              <a:off x="-18967300" y="3424975"/>
              <a:ext cx="198500" cy="207150"/>
            </a:xfrm>
            <a:custGeom>
              <a:avLst/>
              <a:gdLst/>
              <a:ahLst/>
              <a:cxnLst/>
              <a:rect l="l" t="t" r="r" b="b"/>
              <a:pathLst>
                <a:path w="7940" h="8286" extrusionOk="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67"/>
            <p:cNvSpPr/>
            <p:nvPr/>
          </p:nvSpPr>
          <p:spPr>
            <a:xfrm>
              <a:off x="-18885400" y="3610050"/>
              <a:ext cx="35475" cy="28400"/>
            </a:xfrm>
            <a:custGeom>
              <a:avLst/>
              <a:gdLst/>
              <a:ahLst/>
              <a:cxnLst/>
              <a:rect l="l" t="t" r="r" b="b"/>
              <a:pathLst>
                <a:path w="1419" h="1136" extrusionOk="0">
                  <a:moveTo>
                    <a:pt x="694" y="1"/>
                  </a:moveTo>
                  <a:lnTo>
                    <a:pt x="1" y="1072"/>
                  </a:lnTo>
                  <a:cubicBezTo>
                    <a:pt x="221" y="1104"/>
                    <a:pt x="473" y="1135"/>
                    <a:pt x="694" y="1135"/>
                  </a:cubicBezTo>
                  <a:cubicBezTo>
                    <a:pt x="946" y="1135"/>
                    <a:pt x="1166" y="1104"/>
                    <a:pt x="1418" y="1072"/>
                  </a:cubicBez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67"/>
            <p:cNvSpPr/>
            <p:nvPr/>
          </p:nvSpPr>
          <p:spPr>
            <a:xfrm>
              <a:off x="-18994100" y="3334775"/>
              <a:ext cx="96900" cy="140625"/>
            </a:xfrm>
            <a:custGeom>
              <a:avLst/>
              <a:gdLst/>
              <a:ahLst/>
              <a:cxnLst/>
              <a:rect l="l" t="t" r="r" b="b"/>
              <a:pathLst>
                <a:path w="3876" h="5625" extrusionOk="0">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67"/>
            <p:cNvSpPr/>
            <p:nvPr/>
          </p:nvSpPr>
          <p:spPr>
            <a:xfrm>
              <a:off x="-18838150" y="3334775"/>
              <a:ext cx="96125" cy="139850"/>
            </a:xfrm>
            <a:custGeom>
              <a:avLst/>
              <a:gdLst/>
              <a:ahLst/>
              <a:cxnLst/>
              <a:rect l="l" t="t" r="r" b="b"/>
              <a:pathLst>
                <a:path w="3845" h="5594" extrusionOk="0">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0" name="Google Shape;7770;p67"/>
          <p:cNvGrpSpPr/>
          <p:nvPr/>
        </p:nvGrpSpPr>
        <p:grpSpPr>
          <a:xfrm>
            <a:off x="4096200" y="2244743"/>
            <a:ext cx="343404" cy="446998"/>
            <a:chOff x="-18983850" y="3710075"/>
            <a:chExt cx="232375" cy="302475"/>
          </a:xfrm>
        </p:grpSpPr>
        <p:sp>
          <p:nvSpPr>
            <p:cNvPr id="7771" name="Google Shape;7771;p67"/>
            <p:cNvSpPr/>
            <p:nvPr/>
          </p:nvSpPr>
          <p:spPr>
            <a:xfrm>
              <a:off x="-18840500" y="3874700"/>
              <a:ext cx="89025" cy="119750"/>
            </a:xfrm>
            <a:custGeom>
              <a:avLst/>
              <a:gdLst/>
              <a:ahLst/>
              <a:cxnLst/>
              <a:rect l="l" t="t" r="r" b="b"/>
              <a:pathLst>
                <a:path w="3561" h="4790" extrusionOk="0">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67"/>
            <p:cNvSpPr/>
            <p:nvPr/>
          </p:nvSpPr>
          <p:spPr>
            <a:xfrm>
              <a:off x="-18983850" y="3901475"/>
              <a:ext cx="208750" cy="111075"/>
            </a:xfrm>
            <a:custGeom>
              <a:avLst/>
              <a:gdLst/>
              <a:ahLst/>
              <a:cxnLst/>
              <a:rect l="l" t="t" r="r" b="b"/>
              <a:pathLst>
                <a:path w="8350" h="4443" extrusionOk="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67"/>
            <p:cNvSpPr/>
            <p:nvPr/>
          </p:nvSpPr>
          <p:spPr>
            <a:xfrm>
              <a:off x="-18947625" y="3710075"/>
              <a:ext cx="159925" cy="67775"/>
            </a:xfrm>
            <a:custGeom>
              <a:avLst/>
              <a:gdLst/>
              <a:ahLst/>
              <a:cxnLst/>
              <a:rect l="l" t="t" r="r" b="b"/>
              <a:pathLst>
                <a:path w="6397" h="2711" extrusionOk="0">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67"/>
            <p:cNvSpPr/>
            <p:nvPr/>
          </p:nvSpPr>
          <p:spPr>
            <a:xfrm>
              <a:off x="-18949200" y="3773100"/>
              <a:ext cx="159125" cy="133925"/>
            </a:xfrm>
            <a:custGeom>
              <a:avLst/>
              <a:gdLst/>
              <a:ahLst/>
              <a:cxnLst/>
              <a:rect l="l" t="t" r="r" b="b"/>
              <a:pathLst>
                <a:path w="6365" h="5357" extrusionOk="0">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5" name="Google Shape;7775;p67"/>
          <p:cNvGrpSpPr/>
          <p:nvPr/>
        </p:nvGrpSpPr>
        <p:grpSpPr>
          <a:xfrm>
            <a:off x="1274247" y="1689573"/>
            <a:ext cx="450470" cy="449325"/>
            <a:chOff x="-20946600" y="3317850"/>
            <a:chExt cx="304825" cy="304050"/>
          </a:xfrm>
        </p:grpSpPr>
        <p:sp>
          <p:nvSpPr>
            <p:cNvPr id="7776" name="Google Shape;7776;p67"/>
            <p:cNvSpPr/>
            <p:nvPr/>
          </p:nvSpPr>
          <p:spPr>
            <a:xfrm>
              <a:off x="-20946600" y="3317850"/>
              <a:ext cx="232350" cy="248925"/>
            </a:xfrm>
            <a:custGeom>
              <a:avLst/>
              <a:gdLst/>
              <a:ahLst/>
              <a:cxnLst/>
              <a:rect l="l" t="t" r="r" b="b"/>
              <a:pathLst>
                <a:path w="9294" h="9957" extrusionOk="0">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67"/>
            <p:cNvSpPr/>
            <p:nvPr/>
          </p:nvSpPr>
          <p:spPr>
            <a:xfrm>
              <a:off x="-20775700" y="3318650"/>
              <a:ext cx="133925" cy="249700"/>
            </a:xfrm>
            <a:custGeom>
              <a:avLst/>
              <a:gdLst/>
              <a:ahLst/>
              <a:cxnLst/>
              <a:rect l="l" t="t" r="r" b="b"/>
              <a:pathLst>
                <a:path w="5357" h="9988" extrusionOk="0">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67"/>
            <p:cNvSpPr/>
            <p:nvPr/>
          </p:nvSpPr>
          <p:spPr>
            <a:xfrm>
              <a:off x="-20890700" y="3586425"/>
              <a:ext cx="195375" cy="35475"/>
            </a:xfrm>
            <a:custGeom>
              <a:avLst/>
              <a:gdLst/>
              <a:ahLst/>
              <a:cxnLst/>
              <a:rect l="l" t="t" r="r" b="b"/>
              <a:pathLst>
                <a:path w="7815" h="1419" extrusionOk="0">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9" name="Google Shape;7779;p67"/>
          <p:cNvGrpSpPr/>
          <p:nvPr/>
        </p:nvGrpSpPr>
        <p:grpSpPr>
          <a:xfrm>
            <a:off x="1300422" y="2797442"/>
            <a:ext cx="398119" cy="448143"/>
            <a:chOff x="-20930075" y="4066100"/>
            <a:chExt cx="269400" cy="303250"/>
          </a:xfrm>
        </p:grpSpPr>
        <p:sp>
          <p:nvSpPr>
            <p:cNvPr id="7780" name="Google Shape;7780;p67"/>
            <p:cNvSpPr/>
            <p:nvPr/>
          </p:nvSpPr>
          <p:spPr>
            <a:xfrm>
              <a:off x="-20865475" y="4066100"/>
              <a:ext cx="141775" cy="144150"/>
            </a:xfrm>
            <a:custGeom>
              <a:avLst/>
              <a:gdLst/>
              <a:ahLst/>
              <a:cxnLst/>
              <a:rect l="l" t="t" r="r" b="b"/>
              <a:pathLst>
                <a:path w="5671" h="5766" extrusionOk="0">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67"/>
            <p:cNvSpPr/>
            <p:nvPr/>
          </p:nvSpPr>
          <p:spPr>
            <a:xfrm>
              <a:off x="-20930075" y="4191325"/>
              <a:ext cx="269400" cy="178025"/>
            </a:xfrm>
            <a:custGeom>
              <a:avLst/>
              <a:gdLst/>
              <a:ahLst/>
              <a:cxnLst/>
              <a:rect l="l" t="t" r="r" b="b"/>
              <a:pathLst>
                <a:path w="10776" h="7121" extrusionOk="0">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2" name="Google Shape;7782;p67"/>
          <p:cNvGrpSpPr/>
          <p:nvPr/>
        </p:nvGrpSpPr>
        <p:grpSpPr>
          <a:xfrm>
            <a:off x="4042667" y="2797422"/>
            <a:ext cx="450470" cy="448180"/>
            <a:chOff x="-19020075" y="4084200"/>
            <a:chExt cx="304825" cy="303275"/>
          </a:xfrm>
        </p:grpSpPr>
        <p:sp>
          <p:nvSpPr>
            <p:cNvPr id="7783" name="Google Shape;7783;p67"/>
            <p:cNvSpPr/>
            <p:nvPr/>
          </p:nvSpPr>
          <p:spPr>
            <a:xfrm>
              <a:off x="-18962575" y="4274800"/>
              <a:ext cx="103975" cy="94550"/>
            </a:xfrm>
            <a:custGeom>
              <a:avLst/>
              <a:gdLst/>
              <a:ahLst/>
              <a:cxnLst/>
              <a:rect l="l" t="t" r="r" b="b"/>
              <a:pathLst>
                <a:path w="4159" h="3782" extrusionOk="0">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67"/>
            <p:cNvSpPr/>
            <p:nvPr/>
          </p:nvSpPr>
          <p:spPr>
            <a:xfrm>
              <a:off x="-18883025" y="4281900"/>
              <a:ext cx="78000" cy="105575"/>
            </a:xfrm>
            <a:custGeom>
              <a:avLst/>
              <a:gdLst/>
              <a:ahLst/>
              <a:cxnLst/>
              <a:rect l="l" t="t" r="r" b="b"/>
              <a:pathLst>
                <a:path w="3120" h="4223" extrusionOk="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67"/>
            <p:cNvSpPr/>
            <p:nvPr/>
          </p:nvSpPr>
          <p:spPr>
            <a:xfrm>
              <a:off x="-18809000" y="4281100"/>
              <a:ext cx="57525" cy="88250"/>
            </a:xfrm>
            <a:custGeom>
              <a:avLst/>
              <a:gdLst/>
              <a:ahLst/>
              <a:cxnLst/>
              <a:rect l="l" t="t" r="r" b="b"/>
              <a:pathLst>
                <a:path w="2301" h="3530" extrusionOk="0">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67"/>
            <p:cNvSpPr/>
            <p:nvPr/>
          </p:nvSpPr>
          <p:spPr>
            <a:xfrm>
              <a:off x="-18770400" y="4263000"/>
              <a:ext cx="55150" cy="66975"/>
            </a:xfrm>
            <a:custGeom>
              <a:avLst/>
              <a:gdLst/>
              <a:ahLst/>
              <a:cxnLst/>
              <a:rect l="l" t="t" r="r" b="b"/>
              <a:pathLst>
                <a:path w="2206" h="2679" extrusionOk="0">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67"/>
            <p:cNvSpPr/>
            <p:nvPr/>
          </p:nvSpPr>
          <p:spPr>
            <a:xfrm>
              <a:off x="-18768050" y="4227550"/>
              <a:ext cx="52025" cy="31525"/>
            </a:xfrm>
            <a:custGeom>
              <a:avLst/>
              <a:gdLst/>
              <a:ahLst/>
              <a:cxnLst/>
              <a:rect l="l" t="t" r="r" b="b"/>
              <a:pathLst>
                <a:path w="2081" h="1261" extrusionOk="0">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67"/>
            <p:cNvSpPr/>
            <p:nvPr/>
          </p:nvSpPr>
          <p:spPr>
            <a:xfrm>
              <a:off x="-19000400" y="4262200"/>
              <a:ext cx="106350" cy="52800"/>
            </a:xfrm>
            <a:custGeom>
              <a:avLst/>
              <a:gdLst/>
              <a:ahLst/>
              <a:cxnLst/>
              <a:rect l="l" t="t" r="r" b="b"/>
              <a:pathLst>
                <a:path w="4254" h="2112" extrusionOk="0">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67"/>
            <p:cNvSpPr/>
            <p:nvPr/>
          </p:nvSpPr>
          <p:spPr>
            <a:xfrm>
              <a:off x="-18912175" y="4173200"/>
              <a:ext cx="18125" cy="35475"/>
            </a:xfrm>
            <a:custGeom>
              <a:avLst/>
              <a:gdLst/>
              <a:ahLst/>
              <a:cxnLst/>
              <a:rect l="l" t="t" r="r" b="b"/>
              <a:pathLst>
                <a:path w="725" h="1419" extrusionOk="0">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67"/>
            <p:cNvSpPr/>
            <p:nvPr/>
          </p:nvSpPr>
          <p:spPr>
            <a:xfrm>
              <a:off x="-19001975" y="4173200"/>
              <a:ext cx="18150" cy="35475"/>
            </a:xfrm>
            <a:custGeom>
              <a:avLst/>
              <a:gdLst/>
              <a:ahLst/>
              <a:cxnLst/>
              <a:rect l="l" t="t" r="r" b="b"/>
              <a:pathLst>
                <a:path w="726" h="1419" extrusionOk="0">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67"/>
            <p:cNvSpPr/>
            <p:nvPr/>
          </p:nvSpPr>
          <p:spPr>
            <a:xfrm>
              <a:off x="-19020075" y="4084200"/>
              <a:ext cx="143375" cy="178025"/>
            </a:xfrm>
            <a:custGeom>
              <a:avLst/>
              <a:gdLst/>
              <a:ahLst/>
              <a:cxnLst/>
              <a:rect l="l" t="t" r="r" b="b"/>
              <a:pathLst>
                <a:path w="5735" h="7121" extrusionOk="0">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2" name="Google Shape;7792;p67"/>
          <p:cNvGrpSpPr/>
          <p:nvPr/>
        </p:nvGrpSpPr>
        <p:grpSpPr>
          <a:xfrm>
            <a:off x="6859931" y="1689001"/>
            <a:ext cx="396937" cy="450470"/>
            <a:chOff x="-17149475" y="3309200"/>
            <a:chExt cx="268600" cy="304825"/>
          </a:xfrm>
        </p:grpSpPr>
        <p:sp>
          <p:nvSpPr>
            <p:cNvPr id="7793" name="Google Shape;7793;p67"/>
            <p:cNvSpPr/>
            <p:nvPr/>
          </p:nvSpPr>
          <p:spPr>
            <a:xfrm>
              <a:off x="-17021100" y="3309200"/>
              <a:ext cx="102425" cy="72475"/>
            </a:xfrm>
            <a:custGeom>
              <a:avLst/>
              <a:gdLst/>
              <a:ahLst/>
              <a:cxnLst/>
              <a:rect l="l" t="t" r="r" b="b"/>
              <a:pathLst>
                <a:path w="4097" h="2899" extrusionOk="0">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67"/>
            <p:cNvSpPr/>
            <p:nvPr/>
          </p:nvSpPr>
          <p:spPr>
            <a:xfrm>
              <a:off x="-17149475" y="3346200"/>
              <a:ext cx="268600" cy="267825"/>
            </a:xfrm>
            <a:custGeom>
              <a:avLst/>
              <a:gdLst/>
              <a:ahLst/>
              <a:cxnLst/>
              <a:rect l="l" t="t" r="r" b="b"/>
              <a:pathLst>
                <a:path w="10744" h="10713" extrusionOk="0">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5" name="Google Shape;7795;p67"/>
          <p:cNvGrpSpPr/>
          <p:nvPr/>
        </p:nvGrpSpPr>
        <p:grpSpPr>
          <a:xfrm>
            <a:off x="6833737" y="2258120"/>
            <a:ext cx="449325" cy="420249"/>
            <a:chOff x="-17168375" y="3692750"/>
            <a:chExt cx="304050" cy="284375"/>
          </a:xfrm>
        </p:grpSpPr>
        <p:sp>
          <p:nvSpPr>
            <p:cNvPr id="7796" name="Google Shape;7796;p67"/>
            <p:cNvSpPr/>
            <p:nvPr/>
          </p:nvSpPr>
          <p:spPr>
            <a:xfrm>
              <a:off x="-16963600" y="3694325"/>
              <a:ext cx="99275" cy="92175"/>
            </a:xfrm>
            <a:custGeom>
              <a:avLst/>
              <a:gdLst/>
              <a:ahLst/>
              <a:cxnLst/>
              <a:rect l="l" t="t" r="r" b="b"/>
              <a:pathLst>
                <a:path w="3971" h="3687" extrusionOk="0">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67"/>
            <p:cNvSpPr/>
            <p:nvPr/>
          </p:nvSpPr>
          <p:spPr>
            <a:xfrm>
              <a:off x="-17102225" y="3817525"/>
              <a:ext cx="61475" cy="69650"/>
            </a:xfrm>
            <a:custGeom>
              <a:avLst/>
              <a:gdLst/>
              <a:ahLst/>
              <a:cxnLst/>
              <a:rect l="l" t="t" r="r" b="b"/>
              <a:pathLst>
                <a:path w="2459" h="2786" extrusionOk="0">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67"/>
            <p:cNvSpPr/>
            <p:nvPr/>
          </p:nvSpPr>
          <p:spPr>
            <a:xfrm>
              <a:off x="-17064400" y="3870925"/>
              <a:ext cx="93750" cy="106200"/>
            </a:xfrm>
            <a:custGeom>
              <a:avLst/>
              <a:gdLst/>
              <a:ahLst/>
              <a:cxnLst/>
              <a:rect l="l" t="t" r="r" b="b"/>
              <a:pathLst>
                <a:path w="3750" h="4248" extrusionOk="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67"/>
            <p:cNvSpPr/>
            <p:nvPr/>
          </p:nvSpPr>
          <p:spPr>
            <a:xfrm>
              <a:off x="-17025025" y="3907200"/>
              <a:ext cx="15775" cy="13200"/>
            </a:xfrm>
            <a:custGeom>
              <a:avLst/>
              <a:gdLst/>
              <a:ahLst/>
              <a:cxnLst/>
              <a:rect l="l" t="t" r="r" b="b"/>
              <a:pathLst>
                <a:path w="631" h="528" extrusionOk="0">
                  <a:moveTo>
                    <a:pt x="327" y="0"/>
                  </a:moveTo>
                  <a:cubicBezTo>
                    <a:pt x="189" y="0"/>
                    <a:pt x="48" y="71"/>
                    <a:pt x="0" y="213"/>
                  </a:cubicBezTo>
                  <a:lnTo>
                    <a:pt x="315" y="528"/>
                  </a:lnTo>
                  <a:lnTo>
                    <a:pt x="630" y="213"/>
                  </a:lnTo>
                  <a:cubicBezTo>
                    <a:pt x="599" y="71"/>
                    <a:pt x="465"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67"/>
            <p:cNvSpPr/>
            <p:nvPr/>
          </p:nvSpPr>
          <p:spPr>
            <a:xfrm>
              <a:off x="-16995100" y="3817825"/>
              <a:ext cx="63025" cy="69900"/>
            </a:xfrm>
            <a:custGeom>
              <a:avLst/>
              <a:gdLst/>
              <a:ahLst/>
              <a:cxnLst/>
              <a:rect l="l" t="t" r="r" b="b"/>
              <a:pathLst>
                <a:path w="2521" h="2796" extrusionOk="0">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67"/>
            <p:cNvSpPr/>
            <p:nvPr/>
          </p:nvSpPr>
          <p:spPr>
            <a:xfrm>
              <a:off x="-17150275" y="3728200"/>
              <a:ext cx="267825" cy="236300"/>
            </a:xfrm>
            <a:custGeom>
              <a:avLst/>
              <a:gdLst/>
              <a:ahLst/>
              <a:cxnLst/>
              <a:rect l="l" t="t" r="r" b="b"/>
              <a:pathLst>
                <a:path w="10713" h="9452" extrusionOk="0">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67"/>
            <p:cNvSpPr/>
            <p:nvPr/>
          </p:nvSpPr>
          <p:spPr>
            <a:xfrm>
              <a:off x="-17168375" y="3692750"/>
              <a:ext cx="99250" cy="92975"/>
            </a:xfrm>
            <a:custGeom>
              <a:avLst/>
              <a:gdLst/>
              <a:ahLst/>
              <a:cxnLst/>
              <a:rect l="l" t="t" r="r" b="b"/>
              <a:pathLst>
                <a:path w="3970" h="3719" extrusionOk="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3" name="Google Shape;7803;p67"/>
          <p:cNvGrpSpPr/>
          <p:nvPr/>
        </p:nvGrpSpPr>
        <p:grpSpPr>
          <a:xfrm>
            <a:off x="6830246" y="2796852"/>
            <a:ext cx="456308" cy="449325"/>
            <a:chOff x="-17170750" y="4058800"/>
            <a:chExt cx="308775" cy="304050"/>
          </a:xfrm>
        </p:grpSpPr>
        <p:sp>
          <p:nvSpPr>
            <p:cNvPr id="7804" name="Google Shape;7804;p67"/>
            <p:cNvSpPr/>
            <p:nvPr/>
          </p:nvSpPr>
          <p:spPr>
            <a:xfrm>
              <a:off x="-17041575" y="4058800"/>
              <a:ext cx="49650" cy="49850"/>
            </a:xfrm>
            <a:custGeom>
              <a:avLst/>
              <a:gdLst/>
              <a:ahLst/>
              <a:cxnLst/>
              <a:rect l="l" t="t" r="r" b="b"/>
              <a:pathLst>
                <a:path w="1986" h="1994" extrusionOk="0">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67"/>
            <p:cNvSpPr/>
            <p:nvPr/>
          </p:nvSpPr>
          <p:spPr>
            <a:xfrm>
              <a:off x="-17041575" y="4312625"/>
              <a:ext cx="49650" cy="50225"/>
            </a:xfrm>
            <a:custGeom>
              <a:avLst/>
              <a:gdLst/>
              <a:ahLst/>
              <a:cxnLst/>
              <a:rect l="l" t="t" r="r" b="b"/>
              <a:pathLst>
                <a:path w="1986" h="2009" extrusionOk="0">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67"/>
            <p:cNvSpPr/>
            <p:nvPr/>
          </p:nvSpPr>
          <p:spPr>
            <a:xfrm>
              <a:off x="-17170750" y="4186600"/>
              <a:ext cx="52800" cy="48075"/>
            </a:xfrm>
            <a:custGeom>
              <a:avLst/>
              <a:gdLst/>
              <a:ahLst/>
              <a:cxnLst/>
              <a:rect l="l" t="t" r="r" b="b"/>
              <a:pathLst>
                <a:path w="2112" h="1923" extrusionOk="0">
                  <a:moveTo>
                    <a:pt x="1639" y="0"/>
                  </a:moveTo>
                  <a:lnTo>
                    <a:pt x="284" y="630"/>
                  </a:lnTo>
                  <a:cubicBezTo>
                    <a:pt x="1" y="788"/>
                    <a:pt x="1" y="1135"/>
                    <a:pt x="284" y="1261"/>
                  </a:cubicBezTo>
                  <a:lnTo>
                    <a:pt x="1639" y="1922"/>
                  </a:lnTo>
                  <a:lnTo>
                    <a:pt x="1639" y="1891"/>
                  </a:lnTo>
                  <a:lnTo>
                    <a:pt x="2112" y="946"/>
                  </a:lnTo>
                  <a:lnTo>
                    <a:pt x="16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67"/>
            <p:cNvSpPr/>
            <p:nvPr/>
          </p:nvSpPr>
          <p:spPr>
            <a:xfrm>
              <a:off x="-16914775" y="4185025"/>
              <a:ext cx="52800" cy="49650"/>
            </a:xfrm>
            <a:custGeom>
              <a:avLst/>
              <a:gdLst/>
              <a:ahLst/>
              <a:cxnLst/>
              <a:rect l="l" t="t" r="r" b="b"/>
              <a:pathLst>
                <a:path w="2112" h="1986" extrusionOk="0">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67"/>
            <p:cNvSpPr/>
            <p:nvPr/>
          </p:nvSpPr>
          <p:spPr>
            <a:xfrm>
              <a:off x="-17127800" y="4273225"/>
              <a:ext cx="47650" cy="46500"/>
            </a:xfrm>
            <a:custGeom>
              <a:avLst/>
              <a:gdLst/>
              <a:ahLst/>
              <a:cxnLst/>
              <a:rect l="l" t="t" r="r" b="b"/>
              <a:pathLst>
                <a:path w="1906" h="1860" extrusionOk="0">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67"/>
            <p:cNvSpPr/>
            <p:nvPr/>
          </p:nvSpPr>
          <p:spPr>
            <a:xfrm>
              <a:off x="-16952575" y="4100775"/>
              <a:ext cx="47675" cy="47250"/>
            </a:xfrm>
            <a:custGeom>
              <a:avLst/>
              <a:gdLst/>
              <a:ahLst/>
              <a:cxnLst/>
              <a:rect l="l" t="t" r="r" b="b"/>
              <a:pathLst>
                <a:path w="1907" h="1890" extrusionOk="0">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67"/>
            <p:cNvSpPr/>
            <p:nvPr/>
          </p:nvSpPr>
          <p:spPr>
            <a:xfrm>
              <a:off x="-16954150" y="4273225"/>
              <a:ext cx="49200" cy="47800"/>
            </a:xfrm>
            <a:custGeom>
              <a:avLst/>
              <a:gdLst/>
              <a:ahLst/>
              <a:cxnLst/>
              <a:rect l="l" t="t" r="r" b="b"/>
              <a:pathLst>
                <a:path w="1968" h="1912" extrusionOk="0">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67"/>
            <p:cNvSpPr/>
            <p:nvPr/>
          </p:nvSpPr>
          <p:spPr>
            <a:xfrm>
              <a:off x="-17128625" y="4101275"/>
              <a:ext cx="48475" cy="46750"/>
            </a:xfrm>
            <a:custGeom>
              <a:avLst/>
              <a:gdLst/>
              <a:ahLst/>
              <a:cxnLst/>
              <a:rect l="l" t="t" r="r" b="b"/>
              <a:pathLst>
                <a:path w="1939" h="1870" extrusionOk="0">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2" name="Google Shape;7812;p67"/>
            <p:cNvSpPr/>
            <p:nvPr/>
          </p:nvSpPr>
          <p:spPr>
            <a:xfrm>
              <a:off x="-17043150" y="4183450"/>
              <a:ext cx="52800" cy="52800"/>
            </a:xfrm>
            <a:custGeom>
              <a:avLst/>
              <a:gdLst/>
              <a:ahLst/>
              <a:cxnLst/>
              <a:rect l="l" t="t" r="r" b="b"/>
              <a:pathLst>
                <a:path w="2112" h="2112" extrusionOk="0">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67"/>
            <p:cNvSpPr/>
            <p:nvPr/>
          </p:nvSpPr>
          <p:spPr>
            <a:xfrm>
              <a:off x="-17070725" y="4111975"/>
              <a:ext cx="44925" cy="60475"/>
            </a:xfrm>
            <a:custGeom>
              <a:avLst/>
              <a:gdLst/>
              <a:ahLst/>
              <a:cxnLst/>
              <a:rect l="l" t="t" r="r" b="b"/>
              <a:pathLst>
                <a:path w="1797" h="2419" extrusionOk="0">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67"/>
            <p:cNvSpPr/>
            <p:nvPr/>
          </p:nvSpPr>
          <p:spPr>
            <a:xfrm>
              <a:off x="-16979350" y="4156675"/>
              <a:ext cx="60675" cy="45700"/>
            </a:xfrm>
            <a:custGeom>
              <a:avLst/>
              <a:gdLst/>
              <a:ahLst/>
              <a:cxnLst/>
              <a:rect l="l" t="t" r="r" b="b"/>
              <a:pathLst>
                <a:path w="2427" h="1828" extrusionOk="0">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5" name="Google Shape;7815;p67"/>
            <p:cNvSpPr/>
            <p:nvPr/>
          </p:nvSpPr>
          <p:spPr>
            <a:xfrm>
              <a:off x="-17116400" y="4155875"/>
              <a:ext cx="63050" cy="44125"/>
            </a:xfrm>
            <a:custGeom>
              <a:avLst/>
              <a:gdLst/>
              <a:ahLst/>
              <a:cxnLst/>
              <a:rect l="l" t="t" r="r" b="b"/>
              <a:pathLst>
                <a:path w="2522" h="1765" extrusionOk="0">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6" name="Google Shape;7816;p67"/>
            <p:cNvSpPr/>
            <p:nvPr/>
          </p:nvSpPr>
          <p:spPr>
            <a:xfrm>
              <a:off x="-17007700" y="4112450"/>
              <a:ext cx="44925" cy="60775"/>
            </a:xfrm>
            <a:custGeom>
              <a:avLst/>
              <a:gdLst/>
              <a:ahLst/>
              <a:cxnLst/>
              <a:rect l="l" t="t" r="r" b="b"/>
              <a:pathLst>
                <a:path w="1797" h="2431" extrusionOk="0">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67"/>
            <p:cNvSpPr/>
            <p:nvPr/>
          </p:nvSpPr>
          <p:spPr>
            <a:xfrm>
              <a:off x="-17007700" y="4248025"/>
              <a:ext cx="44925" cy="61475"/>
            </a:xfrm>
            <a:custGeom>
              <a:avLst/>
              <a:gdLst/>
              <a:ahLst/>
              <a:cxnLst/>
              <a:rect l="l" t="t" r="r" b="b"/>
              <a:pathLst>
                <a:path w="1797" h="2459" extrusionOk="0">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67"/>
            <p:cNvSpPr/>
            <p:nvPr/>
          </p:nvSpPr>
          <p:spPr>
            <a:xfrm>
              <a:off x="-16980125" y="4219675"/>
              <a:ext cx="61450" cy="45700"/>
            </a:xfrm>
            <a:custGeom>
              <a:avLst/>
              <a:gdLst/>
              <a:ahLst/>
              <a:cxnLst/>
              <a:rect l="l" t="t" r="r" b="b"/>
              <a:pathLst>
                <a:path w="2458" h="1828" extrusionOk="0">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67"/>
            <p:cNvSpPr/>
            <p:nvPr/>
          </p:nvSpPr>
          <p:spPr>
            <a:xfrm>
              <a:off x="-17070725" y="4247250"/>
              <a:ext cx="44925" cy="61300"/>
            </a:xfrm>
            <a:custGeom>
              <a:avLst/>
              <a:gdLst/>
              <a:ahLst/>
              <a:cxnLst/>
              <a:rect l="l" t="t" r="r" b="b"/>
              <a:pathLst>
                <a:path w="1797" h="2452" extrusionOk="0">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67"/>
            <p:cNvSpPr/>
            <p:nvPr/>
          </p:nvSpPr>
          <p:spPr>
            <a:xfrm>
              <a:off x="-17115600" y="4218900"/>
              <a:ext cx="61450" cy="44900"/>
            </a:xfrm>
            <a:custGeom>
              <a:avLst/>
              <a:gdLst/>
              <a:ahLst/>
              <a:cxnLst/>
              <a:rect l="l" t="t" r="r" b="b"/>
              <a:pathLst>
                <a:path w="2458" h="1796" extrusionOk="0">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1" name="Google Shape;7821;p67"/>
          <p:cNvGrpSpPr/>
          <p:nvPr/>
        </p:nvGrpSpPr>
        <p:grpSpPr>
          <a:xfrm>
            <a:off x="5692143" y="3343358"/>
            <a:ext cx="450470" cy="446998"/>
            <a:chOff x="-15688425" y="3707725"/>
            <a:chExt cx="304825" cy="302475"/>
          </a:xfrm>
        </p:grpSpPr>
        <p:sp>
          <p:nvSpPr>
            <p:cNvPr id="7822" name="Google Shape;7822;p67"/>
            <p:cNvSpPr/>
            <p:nvPr/>
          </p:nvSpPr>
          <p:spPr>
            <a:xfrm>
              <a:off x="-15687650" y="3884950"/>
              <a:ext cx="304050" cy="125250"/>
            </a:xfrm>
            <a:custGeom>
              <a:avLst/>
              <a:gdLst/>
              <a:ahLst/>
              <a:cxnLst/>
              <a:rect l="l" t="t" r="r" b="b"/>
              <a:pathLst>
                <a:path w="12162" h="5010" extrusionOk="0">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67"/>
            <p:cNvSpPr/>
            <p:nvPr/>
          </p:nvSpPr>
          <p:spPr>
            <a:xfrm>
              <a:off x="-15634875" y="3956600"/>
              <a:ext cx="49650" cy="18150"/>
            </a:xfrm>
            <a:custGeom>
              <a:avLst/>
              <a:gdLst/>
              <a:ahLst/>
              <a:cxnLst/>
              <a:rect l="l" t="t" r="r" b="b"/>
              <a:pathLst>
                <a:path w="1986" h="726" extrusionOk="0">
                  <a:moveTo>
                    <a:pt x="379" y="1"/>
                  </a:moveTo>
                  <a:cubicBezTo>
                    <a:pt x="158" y="1"/>
                    <a:pt x="1" y="158"/>
                    <a:pt x="1" y="348"/>
                  </a:cubicBezTo>
                  <a:cubicBezTo>
                    <a:pt x="1" y="568"/>
                    <a:pt x="158" y="726"/>
                    <a:pt x="379" y="726"/>
                  </a:cubicBezTo>
                  <a:lnTo>
                    <a:pt x="1985" y="726"/>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67"/>
            <p:cNvSpPr/>
            <p:nvPr/>
          </p:nvSpPr>
          <p:spPr>
            <a:xfrm>
              <a:off x="-15434025" y="3920375"/>
              <a:ext cx="31525" cy="18150"/>
            </a:xfrm>
            <a:custGeom>
              <a:avLst/>
              <a:gdLst/>
              <a:ahLst/>
              <a:cxnLst/>
              <a:rect l="l" t="t" r="r" b="b"/>
              <a:pathLst>
                <a:path w="1261" h="726" extrusionOk="0">
                  <a:moveTo>
                    <a:pt x="567" y="1"/>
                  </a:moveTo>
                  <a:lnTo>
                    <a:pt x="0" y="725"/>
                  </a:lnTo>
                  <a:lnTo>
                    <a:pt x="914" y="725"/>
                  </a:lnTo>
                  <a:cubicBezTo>
                    <a:pt x="1103" y="725"/>
                    <a:pt x="1261" y="568"/>
                    <a:pt x="1261" y="347"/>
                  </a:cubicBezTo>
                  <a:cubicBezTo>
                    <a:pt x="1261" y="158"/>
                    <a:pt x="1103" y="1"/>
                    <a:pt x="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67"/>
            <p:cNvSpPr/>
            <p:nvPr/>
          </p:nvSpPr>
          <p:spPr>
            <a:xfrm>
              <a:off x="-15436400" y="3974725"/>
              <a:ext cx="52800" cy="17350"/>
            </a:xfrm>
            <a:custGeom>
              <a:avLst/>
              <a:gdLst/>
              <a:ahLst/>
              <a:cxnLst/>
              <a:rect l="l" t="t" r="r" b="b"/>
              <a:pathLst>
                <a:path w="2112" h="694" extrusionOk="0">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67"/>
            <p:cNvSpPr/>
            <p:nvPr/>
          </p:nvSpPr>
          <p:spPr>
            <a:xfrm>
              <a:off x="-15688425" y="3992050"/>
              <a:ext cx="54350" cy="18150"/>
            </a:xfrm>
            <a:custGeom>
              <a:avLst/>
              <a:gdLst/>
              <a:ahLst/>
              <a:cxnLst/>
              <a:rect l="l" t="t" r="r" b="b"/>
              <a:pathLst>
                <a:path w="2174" h="726" extrusionOk="0">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67"/>
            <p:cNvSpPr/>
            <p:nvPr/>
          </p:nvSpPr>
          <p:spPr>
            <a:xfrm>
              <a:off x="-15664800" y="3707725"/>
              <a:ext cx="252850" cy="161475"/>
            </a:xfrm>
            <a:custGeom>
              <a:avLst/>
              <a:gdLst/>
              <a:ahLst/>
              <a:cxnLst/>
              <a:rect l="l" t="t" r="r" b="b"/>
              <a:pathLst>
                <a:path w="10114" h="6459" extrusionOk="0">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8" name="Google Shape;7828;p67"/>
          <p:cNvGrpSpPr/>
          <p:nvPr/>
        </p:nvGrpSpPr>
        <p:grpSpPr>
          <a:xfrm>
            <a:off x="1836300" y="1690441"/>
            <a:ext cx="451653" cy="447589"/>
            <a:chOff x="-20572500" y="3319025"/>
            <a:chExt cx="305625" cy="302875"/>
          </a:xfrm>
        </p:grpSpPr>
        <p:sp>
          <p:nvSpPr>
            <p:cNvPr id="7829" name="Google Shape;7829;p67"/>
            <p:cNvSpPr/>
            <p:nvPr/>
          </p:nvSpPr>
          <p:spPr>
            <a:xfrm>
              <a:off x="-20429150" y="3569900"/>
              <a:ext cx="18150" cy="52000"/>
            </a:xfrm>
            <a:custGeom>
              <a:avLst/>
              <a:gdLst/>
              <a:ahLst/>
              <a:cxnLst/>
              <a:rect l="l" t="t" r="r" b="b"/>
              <a:pathLst>
                <a:path w="726" h="2080" extrusionOk="0">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67"/>
            <p:cNvSpPr/>
            <p:nvPr/>
          </p:nvSpPr>
          <p:spPr>
            <a:xfrm>
              <a:off x="-20572500" y="3319025"/>
              <a:ext cx="305625" cy="267350"/>
            </a:xfrm>
            <a:custGeom>
              <a:avLst/>
              <a:gdLst/>
              <a:ahLst/>
              <a:cxnLst/>
              <a:rect l="l" t="t" r="r" b="b"/>
              <a:pathLst>
                <a:path w="12225" h="10694" extrusionOk="0">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1" name="Google Shape;7831;p67"/>
          <p:cNvGrpSpPr/>
          <p:nvPr/>
        </p:nvGrpSpPr>
        <p:grpSpPr>
          <a:xfrm>
            <a:off x="1837463" y="2305410"/>
            <a:ext cx="449325" cy="325670"/>
            <a:chOff x="-20571700" y="3722875"/>
            <a:chExt cx="304050" cy="220375"/>
          </a:xfrm>
        </p:grpSpPr>
        <p:sp>
          <p:nvSpPr>
            <p:cNvPr id="7832" name="Google Shape;7832;p67"/>
            <p:cNvSpPr/>
            <p:nvPr/>
          </p:nvSpPr>
          <p:spPr>
            <a:xfrm>
              <a:off x="-20333850" y="3728200"/>
              <a:ext cx="66200" cy="35475"/>
            </a:xfrm>
            <a:custGeom>
              <a:avLst/>
              <a:gdLst/>
              <a:ahLst/>
              <a:cxnLst/>
              <a:rect l="l" t="t" r="r" b="b"/>
              <a:pathLst>
                <a:path w="2648" h="1419" extrusionOk="0">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67"/>
            <p:cNvSpPr/>
            <p:nvPr/>
          </p:nvSpPr>
          <p:spPr>
            <a:xfrm>
              <a:off x="-20571700" y="3782550"/>
              <a:ext cx="49650" cy="51225"/>
            </a:xfrm>
            <a:custGeom>
              <a:avLst/>
              <a:gdLst/>
              <a:ahLst/>
              <a:cxnLst/>
              <a:rect l="l" t="t" r="r" b="b"/>
              <a:pathLst>
                <a:path w="1986" h="2049" extrusionOk="0">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67"/>
            <p:cNvSpPr/>
            <p:nvPr/>
          </p:nvSpPr>
          <p:spPr>
            <a:xfrm>
              <a:off x="-20320450" y="3782550"/>
              <a:ext cx="52800" cy="52800"/>
            </a:xfrm>
            <a:custGeom>
              <a:avLst/>
              <a:gdLst/>
              <a:ahLst/>
              <a:cxnLst/>
              <a:rect l="l" t="t" r="r" b="b"/>
              <a:pathLst>
                <a:path w="2112" h="2112" extrusionOk="0">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67"/>
            <p:cNvSpPr/>
            <p:nvPr/>
          </p:nvSpPr>
          <p:spPr>
            <a:xfrm>
              <a:off x="-20571700" y="3722875"/>
              <a:ext cx="178025" cy="220375"/>
            </a:xfrm>
            <a:custGeom>
              <a:avLst/>
              <a:gdLst/>
              <a:ahLst/>
              <a:cxnLst/>
              <a:rect l="l" t="t" r="r" b="b"/>
              <a:pathLst>
                <a:path w="7121" h="8815" extrusionOk="0">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67"/>
            <p:cNvSpPr/>
            <p:nvPr/>
          </p:nvSpPr>
          <p:spPr>
            <a:xfrm>
              <a:off x="-20404725" y="3782550"/>
              <a:ext cx="28375" cy="41775"/>
            </a:xfrm>
            <a:custGeom>
              <a:avLst/>
              <a:gdLst/>
              <a:ahLst/>
              <a:cxnLst/>
              <a:rect l="l" t="t" r="r" b="b"/>
              <a:pathLst>
                <a:path w="1135" h="1671" extrusionOk="0">
                  <a:moveTo>
                    <a:pt x="0" y="0"/>
                  </a:moveTo>
                  <a:lnTo>
                    <a:pt x="820" y="1387"/>
                  </a:lnTo>
                  <a:cubicBezTo>
                    <a:pt x="914" y="1450"/>
                    <a:pt x="914" y="1576"/>
                    <a:pt x="946" y="1670"/>
                  </a:cubicBezTo>
                  <a:cubicBezTo>
                    <a:pt x="1072" y="1513"/>
                    <a:pt x="1135" y="1292"/>
                    <a:pt x="1135" y="1072"/>
                  </a:cubicBezTo>
                  <a:lnTo>
                    <a:pt x="11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67"/>
            <p:cNvSpPr/>
            <p:nvPr/>
          </p:nvSpPr>
          <p:spPr>
            <a:xfrm>
              <a:off x="-20502400" y="3887300"/>
              <a:ext cx="1600" cy="25"/>
            </a:xfrm>
            <a:custGeom>
              <a:avLst/>
              <a:gdLst/>
              <a:ahLst/>
              <a:cxnLst/>
              <a:rect l="l" t="t" r="r" b="b"/>
              <a:pathLst>
                <a:path w="64" h="1" extrusionOk="0">
                  <a:moveTo>
                    <a:pt x="64" y="1"/>
                  </a:moveTo>
                  <a:cubicBezTo>
                    <a:pt x="1" y="1"/>
                    <a:pt x="1" y="1"/>
                    <a:pt x="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67"/>
            <p:cNvSpPr/>
            <p:nvPr/>
          </p:nvSpPr>
          <p:spPr>
            <a:xfrm>
              <a:off x="-20500825" y="3782550"/>
              <a:ext cx="220575" cy="159125"/>
            </a:xfrm>
            <a:custGeom>
              <a:avLst/>
              <a:gdLst/>
              <a:ahLst/>
              <a:cxnLst/>
              <a:rect l="l" t="t" r="r" b="b"/>
              <a:pathLst>
                <a:path w="8823" h="6365" extrusionOk="0">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9" name="Google Shape;7839;p67"/>
          <p:cNvGrpSpPr/>
          <p:nvPr/>
        </p:nvGrpSpPr>
        <p:grpSpPr>
          <a:xfrm>
            <a:off x="1836891" y="2796278"/>
            <a:ext cx="450470" cy="450470"/>
            <a:chOff x="-20571700" y="4066875"/>
            <a:chExt cx="304825" cy="304825"/>
          </a:xfrm>
        </p:grpSpPr>
        <p:sp>
          <p:nvSpPr>
            <p:cNvPr id="7840" name="Google Shape;7840;p67"/>
            <p:cNvSpPr/>
            <p:nvPr/>
          </p:nvSpPr>
          <p:spPr>
            <a:xfrm>
              <a:off x="-20385825" y="4211025"/>
              <a:ext cx="118950" cy="160675"/>
            </a:xfrm>
            <a:custGeom>
              <a:avLst/>
              <a:gdLst/>
              <a:ahLst/>
              <a:cxnLst/>
              <a:rect l="l" t="t" r="r" b="b"/>
              <a:pathLst>
                <a:path w="4758" h="6427" extrusionOk="0">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67"/>
            <p:cNvSpPr/>
            <p:nvPr/>
          </p:nvSpPr>
          <p:spPr>
            <a:xfrm>
              <a:off x="-20412600" y="4084875"/>
              <a:ext cx="109500" cy="89925"/>
            </a:xfrm>
            <a:custGeom>
              <a:avLst/>
              <a:gdLst/>
              <a:ahLst/>
              <a:cxnLst/>
              <a:rect l="l" t="t" r="r" b="b"/>
              <a:pathLst>
                <a:path w="4380" h="3597" extrusionOk="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67"/>
            <p:cNvSpPr/>
            <p:nvPr/>
          </p:nvSpPr>
          <p:spPr>
            <a:xfrm>
              <a:off x="-20332275" y="4066875"/>
              <a:ext cx="64625" cy="80375"/>
            </a:xfrm>
            <a:custGeom>
              <a:avLst/>
              <a:gdLst/>
              <a:ahLst/>
              <a:cxnLst/>
              <a:rect l="l" t="t" r="r" b="b"/>
              <a:pathLst>
                <a:path w="2585" h="3215" extrusionOk="0">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67"/>
            <p:cNvSpPr/>
            <p:nvPr/>
          </p:nvSpPr>
          <p:spPr>
            <a:xfrm>
              <a:off x="-20553575" y="4103900"/>
              <a:ext cx="107925" cy="89025"/>
            </a:xfrm>
            <a:custGeom>
              <a:avLst/>
              <a:gdLst/>
              <a:ahLst/>
              <a:cxnLst/>
              <a:rect l="l" t="t" r="r" b="b"/>
              <a:pathLst>
                <a:path w="4317" h="3561" extrusionOk="0">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67"/>
            <p:cNvSpPr/>
            <p:nvPr/>
          </p:nvSpPr>
          <p:spPr>
            <a:xfrm>
              <a:off x="-20515000" y="4168475"/>
              <a:ext cx="119750" cy="91400"/>
            </a:xfrm>
            <a:custGeom>
              <a:avLst/>
              <a:gdLst/>
              <a:ahLst/>
              <a:cxnLst/>
              <a:rect l="l" t="t" r="r" b="b"/>
              <a:pathLst>
                <a:path w="4790" h="3656" extrusionOk="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67"/>
            <p:cNvSpPr/>
            <p:nvPr/>
          </p:nvSpPr>
          <p:spPr>
            <a:xfrm>
              <a:off x="-20571700" y="4250400"/>
              <a:ext cx="233950" cy="120525"/>
            </a:xfrm>
            <a:custGeom>
              <a:avLst/>
              <a:gdLst/>
              <a:ahLst/>
              <a:cxnLst/>
              <a:rect l="l" t="t" r="r" b="b"/>
              <a:pathLst>
                <a:path w="9358" h="4821" extrusionOk="0">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6" name="Google Shape;7846;p67"/>
          <p:cNvGrpSpPr/>
          <p:nvPr/>
        </p:nvGrpSpPr>
        <p:grpSpPr>
          <a:xfrm>
            <a:off x="4603593" y="1688259"/>
            <a:ext cx="453980" cy="451948"/>
            <a:chOff x="-18645175" y="3334200"/>
            <a:chExt cx="307200" cy="305825"/>
          </a:xfrm>
        </p:grpSpPr>
        <p:sp>
          <p:nvSpPr>
            <p:cNvPr id="7847" name="Google Shape;7847;p67"/>
            <p:cNvSpPr/>
            <p:nvPr/>
          </p:nvSpPr>
          <p:spPr>
            <a:xfrm>
              <a:off x="-18627850" y="3424975"/>
              <a:ext cx="289875" cy="215050"/>
            </a:xfrm>
            <a:custGeom>
              <a:avLst/>
              <a:gdLst/>
              <a:ahLst/>
              <a:cxnLst/>
              <a:rect l="l" t="t" r="r" b="b"/>
              <a:pathLst>
                <a:path w="11595" h="8602" extrusionOk="0">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67"/>
            <p:cNvSpPr/>
            <p:nvPr/>
          </p:nvSpPr>
          <p:spPr>
            <a:xfrm>
              <a:off x="-18645175" y="3424975"/>
              <a:ext cx="141800" cy="159900"/>
            </a:xfrm>
            <a:custGeom>
              <a:avLst/>
              <a:gdLst/>
              <a:ahLst/>
              <a:cxnLst/>
              <a:rect l="l" t="t" r="r" b="b"/>
              <a:pathLst>
                <a:path w="5672" h="6396" extrusionOk="0">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67"/>
            <p:cNvSpPr/>
            <p:nvPr/>
          </p:nvSpPr>
          <p:spPr>
            <a:xfrm>
              <a:off x="-18466375" y="3334200"/>
              <a:ext cx="54350" cy="71100"/>
            </a:xfrm>
            <a:custGeom>
              <a:avLst/>
              <a:gdLst/>
              <a:ahLst/>
              <a:cxnLst/>
              <a:rect l="l" t="t" r="r" b="b"/>
              <a:pathLst>
                <a:path w="2174" h="2844" extrusionOk="0">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67"/>
            <p:cNvSpPr/>
            <p:nvPr/>
          </p:nvSpPr>
          <p:spPr>
            <a:xfrm>
              <a:off x="-18428575" y="3352500"/>
              <a:ext cx="87450" cy="82725"/>
            </a:xfrm>
            <a:custGeom>
              <a:avLst/>
              <a:gdLst/>
              <a:ahLst/>
              <a:cxnLst/>
              <a:rect l="l" t="t" r="r" b="b"/>
              <a:pathLst>
                <a:path w="3498" h="3309" extrusionOk="0">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67"/>
            <p:cNvSpPr/>
            <p:nvPr/>
          </p:nvSpPr>
          <p:spPr>
            <a:xfrm>
              <a:off x="-18645175" y="3334400"/>
              <a:ext cx="70900" cy="70900"/>
            </a:xfrm>
            <a:custGeom>
              <a:avLst/>
              <a:gdLst/>
              <a:ahLst/>
              <a:cxnLst/>
              <a:rect l="l" t="t" r="r" b="b"/>
              <a:pathLst>
                <a:path w="2836" h="2836" extrusionOk="0">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2" name="Google Shape;7852;p67"/>
          <p:cNvGrpSpPr/>
          <p:nvPr/>
        </p:nvGrpSpPr>
        <p:grpSpPr>
          <a:xfrm>
            <a:off x="4604184" y="2242989"/>
            <a:ext cx="452798" cy="450507"/>
            <a:chOff x="-18645175" y="3708500"/>
            <a:chExt cx="306400" cy="304850"/>
          </a:xfrm>
        </p:grpSpPr>
        <p:sp>
          <p:nvSpPr>
            <p:cNvPr id="7853" name="Google Shape;7853;p67"/>
            <p:cNvSpPr/>
            <p:nvPr/>
          </p:nvSpPr>
          <p:spPr>
            <a:xfrm>
              <a:off x="-18555375" y="38172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67"/>
            <p:cNvSpPr/>
            <p:nvPr/>
          </p:nvSpPr>
          <p:spPr>
            <a:xfrm>
              <a:off x="-18501825" y="3894000"/>
              <a:ext cx="18150" cy="16950"/>
            </a:xfrm>
            <a:custGeom>
              <a:avLst/>
              <a:gdLst/>
              <a:ahLst/>
              <a:cxnLst/>
              <a:rect l="l" t="t" r="r" b="b"/>
              <a:pathLst>
                <a:path w="726" h="678" extrusionOk="0">
                  <a:moveTo>
                    <a:pt x="351" y="0"/>
                  </a:moveTo>
                  <a:cubicBezTo>
                    <a:pt x="197" y="0"/>
                    <a:pt x="48" y="79"/>
                    <a:pt x="0" y="237"/>
                  </a:cubicBezTo>
                  <a:lnTo>
                    <a:pt x="379" y="678"/>
                  </a:lnTo>
                  <a:lnTo>
                    <a:pt x="725" y="237"/>
                  </a:lnTo>
                  <a:cubicBezTo>
                    <a:pt x="662" y="79"/>
                    <a:pt x="505"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67"/>
            <p:cNvSpPr/>
            <p:nvPr/>
          </p:nvSpPr>
          <p:spPr>
            <a:xfrm>
              <a:off x="-18546725" y="3835325"/>
              <a:ext cx="108725" cy="124450"/>
            </a:xfrm>
            <a:custGeom>
              <a:avLst/>
              <a:gdLst/>
              <a:ahLst/>
              <a:cxnLst/>
              <a:rect l="l" t="t" r="r" b="b"/>
              <a:pathLst>
                <a:path w="4349" h="4978" extrusionOk="0">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67"/>
            <p:cNvSpPr/>
            <p:nvPr/>
          </p:nvSpPr>
          <p:spPr>
            <a:xfrm>
              <a:off x="-18644375" y="3728200"/>
              <a:ext cx="305600" cy="285150"/>
            </a:xfrm>
            <a:custGeom>
              <a:avLst/>
              <a:gdLst/>
              <a:ahLst/>
              <a:cxnLst/>
              <a:rect l="l" t="t" r="r" b="b"/>
              <a:pathLst>
                <a:path w="12224" h="11406" extrusionOk="0">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67"/>
            <p:cNvSpPr/>
            <p:nvPr/>
          </p:nvSpPr>
          <p:spPr>
            <a:xfrm>
              <a:off x="-18448275" y="38172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67"/>
            <p:cNvSpPr/>
            <p:nvPr/>
          </p:nvSpPr>
          <p:spPr>
            <a:xfrm>
              <a:off x="-18645175" y="3708500"/>
              <a:ext cx="74050" cy="91400"/>
            </a:xfrm>
            <a:custGeom>
              <a:avLst/>
              <a:gdLst/>
              <a:ahLst/>
              <a:cxnLst/>
              <a:rect l="l" t="t" r="r" b="b"/>
              <a:pathLst>
                <a:path w="2962" h="3656" extrusionOk="0">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67"/>
            <p:cNvSpPr/>
            <p:nvPr/>
          </p:nvSpPr>
          <p:spPr>
            <a:xfrm>
              <a:off x="-18415975" y="3710075"/>
              <a:ext cx="74850" cy="92975"/>
            </a:xfrm>
            <a:custGeom>
              <a:avLst/>
              <a:gdLst/>
              <a:ahLst/>
              <a:cxnLst/>
              <a:rect l="l" t="t" r="r" b="b"/>
              <a:pathLst>
                <a:path w="2994" h="3719" extrusionOk="0">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0" name="Google Shape;7860;p67"/>
          <p:cNvGrpSpPr/>
          <p:nvPr/>
        </p:nvGrpSpPr>
        <p:grpSpPr>
          <a:xfrm>
            <a:off x="4601857" y="2795630"/>
            <a:ext cx="457453" cy="451763"/>
            <a:chOff x="-18647525" y="4082625"/>
            <a:chExt cx="309550" cy="305700"/>
          </a:xfrm>
        </p:grpSpPr>
        <p:sp>
          <p:nvSpPr>
            <p:cNvPr id="7861" name="Google Shape;7861;p67"/>
            <p:cNvSpPr/>
            <p:nvPr/>
          </p:nvSpPr>
          <p:spPr>
            <a:xfrm>
              <a:off x="-18609725" y="4082625"/>
              <a:ext cx="123675" cy="61475"/>
            </a:xfrm>
            <a:custGeom>
              <a:avLst/>
              <a:gdLst/>
              <a:ahLst/>
              <a:cxnLst/>
              <a:rect l="l" t="t" r="r" b="b"/>
              <a:pathLst>
                <a:path w="4947" h="2459" extrusionOk="0">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67"/>
            <p:cNvSpPr/>
            <p:nvPr/>
          </p:nvSpPr>
          <p:spPr>
            <a:xfrm>
              <a:off x="-18647525" y="4155875"/>
              <a:ext cx="148075" cy="195350"/>
            </a:xfrm>
            <a:custGeom>
              <a:avLst/>
              <a:gdLst/>
              <a:ahLst/>
              <a:cxnLst/>
              <a:rect l="l" t="t" r="r" b="b"/>
              <a:pathLst>
                <a:path w="5923" h="7814" extrusionOk="0">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67"/>
            <p:cNvSpPr/>
            <p:nvPr/>
          </p:nvSpPr>
          <p:spPr>
            <a:xfrm>
              <a:off x="-18442750" y="4150575"/>
              <a:ext cx="102400" cy="100625"/>
            </a:xfrm>
            <a:custGeom>
              <a:avLst/>
              <a:gdLst/>
              <a:ahLst/>
              <a:cxnLst/>
              <a:rect l="l" t="t" r="r" b="b"/>
              <a:pathLst>
                <a:path w="4096" h="4025" extrusionOk="0">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67"/>
            <p:cNvSpPr/>
            <p:nvPr/>
          </p:nvSpPr>
          <p:spPr>
            <a:xfrm>
              <a:off x="-18581375" y="4176775"/>
              <a:ext cx="243400" cy="211550"/>
            </a:xfrm>
            <a:custGeom>
              <a:avLst/>
              <a:gdLst/>
              <a:ahLst/>
              <a:cxnLst/>
              <a:rect l="l" t="t" r="r" b="b"/>
              <a:pathLst>
                <a:path w="9736" h="8462" extrusionOk="0">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5" name="Google Shape;7865;p67"/>
          <p:cNvGrpSpPr/>
          <p:nvPr/>
        </p:nvGrpSpPr>
        <p:grpSpPr>
          <a:xfrm>
            <a:off x="7412241" y="1689592"/>
            <a:ext cx="395755" cy="449288"/>
            <a:chOff x="-16775350" y="3309200"/>
            <a:chExt cx="267800" cy="304025"/>
          </a:xfrm>
        </p:grpSpPr>
        <p:sp>
          <p:nvSpPr>
            <p:cNvPr id="7866" name="Google Shape;7866;p67"/>
            <p:cNvSpPr/>
            <p:nvPr/>
          </p:nvSpPr>
          <p:spPr>
            <a:xfrm>
              <a:off x="-16775350" y="3309200"/>
              <a:ext cx="267800" cy="160675"/>
            </a:xfrm>
            <a:custGeom>
              <a:avLst/>
              <a:gdLst/>
              <a:ahLst/>
              <a:cxnLst/>
              <a:rect l="l" t="t" r="r" b="b"/>
              <a:pathLst>
                <a:path w="10712" h="6427" extrusionOk="0">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67"/>
            <p:cNvSpPr/>
            <p:nvPr/>
          </p:nvSpPr>
          <p:spPr>
            <a:xfrm>
              <a:off x="-16704475" y="3398975"/>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67"/>
            <p:cNvSpPr/>
            <p:nvPr/>
          </p:nvSpPr>
          <p:spPr>
            <a:xfrm>
              <a:off x="-16707625" y="3487200"/>
              <a:ext cx="129200" cy="126025"/>
            </a:xfrm>
            <a:custGeom>
              <a:avLst/>
              <a:gdLst/>
              <a:ahLst/>
              <a:cxnLst/>
              <a:rect l="l" t="t" r="r" b="b"/>
              <a:pathLst>
                <a:path w="5168" h="5041" extrusionOk="0">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9" name="Google Shape;7869;p67"/>
          <p:cNvGrpSpPr/>
          <p:nvPr/>
        </p:nvGrpSpPr>
        <p:grpSpPr>
          <a:xfrm>
            <a:off x="7412241" y="2241827"/>
            <a:ext cx="395755" cy="452835"/>
            <a:chOff x="-16775350" y="3683300"/>
            <a:chExt cx="267800" cy="306425"/>
          </a:xfrm>
        </p:grpSpPr>
        <p:sp>
          <p:nvSpPr>
            <p:cNvPr id="7870" name="Google Shape;7870;p67"/>
            <p:cNvSpPr/>
            <p:nvPr/>
          </p:nvSpPr>
          <p:spPr>
            <a:xfrm>
              <a:off x="-16775350" y="3683300"/>
              <a:ext cx="267800" cy="306425"/>
            </a:xfrm>
            <a:custGeom>
              <a:avLst/>
              <a:gdLst/>
              <a:ahLst/>
              <a:cxnLst/>
              <a:rect l="l" t="t" r="r" b="b"/>
              <a:pathLst>
                <a:path w="10712" h="12257" extrusionOk="0">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67"/>
            <p:cNvSpPr/>
            <p:nvPr/>
          </p:nvSpPr>
          <p:spPr>
            <a:xfrm>
              <a:off x="-16648550" y="3847925"/>
              <a:ext cx="13425" cy="21275"/>
            </a:xfrm>
            <a:custGeom>
              <a:avLst/>
              <a:gdLst/>
              <a:ahLst/>
              <a:cxnLst/>
              <a:rect l="l" t="t" r="r" b="b"/>
              <a:pathLst>
                <a:path w="537" h="851" extrusionOk="0">
                  <a:moveTo>
                    <a:pt x="284" y="0"/>
                  </a:moveTo>
                  <a:lnTo>
                    <a:pt x="1" y="252"/>
                  </a:lnTo>
                  <a:lnTo>
                    <a:pt x="284" y="851"/>
                  </a:lnTo>
                  <a:lnTo>
                    <a:pt x="536" y="252"/>
                  </a:lnTo>
                  <a:lnTo>
                    <a:pt x="2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67"/>
            <p:cNvSpPr/>
            <p:nvPr/>
          </p:nvSpPr>
          <p:spPr>
            <a:xfrm>
              <a:off x="-16722575" y="3771400"/>
              <a:ext cx="161475" cy="215950"/>
            </a:xfrm>
            <a:custGeom>
              <a:avLst/>
              <a:gdLst/>
              <a:ahLst/>
              <a:cxnLst/>
              <a:rect l="l" t="t" r="r" b="b"/>
              <a:pathLst>
                <a:path w="6459" h="8638" extrusionOk="0">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3" name="Google Shape;7873;p67"/>
          <p:cNvGrpSpPr/>
          <p:nvPr/>
        </p:nvGrpSpPr>
        <p:grpSpPr>
          <a:xfrm>
            <a:off x="7384292" y="2796870"/>
            <a:ext cx="451653" cy="449288"/>
            <a:chOff x="-16794250" y="4058225"/>
            <a:chExt cx="305625" cy="304025"/>
          </a:xfrm>
        </p:grpSpPr>
        <p:sp>
          <p:nvSpPr>
            <p:cNvPr id="7874" name="Google Shape;7874;p67"/>
            <p:cNvSpPr/>
            <p:nvPr/>
          </p:nvSpPr>
          <p:spPr>
            <a:xfrm>
              <a:off x="-16793475" y="4309475"/>
              <a:ext cx="70925" cy="17350"/>
            </a:xfrm>
            <a:custGeom>
              <a:avLst/>
              <a:gdLst/>
              <a:ahLst/>
              <a:cxnLst/>
              <a:rect l="l" t="t" r="r" b="b"/>
              <a:pathLst>
                <a:path w="2837" h="694" extrusionOk="0">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67"/>
            <p:cNvSpPr/>
            <p:nvPr/>
          </p:nvSpPr>
          <p:spPr>
            <a:xfrm>
              <a:off x="-16758025" y="4344900"/>
              <a:ext cx="89800" cy="17350"/>
            </a:xfrm>
            <a:custGeom>
              <a:avLst/>
              <a:gdLst/>
              <a:ahLst/>
              <a:cxnLst/>
              <a:rect l="l" t="t" r="r" b="b"/>
              <a:pathLst>
                <a:path w="3592" h="694" extrusionOk="0">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67"/>
            <p:cNvSpPr/>
            <p:nvPr/>
          </p:nvSpPr>
          <p:spPr>
            <a:xfrm>
              <a:off x="-16615475" y="4344900"/>
              <a:ext cx="89825" cy="17350"/>
            </a:xfrm>
            <a:custGeom>
              <a:avLst/>
              <a:gdLst/>
              <a:ahLst/>
              <a:cxnLst/>
              <a:rect l="l" t="t" r="r" b="b"/>
              <a:pathLst>
                <a:path w="3593" h="694" extrusionOk="0">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67"/>
            <p:cNvSpPr/>
            <p:nvPr/>
          </p:nvSpPr>
          <p:spPr>
            <a:xfrm>
              <a:off x="-16561900" y="4309475"/>
              <a:ext cx="71700" cy="17350"/>
            </a:xfrm>
            <a:custGeom>
              <a:avLst/>
              <a:gdLst/>
              <a:ahLst/>
              <a:cxnLst/>
              <a:rect l="l" t="t" r="r" b="b"/>
              <a:pathLst>
                <a:path w="2868" h="694" extrusionOk="0">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67"/>
            <p:cNvSpPr/>
            <p:nvPr/>
          </p:nvSpPr>
          <p:spPr>
            <a:xfrm>
              <a:off x="-16704475" y="4309475"/>
              <a:ext cx="125275" cy="17350"/>
            </a:xfrm>
            <a:custGeom>
              <a:avLst/>
              <a:gdLst/>
              <a:ahLst/>
              <a:cxnLst/>
              <a:rect l="l" t="t" r="r" b="b"/>
              <a:pathLst>
                <a:path w="5011" h="694" extrusionOk="0">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67"/>
            <p:cNvSpPr/>
            <p:nvPr/>
          </p:nvSpPr>
          <p:spPr>
            <a:xfrm>
              <a:off x="-16704475" y="4074750"/>
              <a:ext cx="126050" cy="165425"/>
            </a:xfrm>
            <a:custGeom>
              <a:avLst/>
              <a:gdLst/>
              <a:ahLst/>
              <a:cxnLst/>
              <a:rect l="l" t="t" r="r" b="b"/>
              <a:pathLst>
                <a:path w="5042" h="6617" extrusionOk="0">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67"/>
            <p:cNvSpPr/>
            <p:nvPr/>
          </p:nvSpPr>
          <p:spPr>
            <a:xfrm>
              <a:off x="-16725725" y="4237800"/>
              <a:ext cx="164625" cy="53575"/>
            </a:xfrm>
            <a:custGeom>
              <a:avLst/>
              <a:gdLst/>
              <a:ahLst/>
              <a:cxnLst/>
              <a:rect l="l" t="t" r="r" b="b"/>
              <a:pathLst>
                <a:path w="6585" h="2143" extrusionOk="0">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67"/>
            <p:cNvSpPr/>
            <p:nvPr/>
          </p:nvSpPr>
          <p:spPr>
            <a:xfrm>
              <a:off x="-16559550" y="4058225"/>
              <a:ext cx="70925" cy="233150"/>
            </a:xfrm>
            <a:custGeom>
              <a:avLst/>
              <a:gdLst/>
              <a:ahLst/>
              <a:cxnLst/>
              <a:rect l="l" t="t" r="r" b="b"/>
              <a:pathLst>
                <a:path w="2837" h="9326" extrusionOk="0">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67"/>
            <p:cNvSpPr/>
            <p:nvPr/>
          </p:nvSpPr>
          <p:spPr>
            <a:xfrm>
              <a:off x="-16794250" y="4059000"/>
              <a:ext cx="70900" cy="232375"/>
            </a:xfrm>
            <a:custGeom>
              <a:avLst/>
              <a:gdLst/>
              <a:ahLst/>
              <a:cxnLst/>
              <a:rect l="l" t="t" r="r" b="b"/>
              <a:pathLst>
                <a:path w="2836" h="9295" extrusionOk="0">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83" name="Google Shape;7883;p67"/>
          <p:cNvSpPr/>
          <p:nvPr/>
        </p:nvSpPr>
        <p:spPr>
          <a:xfrm>
            <a:off x="7962960" y="1689084"/>
            <a:ext cx="452798" cy="450470"/>
          </a:xfrm>
          <a:custGeom>
            <a:avLst/>
            <a:gdLst/>
            <a:ahLst/>
            <a:cxnLst/>
            <a:rect l="l" t="t" r="r" b="b"/>
            <a:pathLst>
              <a:path w="12256" h="12193" extrusionOk="0">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84" name="Google Shape;7884;p67"/>
          <p:cNvGrpSpPr/>
          <p:nvPr/>
        </p:nvGrpSpPr>
        <p:grpSpPr>
          <a:xfrm>
            <a:off x="2385709" y="1689573"/>
            <a:ext cx="457453" cy="449325"/>
            <a:chOff x="-20199150" y="3317850"/>
            <a:chExt cx="309550" cy="304050"/>
          </a:xfrm>
        </p:grpSpPr>
        <p:sp>
          <p:nvSpPr>
            <p:cNvPr id="7885" name="Google Shape;7885;p67"/>
            <p:cNvSpPr/>
            <p:nvPr/>
          </p:nvSpPr>
          <p:spPr>
            <a:xfrm>
              <a:off x="-20161350" y="3507675"/>
              <a:ext cx="68550" cy="43325"/>
            </a:xfrm>
            <a:custGeom>
              <a:avLst/>
              <a:gdLst/>
              <a:ahLst/>
              <a:cxnLst/>
              <a:rect l="l" t="t" r="r" b="b"/>
              <a:pathLst>
                <a:path w="2742" h="1733" extrusionOk="0">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67"/>
            <p:cNvSpPr/>
            <p:nvPr/>
          </p:nvSpPr>
          <p:spPr>
            <a:xfrm>
              <a:off x="-20161350" y="3389525"/>
              <a:ext cx="68550" cy="43350"/>
            </a:xfrm>
            <a:custGeom>
              <a:avLst/>
              <a:gdLst/>
              <a:ahLst/>
              <a:cxnLst/>
              <a:rect l="l" t="t" r="r" b="b"/>
              <a:pathLst>
                <a:path w="2742" h="1734" extrusionOk="0">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67"/>
            <p:cNvSpPr/>
            <p:nvPr/>
          </p:nvSpPr>
          <p:spPr>
            <a:xfrm>
              <a:off x="-20199150" y="3443075"/>
              <a:ext cx="97675" cy="53225"/>
            </a:xfrm>
            <a:custGeom>
              <a:avLst/>
              <a:gdLst/>
              <a:ahLst/>
              <a:cxnLst/>
              <a:rect l="l" t="t" r="r" b="b"/>
              <a:pathLst>
                <a:path w="3907" h="2129" extrusionOk="0">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67"/>
            <p:cNvSpPr/>
            <p:nvPr/>
          </p:nvSpPr>
          <p:spPr>
            <a:xfrm>
              <a:off x="-20091250" y="3479325"/>
              <a:ext cx="92175" cy="142575"/>
            </a:xfrm>
            <a:custGeom>
              <a:avLst/>
              <a:gdLst/>
              <a:ahLst/>
              <a:cxnLst/>
              <a:rect l="l" t="t" r="r" b="b"/>
              <a:pathLst>
                <a:path w="3687" h="5703" extrusionOk="0">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67"/>
            <p:cNvSpPr/>
            <p:nvPr/>
          </p:nvSpPr>
          <p:spPr>
            <a:xfrm>
              <a:off x="-20090475" y="3317850"/>
              <a:ext cx="91400" cy="142575"/>
            </a:xfrm>
            <a:custGeom>
              <a:avLst/>
              <a:gdLst/>
              <a:ahLst/>
              <a:cxnLst/>
              <a:rect l="l" t="t" r="r" b="b"/>
              <a:pathLst>
                <a:path w="3656" h="5703" extrusionOk="0">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67"/>
            <p:cNvSpPr/>
            <p:nvPr/>
          </p:nvSpPr>
          <p:spPr>
            <a:xfrm>
              <a:off x="-19984925" y="3389525"/>
              <a:ext cx="94550" cy="107925"/>
            </a:xfrm>
            <a:custGeom>
              <a:avLst/>
              <a:gdLst/>
              <a:ahLst/>
              <a:cxnLst/>
              <a:rect l="l" t="t" r="r" b="b"/>
              <a:pathLst>
                <a:path w="3782" h="4317" extrusionOk="0">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67"/>
            <p:cNvSpPr/>
            <p:nvPr/>
          </p:nvSpPr>
          <p:spPr>
            <a:xfrm>
              <a:off x="-19984125" y="3514750"/>
              <a:ext cx="94525" cy="107150"/>
            </a:xfrm>
            <a:custGeom>
              <a:avLst/>
              <a:gdLst/>
              <a:ahLst/>
              <a:cxnLst/>
              <a:rect l="l" t="t" r="r" b="b"/>
              <a:pathLst>
                <a:path w="3781" h="4286" extrusionOk="0">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2" name="Google Shape;7892;p67"/>
          <p:cNvGrpSpPr/>
          <p:nvPr/>
        </p:nvGrpSpPr>
        <p:grpSpPr>
          <a:xfrm>
            <a:off x="2388036" y="2242861"/>
            <a:ext cx="452798" cy="450766"/>
            <a:chOff x="-20199150" y="3693150"/>
            <a:chExt cx="306400" cy="305025"/>
          </a:xfrm>
        </p:grpSpPr>
        <p:sp>
          <p:nvSpPr>
            <p:cNvPr id="7893" name="Google Shape;7893;p67"/>
            <p:cNvSpPr/>
            <p:nvPr/>
          </p:nvSpPr>
          <p:spPr>
            <a:xfrm>
              <a:off x="-20182625" y="3762250"/>
              <a:ext cx="227650" cy="212650"/>
            </a:xfrm>
            <a:custGeom>
              <a:avLst/>
              <a:gdLst/>
              <a:ahLst/>
              <a:cxnLst/>
              <a:rect l="l" t="t" r="r" b="b"/>
              <a:pathLst>
                <a:path w="9106" h="8506" extrusionOk="0">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67"/>
            <p:cNvSpPr/>
            <p:nvPr/>
          </p:nvSpPr>
          <p:spPr>
            <a:xfrm>
              <a:off x="-20077075" y="3785225"/>
              <a:ext cx="97700" cy="91075"/>
            </a:xfrm>
            <a:custGeom>
              <a:avLst/>
              <a:gdLst/>
              <a:ahLst/>
              <a:cxnLst/>
              <a:rect l="l" t="t" r="r" b="b"/>
              <a:pathLst>
                <a:path w="3908" h="3643" extrusionOk="0">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67"/>
            <p:cNvSpPr/>
            <p:nvPr/>
          </p:nvSpPr>
          <p:spPr>
            <a:xfrm>
              <a:off x="-20051875" y="3693150"/>
              <a:ext cx="159125" cy="176850"/>
            </a:xfrm>
            <a:custGeom>
              <a:avLst/>
              <a:gdLst/>
              <a:ahLst/>
              <a:cxnLst/>
              <a:rect l="l" t="t" r="r" b="b"/>
              <a:pathLst>
                <a:path w="6365" h="7074" extrusionOk="0">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67"/>
            <p:cNvSpPr/>
            <p:nvPr/>
          </p:nvSpPr>
          <p:spPr>
            <a:xfrm>
              <a:off x="-20155825" y="3861300"/>
              <a:ext cx="92950" cy="92175"/>
            </a:xfrm>
            <a:custGeom>
              <a:avLst/>
              <a:gdLst/>
              <a:ahLst/>
              <a:cxnLst/>
              <a:rect l="l" t="t" r="r" b="b"/>
              <a:pathLst>
                <a:path w="3718" h="3687" extrusionOk="0">
                  <a:moveTo>
                    <a:pt x="221" y="1"/>
                  </a:moveTo>
                  <a:lnTo>
                    <a:pt x="63" y="158"/>
                  </a:lnTo>
                  <a:lnTo>
                    <a:pt x="0" y="190"/>
                  </a:lnTo>
                  <a:lnTo>
                    <a:pt x="3529" y="3687"/>
                  </a:lnTo>
                  <a:lnTo>
                    <a:pt x="3560" y="3655"/>
                  </a:lnTo>
                  <a:lnTo>
                    <a:pt x="3718" y="3498"/>
                  </a:lnTo>
                  <a:lnTo>
                    <a:pt x="2457" y="1230"/>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67"/>
            <p:cNvSpPr/>
            <p:nvPr/>
          </p:nvSpPr>
          <p:spPr>
            <a:xfrm>
              <a:off x="-20199150" y="3918025"/>
              <a:ext cx="81150" cy="80150"/>
            </a:xfrm>
            <a:custGeom>
              <a:avLst/>
              <a:gdLst/>
              <a:ahLst/>
              <a:cxnLst/>
              <a:rect l="l" t="t" r="r" b="b"/>
              <a:pathLst>
                <a:path w="3246" h="3206" extrusionOk="0">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67"/>
            <p:cNvSpPr/>
            <p:nvPr/>
          </p:nvSpPr>
          <p:spPr>
            <a:xfrm>
              <a:off x="-20173950" y="3880200"/>
              <a:ext cx="92175" cy="92200"/>
            </a:xfrm>
            <a:custGeom>
              <a:avLst/>
              <a:gdLst/>
              <a:ahLst/>
              <a:cxnLst/>
              <a:rect l="l" t="t" r="r" b="b"/>
              <a:pathLst>
                <a:path w="3687" h="3688" extrusionOk="0">
                  <a:moveTo>
                    <a:pt x="316" y="1"/>
                  </a:moveTo>
                  <a:cubicBezTo>
                    <a:pt x="189" y="222"/>
                    <a:pt x="63" y="442"/>
                    <a:pt x="0" y="663"/>
                  </a:cubicBezTo>
                  <a:lnTo>
                    <a:pt x="3025" y="3687"/>
                  </a:lnTo>
                  <a:cubicBezTo>
                    <a:pt x="3245" y="3624"/>
                    <a:pt x="3498" y="3498"/>
                    <a:pt x="3687" y="3372"/>
                  </a:cubicBezTo>
                  <a:lnTo>
                    <a:pt x="3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9" name="Google Shape;7899;p67"/>
          <p:cNvGrpSpPr/>
          <p:nvPr/>
        </p:nvGrpSpPr>
        <p:grpSpPr>
          <a:xfrm>
            <a:off x="2388609" y="2795687"/>
            <a:ext cx="451653" cy="451653"/>
            <a:chOff x="-20197575" y="4066875"/>
            <a:chExt cx="305625" cy="305625"/>
          </a:xfrm>
        </p:grpSpPr>
        <p:sp>
          <p:nvSpPr>
            <p:cNvPr id="7900" name="Google Shape;7900;p67"/>
            <p:cNvSpPr/>
            <p:nvPr/>
          </p:nvSpPr>
          <p:spPr>
            <a:xfrm>
              <a:off x="-20089675" y="4066875"/>
              <a:ext cx="89025" cy="92175"/>
            </a:xfrm>
            <a:custGeom>
              <a:avLst/>
              <a:gdLst/>
              <a:ahLst/>
              <a:cxnLst/>
              <a:rect l="l" t="t" r="r" b="b"/>
              <a:pathLst>
                <a:path w="3561" h="3687" extrusionOk="0">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67"/>
            <p:cNvSpPr/>
            <p:nvPr/>
          </p:nvSpPr>
          <p:spPr>
            <a:xfrm>
              <a:off x="-20024300" y="4085775"/>
              <a:ext cx="132350" cy="125250"/>
            </a:xfrm>
            <a:custGeom>
              <a:avLst/>
              <a:gdLst/>
              <a:ahLst/>
              <a:cxnLst/>
              <a:rect l="l" t="t" r="r" b="b"/>
              <a:pathLst>
                <a:path w="5294" h="5010" extrusionOk="0">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67"/>
            <p:cNvSpPr/>
            <p:nvPr/>
          </p:nvSpPr>
          <p:spPr>
            <a:xfrm>
              <a:off x="-19983350" y="4263775"/>
              <a:ext cx="18925" cy="18150"/>
            </a:xfrm>
            <a:custGeom>
              <a:avLst/>
              <a:gdLst/>
              <a:ahLst/>
              <a:cxnLst/>
              <a:rect l="l" t="t" r="r" b="b"/>
              <a:pathLst>
                <a:path w="757" h="726" extrusionOk="0">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67"/>
            <p:cNvSpPr/>
            <p:nvPr/>
          </p:nvSpPr>
          <p:spPr>
            <a:xfrm>
              <a:off x="-20035325" y="4228350"/>
              <a:ext cx="125250" cy="143350"/>
            </a:xfrm>
            <a:custGeom>
              <a:avLst/>
              <a:gdLst/>
              <a:ahLst/>
              <a:cxnLst/>
              <a:rect l="l" t="t" r="r" b="b"/>
              <a:pathLst>
                <a:path w="5010" h="5734" extrusionOk="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67"/>
            <p:cNvSpPr/>
            <p:nvPr/>
          </p:nvSpPr>
          <p:spPr>
            <a:xfrm>
              <a:off x="-20054225" y="4175575"/>
              <a:ext cx="18125" cy="125250"/>
            </a:xfrm>
            <a:custGeom>
              <a:avLst/>
              <a:gdLst/>
              <a:ahLst/>
              <a:cxnLst/>
              <a:rect l="l" t="t" r="r" b="b"/>
              <a:pathLst>
                <a:path w="725" h="5010" extrusionOk="0">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67"/>
            <p:cNvSpPr/>
            <p:nvPr/>
          </p:nvSpPr>
          <p:spPr>
            <a:xfrm>
              <a:off x="-20197575" y="4085775"/>
              <a:ext cx="132350" cy="125250"/>
            </a:xfrm>
            <a:custGeom>
              <a:avLst/>
              <a:gdLst/>
              <a:ahLst/>
              <a:cxnLst/>
              <a:rect l="l" t="t" r="r" b="b"/>
              <a:pathLst>
                <a:path w="5294" h="5010" extrusionOk="0">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67"/>
            <p:cNvSpPr/>
            <p:nvPr/>
          </p:nvSpPr>
          <p:spPr>
            <a:xfrm>
              <a:off x="-20179475" y="4229925"/>
              <a:ext cx="125275" cy="142575"/>
            </a:xfrm>
            <a:custGeom>
              <a:avLst/>
              <a:gdLst/>
              <a:ahLst/>
              <a:cxnLst/>
              <a:rect l="l" t="t" r="r" b="b"/>
              <a:pathLst>
                <a:path w="5011" h="5703" extrusionOk="0">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67"/>
            <p:cNvSpPr/>
            <p:nvPr/>
          </p:nvSpPr>
          <p:spPr>
            <a:xfrm>
              <a:off x="-20125125" y="4263775"/>
              <a:ext cx="18150" cy="18150"/>
            </a:xfrm>
            <a:custGeom>
              <a:avLst/>
              <a:gdLst/>
              <a:ahLst/>
              <a:cxnLst/>
              <a:rect l="l" t="t" r="r" b="b"/>
              <a:pathLst>
                <a:path w="726" h="726" extrusionOk="0">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8" name="Google Shape;7908;p67"/>
          <p:cNvGrpSpPr/>
          <p:nvPr/>
        </p:nvGrpSpPr>
        <p:grpSpPr>
          <a:xfrm>
            <a:off x="5170827" y="1687520"/>
            <a:ext cx="449325" cy="453426"/>
            <a:chOff x="-18271050" y="3333200"/>
            <a:chExt cx="304050" cy="306825"/>
          </a:xfrm>
        </p:grpSpPr>
        <p:sp>
          <p:nvSpPr>
            <p:cNvPr id="7909" name="Google Shape;7909;p67"/>
            <p:cNvSpPr/>
            <p:nvPr/>
          </p:nvSpPr>
          <p:spPr>
            <a:xfrm>
              <a:off x="-18271050" y="3407650"/>
              <a:ext cx="63025" cy="79575"/>
            </a:xfrm>
            <a:custGeom>
              <a:avLst/>
              <a:gdLst/>
              <a:ahLst/>
              <a:cxnLst/>
              <a:rect l="l" t="t" r="r" b="b"/>
              <a:pathLst>
                <a:path w="2521" h="3183" extrusionOk="0">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67"/>
            <p:cNvSpPr/>
            <p:nvPr/>
          </p:nvSpPr>
          <p:spPr>
            <a:xfrm>
              <a:off x="-18030050" y="3406850"/>
              <a:ext cx="63050" cy="79575"/>
            </a:xfrm>
            <a:custGeom>
              <a:avLst/>
              <a:gdLst/>
              <a:ahLst/>
              <a:cxnLst/>
              <a:rect l="l" t="t" r="r" b="b"/>
              <a:pathLst>
                <a:path w="2522" h="3183" extrusionOk="0">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67"/>
            <p:cNvSpPr/>
            <p:nvPr/>
          </p:nvSpPr>
          <p:spPr>
            <a:xfrm>
              <a:off x="-18136375" y="3549400"/>
              <a:ext cx="35475" cy="32325"/>
            </a:xfrm>
            <a:custGeom>
              <a:avLst/>
              <a:gdLst/>
              <a:ahLst/>
              <a:cxnLst/>
              <a:rect l="l" t="t" r="r" b="b"/>
              <a:pathLst>
                <a:path w="1419" h="1293" extrusionOk="0">
                  <a:moveTo>
                    <a:pt x="725" y="1"/>
                  </a:moveTo>
                  <a:cubicBezTo>
                    <a:pt x="347" y="1"/>
                    <a:pt x="95" y="222"/>
                    <a:pt x="1" y="600"/>
                  </a:cubicBezTo>
                  <a:lnTo>
                    <a:pt x="725" y="1293"/>
                  </a:lnTo>
                  <a:lnTo>
                    <a:pt x="1419" y="600"/>
                  </a:lnTo>
                  <a:cubicBezTo>
                    <a:pt x="1355" y="285"/>
                    <a:pt x="1072"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67"/>
            <p:cNvSpPr/>
            <p:nvPr/>
          </p:nvSpPr>
          <p:spPr>
            <a:xfrm>
              <a:off x="-18233250" y="3423625"/>
              <a:ext cx="230800" cy="216400"/>
            </a:xfrm>
            <a:custGeom>
              <a:avLst/>
              <a:gdLst/>
              <a:ahLst/>
              <a:cxnLst/>
              <a:rect l="l" t="t" r="r" b="b"/>
              <a:pathLst>
                <a:path w="9232" h="8656" extrusionOk="0">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67"/>
            <p:cNvSpPr/>
            <p:nvPr/>
          </p:nvSpPr>
          <p:spPr>
            <a:xfrm>
              <a:off x="-18231675" y="3333200"/>
              <a:ext cx="220575" cy="125650"/>
            </a:xfrm>
            <a:custGeom>
              <a:avLst/>
              <a:gdLst/>
              <a:ahLst/>
              <a:cxnLst/>
              <a:rect l="l" t="t" r="r" b="b"/>
              <a:pathLst>
                <a:path w="8823" h="5026" extrusionOk="0">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4" name="Google Shape;7914;p67"/>
          <p:cNvGrpSpPr/>
          <p:nvPr/>
        </p:nvGrpSpPr>
        <p:grpSpPr>
          <a:xfrm>
            <a:off x="5171399" y="2244171"/>
            <a:ext cx="448180" cy="448143"/>
            <a:chOff x="-18270275" y="3710875"/>
            <a:chExt cx="303275" cy="303250"/>
          </a:xfrm>
        </p:grpSpPr>
        <p:sp>
          <p:nvSpPr>
            <p:cNvPr id="7915" name="Google Shape;7915;p67"/>
            <p:cNvSpPr/>
            <p:nvPr/>
          </p:nvSpPr>
          <p:spPr>
            <a:xfrm>
              <a:off x="-18240325" y="3896975"/>
              <a:ext cx="59875" cy="71475"/>
            </a:xfrm>
            <a:custGeom>
              <a:avLst/>
              <a:gdLst/>
              <a:ahLst/>
              <a:cxnLst/>
              <a:rect l="l" t="t" r="r" b="b"/>
              <a:pathLst>
                <a:path w="2395" h="2859" extrusionOk="0">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67"/>
            <p:cNvSpPr/>
            <p:nvPr/>
          </p:nvSpPr>
          <p:spPr>
            <a:xfrm>
              <a:off x="-18254500" y="3765100"/>
              <a:ext cx="267800" cy="249025"/>
            </a:xfrm>
            <a:custGeom>
              <a:avLst/>
              <a:gdLst/>
              <a:ahLst/>
              <a:cxnLst/>
              <a:rect l="l" t="t" r="r" b="b"/>
              <a:pathLst>
                <a:path w="10712" h="9961" extrusionOk="0">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67"/>
            <p:cNvSpPr/>
            <p:nvPr/>
          </p:nvSpPr>
          <p:spPr>
            <a:xfrm>
              <a:off x="-18057600" y="3896625"/>
              <a:ext cx="61450" cy="71825"/>
            </a:xfrm>
            <a:custGeom>
              <a:avLst/>
              <a:gdLst/>
              <a:ahLst/>
              <a:cxnLst/>
              <a:rect l="l" t="t" r="r" b="b"/>
              <a:pathLst>
                <a:path w="2458" h="2873" extrusionOk="0">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67"/>
            <p:cNvSpPr/>
            <p:nvPr/>
          </p:nvSpPr>
          <p:spPr>
            <a:xfrm>
              <a:off x="-18127700" y="3949125"/>
              <a:ext cx="18125" cy="16975"/>
            </a:xfrm>
            <a:custGeom>
              <a:avLst/>
              <a:gdLst/>
              <a:ahLst/>
              <a:cxnLst/>
              <a:rect l="l" t="t" r="r" b="b"/>
              <a:pathLst>
                <a:path w="725" h="679" extrusionOk="0">
                  <a:moveTo>
                    <a:pt x="351" y="1"/>
                  </a:moveTo>
                  <a:cubicBezTo>
                    <a:pt x="197" y="1"/>
                    <a:pt x="48" y="79"/>
                    <a:pt x="0" y="237"/>
                  </a:cubicBezTo>
                  <a:lnTo>
                    <a:pt x="378" y="678"/>
                  </a:lnTo>
                  <a:lnTo>
                    <a:pt x="725" y="237"/>
                  </a:lnTo>
                  <a:cubicBezTo>
                    <a:pt x="662" y="79"/>
                    <a:pt x="504" y="1"/>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67"/>
            <p:cNvSpPr/>
            <p:nvPr/>
          </p:nvSpPr>
          <p:spPr>
            <a:xfrm>
              <a:off x="-18270275" y="3710875"/>
              <a:ext cx="107150" cy="98475"/>
            </a:xfrm>
            <a:custGeom>
              <a:avLst/>
              <a:gdLst/>
              <a:ahLst/>
              <a:cxnLst/>
              <a:rect l="l" t="t" r="r" b="b"/>
              <a:pathLst>
                <a:path w="4286" h="3939" extrusionOk="0">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67"/>
            <p:cNvSpPr/>
            <p:nvPr/>
          </p:nvSpPr>
          <p:spPr>
            <a:xfrm>
              <a:off x="-18074925" y="3710875"/>
              <a:ext cx="107925" cy="99275"/>
            </a:xfrm>
            <a:custGeom>
              <a:avLst/>
              <a:gdLst/>
              <a:ahLst/>
              <a:cxnLst/>
              <a:rect l="l" t="t" r="r" b="b"/>
              <a:pathLst>
                <a:path w="4317" h="3971" extrusionOk="0">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1" name="Google Shape;7921;p67"/>
          <p:cNvGrpSpPr/>
          <p:nvPr/>
        </p:nvGrpSpPr>
        <p:grpSpPr>
          <a:xfrm>
            <a:off x="5224951" y="2797422"/>
            <a:ext cx="341076" cy="448180"/>
            <a:chOff x="-18234025" y="4084200"/>
            <a:chExt cx="230800" cy="303275"/>
          </a:xfrm>
        </p:grpSpPr>
        <p:sp>
          <p:nvSpPr>
            <p:cNvPr id="7922" name="Google Shape;7922;p67"/>
            <p:cNvSpPr/>
            <p:nvPr/>
          </p:nvSpPr>
          <p:spPr>
            <a:xfrm>
              <a:off x="-18234025" y="4246450"/>
              <a:ext cx="230800" cy="141025"/>
            </a:xfrm>
            <a:custGeom>
              <a:avLst/>
              <a:gdLst/>
              <a:ahLst/>
              <a:cxnLst/>
              <a:rect l="l" t="t" r="r" b="b"/>
              <a:pathLst>
                <a:path w="9232" h="5641" extrusionOk="0">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67"/>
            <p:cNvSpPr/>
            <p:nvPr/>
          </p:nvSpPr>
          <p:spPr>
            <a:xfrm>
              <a:off x="-18200175" y="4156675"/>
              <a:ext cx="161500" cy="87450"/>
            </a:xfrm>
            <a:custGeom>
              <a:avLst/>
              <a:gdLst/>
              <a:ahLst/>
              <a:cxnLst/>
              <a:rect l="l" t="t" r="r" b="b"/>
              <a:pathLst>
                <a:path w="6460" h="3498" extrusionOk="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67"/>
            <p:cNvSpPr/>
            <p:nvPr/>
          </p:nvSpPr>
          <p:spPr>
            <a:xfrm>
              <a:off x="-18211200" y="4084200"/>
              <a:ext cx="185125" cy="71700"/>
            </a:xfrm>
            <a:custGeom>
              <a:avLst/>
              <a:gdLst/>
              <a:ahLst/>
              <a:cxnLst/>
              <a:rect l="l" t="t" r="r" b="b"/>
              <a:pathLst>
                <a:path w="7405" h="2868" extrusionOk="0">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5" name="Google Shape;7925;p67"/>
          <p:cNvGrpSpPr/>
          <p:nvPr/>
        </p:nvGrpSpPr>
        <p:grpSpPr>
          <a:xfrm>
            <a:off x="2337506" y="3341641"/>
            <a:ext cx="449325" cy="450470"/>
            <a:chOff x="-16419350" y="3308400"/>
            <a:chExt cx="304050" cy="304825"/>
          </a:xfrm>
        </p:grpSpPr>
        <p:sp>
          <p:nvSpPr>
            <p:cNvPr id="7926" name="Google Shape;7926;p67"/>
            <p:cNvSpPr/>
            <p:nvPr/>
          </p:nvSpPr>
          <p:spPr>
            <a:xfrm>
              <a:off x="-16222450" y="3344625"/>
              <a:ext cx="53600" cy="67775"/>
            </a:xfrm>
            <a:custGeom>
              <a:avLst/>
              <a:gdLst/>
              <a:ahLst/>
              <a:cxnLst/>
              <a:rect l="l" t="t" r="r" b="b"/>
              <a:pathLst>
                <a:path w="2144" h="2711" extrusionOk="0">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67"/>
            <p:cNvSpPr/>
            <p:nvPr/>
          </p:nvSpPr>
          <p:spPr>
            <a:xfrm>
              <a:off x="-16365000" y="3346200"/>
              <a:ext cx="52800" cy="66975"/>
            </a:xfrm>
            <a:custGeom>
              <a:avLst/>
              <a:gdLst/>
              <a:ahLst/>
              <a:cxnLst/>
              <a:rect l="l" t="t" r="r" b="b"/>
              <a:pathLst>
                <a:path w="2112" h="2679" extrusionOk="0">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67"/>
            <p:cNvSpPr/>
            <p:nvPr/>
          </p:nvSpPr>
          <p:spPr>
            <a:xfrm>
              <a:off x="-16419350" y="3417100"/>
              <a:ext cx="142575" cy="160700"/>
            </a:xfrm>
            <a:custGeom>
              <a:avLst/>
              <a:gdLst/>
              <a:ahLst/>
              <a:cxnLst/>
              <a:rect l="l" t="t" r="r" b="b"/>
              <a:pathLst>
                <a:path w="5703" h="6428" extrusionOk="0">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67"/>
            <p:cNvSpPr/>
            <p:nvPr/>
          </p:nvSpPr>
          <p:spPr>
            <a:xfrm>
              <a:off x="-16258675" y="3417100"/>
              <a:ext cx="143375" cy="161475"/>
            </a:xfrm>
            <a:custGeom>
              <a:avLst/>
              <a:gdLst/>
              <a:ahLst/>
              <a:cxnLst/>
              <a:rect l="l" t="t" r="r" b="b"/>
              <a:pathLst>
                <a:path w="5735" h="6459" extrusionOk="0">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67"/>
            <p:cNvSpPr/>
            <p:nvPr/>
          </p:nvSpPr>
          <p:spPr>
            <a:xfrm>
              <a:off x="-16310650" y="3308400"/>
              <a:ext cx="86650" cy="155975"/>
            </a:xfrm>
            <a:custGeom>
              <a:avLst/>
              <a:gdLst/>
              <a:ahLst/>
              <a:cxnLst/>
              <a:rect l="l" t="t" r="r" b="b"/>
              <a:pathLst>
                <a:path w="3466" h="6239" extrusionOk="0">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67"/>
            <p:cNvSpPr/>
            <p:nvPr/>
          </p:nvSpPr>
          <p:spPr>
            <a:xfrm>
              <a:off x="-16327975" y="3589575"/>
              <a:ext cx="51200" cy="23650"/>
            </a:xfrm>
            <a:custGeom>
              <a:avLst/>
              <a:gdLst/>
              <a:ahLst/>
              <a:cxnLst/>
              <a:rect l="l" t="t" r="r" b="b"/>
              <a:pathLst>
                <a:path w="2048" h="946" extrusionOk="0">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67"/>
            <p:cNvSpPr/>
            <p:nvPr/>
          </p:nvSpPr>
          <p:spPr>
            <a:xfrm>
              <a:off x="-16258675" y="3589575"/>
              <a:ext cx="51225" cy="23650"/>
            </a:xfrm>
            <a:custGeom>
              <a:avLst/>
              <a:gdLst/>
              <a:ahLst/>
              <a:cxnLst/>
              <a:rect l="l" t="t" r="r" b="b"/>
              <a:pathLst>
                <a:path w="2049" h="946" extrusionOk="0">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3" name="Google Shape;7933;p67"/>
          <p:cNvGrpSpPr/>
          <p:nvPr/>
        </p:nvGrpSpPr>
        <p:grpSpPr>
          <a:xfrm>
            <a:off x="4609062" y="3340423"/>
            <a:ext cx="395755" cy="452872"/>
            <a:chOff x="-16401225" y="3683275"/>
            <a:chExt cx="267800" cy="306450"/>
          </a:xfrm>
        </p:grpSpPr>
        <p:sp>
          <p:nvSpPr>
            <p:cNvPr id="7934" name="Google Shape;7934;p67"/>
            <p:cNvSpPr/>
            <p:nvPr/>
          </p:nvSpPr>
          <p:spPr>
            <a:xfrm>
              <a:off x="-16257875" y="3826650"/>
              <a:ext cx="70900" cy="72500"/>
            </a:xfrm>
            <a:custGeom>
              <a:avLst/>
              <a:gdLst/>
              <a:ahLst/>
              <a:cxnLst/>
              <a:rect l="l" t="t" r="r" b="b"/>
              <a:pathLst>
                <a:path w="2836" h="2900" extrusionOk="0">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67"/>
            <p:cNvSpPr/>
            <p:nvPr/>
          </p:nvSpPr>
          <p:spPr>
            <a:xfrm>
              <a:off x="-16275200" y="3832375"/>
              <a:ext cx="16550" cy="16350"/>
            </a:xfrm>
            <a:custGeom>
              <a:avLst/>
              <a:gdLst/>
              <a:ahLst/>
              <a:cxnLst/>
              <a:rect l="l" t="t" r="r" b="b"/>
              <a:pathLst>
                <a:path w="662" h="654" extrusionOk="0">
                  <a:moveTo>
                    <a:pt x="319" y="0"/>
                  </a:moveTo>
                  <a:cubicBezTo>
                    <a:pt x="173" y="0"/>
                    <a:pt x="32" y="71"/>
                    <a:pt x="0" y="213"/>
                  </a:cubicBezTo>
                  <a:lnTo>
                    <a:pt x="347" y="654"/>
                  </a:lnTo>
                  <a:lnTo>
                    <a:pt x="662" y="213"/>
                  </a:lnTo>
                  <a:cubicBezTo>
                    <a:pt x="614" y="71"/>
                    <a:pt x="465" y="0"/>
                    <a:pt x="3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67"/>
            <p:cNvSpPr/>
            <p:nvPr/>
          </p:nvSpPr>
          <p:spPr>
            <a:xfrm>
              <a:off x="-16347675" y="3825875"/>
              <a:ext cx="70900" cy="70900"/>
            </a:xfrm>
            <a:custGeom>
              <a:avLst/>
              <a:gdLst/>
              <a:ahLst/>
              <a:cxnLst/>
              <a:rect l="l" t="t" r="r" b="b"/>
              <a:pathLst>
                <a:path w="2836" h="2836" extrusionOk="0">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67"/>
            <p:cNvSpPr/>
            <p:nvPr/>
          </p:nvSpPr>
          <p:spPr>
            <a:xfrm>
              <a:off x="-16338225" y="3907775"/>
              <a:ext cx="35475" cy="81950"/>
            </a:xfrm>
            <a:custGeom>
              <a:avLst/>
              <a:gdLst/>
              <a:ahLst/>
              <a:cxnLst/>
              <a:rect l="l" t="t" r="r" b="b"/>
              <a:pathLst>
                <a:path w="1419" h="3278" extrusionOk="0">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67"/>
            <p:cNvSpPr/>
            <p:nvPr/>
          </p:nvSpPr>
          <p:spPr>
            <a:xfrm>
              <a:off x="-16231900" y="3906200"/>
              <a:ext cx="35475" cy="81150"/>
            </a:xfrm>
            <a:custGeom>
              <a:avLst/>
              <a:gdLst/>
              <a:ahLst/>
              <a:cxnLst/>
              <a:rect l="l" t="t" r="r" b="b"/>
              <a:pathLst>
                <a:path w="1419" h="3246" extrusionOk="0">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9" name="Google Shape;7939;p67"/>
            <p:cNvSpPr/>
            <p:nvPr/>
          </p:nvSpPr>
          <p:spPr>
            <a:xfrm>
              <a:off x="-16285450" y="3891250"/>
              <a:ext cx="35475" cy="59875"/>
            </a:xfrm>
            <a:custGeom>
              <a:avLst/>
              <a:gdLst/>
              <a:ahLst/>
              <a:cxnLst/>
              <a:rect l="l" t="t" r="r" b="b"/>
              <a:pathLst>
                <a:path w="1419" h="2395" extrusionOk="0">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0" name="Google Shape;7940;p67"/>
            <p:cNvSpPr/>
            <p:nvPr/>
          </p:nvSpPr>
          <p:spPr>
            <a:xfrm>
              <a:off x="-16401225" y="3683275"/>
              <a:ext cx="267800" cy="249725"/>
            </a:xfrm>
            <a:custGeom>
              <a:avLst/>
              <a:gdLst/>
              <a:ahLst/>
              <a:cxnLst/>
              <a:rect l="l" t="t" r="r" b="b"/>
              <a:pathLst>
                <a:path w="10712" h="9989" extrusionOk="0">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1" name="Google Shape;7941;p67"/>
          <p:cNvGrpSpPr/>
          <p:nvPr/>
        </p:nvGrpSpPr>
        <p:grpSpPr>
          <a:xfrm>
            <a:off x="7974511" y="2797062"/>
            <a:ext cx="450470" cy="448180"/>
            <a:chOff x="-16419350" y="4058200"/>
            <a:chExt cx="304825" cy="303275"/>
          </a:xfrm>
        </p:grpSpPr>
        <p:sp>
          <p:nvSpPr>
            <p:cNvPr id="7942" name="Google Shape;7942;p67"/>
            <p:cNvSpPr/>
            <p:nvPr/>
          </p:nvSpPr>
          <p:spPr>
            <a:xfrm>
              <a:off x="-16347675" y="4202350"/>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3" name="Google Shape;7943;p67"/>
            <p:cNvSpPr/>
            <p:nvPr/>
          </p:nvSpPr>
          <p:spPr>
            <a:xfrm>
              <a:off x="-16400450" y="4166900"/>
              <a:ext cx="35475" cy="35475"/>
            </a:xfrm>
            <a:custGeom>
              <a:avLst/>
              <a:gdLst/>
              <a:ahLst/>
              <a:cxnLst/>
              <a:rect l="l" t="t" r="r" b="b"/>
              <a:pathLst>
                <a:path w="1419" h="1419" extrusionOk="0">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4" name="Google Shape;7944;p67"/>
            <p:cNvSpPr/>
            <p:nvPr/>
          </p:nvSpPr>
          <p:spPr>
            <a:xfrm>
              <a:off x="-16389425" y="4058200"/>
              <a:ext cx="220575" cy="106950"/>
            </a:xfrm>
            <a:custGeom>
              <a:avLst/>
              <a:gdLst/>
              <a:ahLst/>
              <a:cxnLst/>
              <a:rect l="l" t="t" r="r" b="b"/>
              <a:pathLst>
                <a:path w="8823" h="4278" extrusionOk="0">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67"/>
            <p:cNvSpPr/>
            <p:nvPr/>
          </p:nvSpPr>
          <p:spPr>
            <a:xfrm>
              <a:off x="-16298850" y="4178725"/>
              <a:ext cx="41000" cy="47275"/>
            </a:xfrm>
            <a:custGeom>
              <a:avLst/>
              <a:gdLst/>
              <a:ahLst/>
              <a:cxnLst/>
              <a:rect l="l" t="t" r="r" b="b"/>
              <a:pathLst>
                <a:path w="1640" h="1891" extrusionOk="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67"/>
            <p:cNvSpPr/>
            <p:nvPr/>
          </p:nvSpPr>
          <p:spPr>
            <a:xfrm>
              <a:off x="-16246075" y="4178725"/>
              <a:ext cx="41775" cy="55150"/>
            </a:xfrm>
            <a:custGeom>
              <a:avLst/>
              <a:gdLst/>
              <a:ahLst/>
              <a:cxnLst/>
              <a:rect l="l" t="t" r="r" b="b"/>
              <a:pathLst>
                <a:path w="1671" h="2206" extrusionOk="0">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67"/>
            <p:cNvSpPr/>
            <p:nvPr/>
          </p:nvSpPr>
          <p:spPr>
            <a:xfrm>
              <a:off x="-16419350" y="4122000"/>
              <a:ext cx="304050" cy="188725"/>
            </a:xfrm>
            <a:custGeom>
              <a:avLst/>
              <a:gdLst/>
              <a:ahLst/>
              <a:cxnLst/>
              <a:rect l="l" t="t" r="r" b="b"/>
              <a:pathLst>
                <a:path w="12162" h="7549" extrusionOk="0">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67"/>
            <p:cNvSpPr/>
            <p:nvPr/>
          </p:nvSpPr>
          <p:spPr>
            <a:xfrm>
              <a:off x="-16419350" y="4263775"/>
              <a:ext cx="304825" cy="97700"/>
            </a:xfrm>
            <a:custGeom>
              <a:avLst/>
              <a:gdLst/>
              <a:ahLst/>
              <a:cxnLst/>
              <a:rect l="l" t="t" r="r" b="b"/>
              <a:pathLst>
                <a:path w="12193" h="3908" extrusionOk="0">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9" name="Google Shape;7949;p67"/>
          <p:cNvGrpSpPr/>
          <p:nvPr/>
        </p:nvGrpSpPr>
        <p:grpSpPr>
          <a:xfrm>
            <a:off x="4001398" y="3343080"/>
            <a:ext cx="450507" cy="447589"/>
            <a:chOff x="-15296200" y="3326900"/>
            <a:chExt cx="304850" cy="302875"/>
          </a:xfrm>
        </p:grpSpPr>
        <p:sp>
          <p:nvSpPr>
            <p:cNvPr id="7950" name="Google Shape;7950;p67"/>
            <p:cNvSpPr/>
            <p:nvPr/>
          </p:nvSpPr>
          <p:spPr>
            <a:xfrm>
              <a:off x="-15182775" y="3326900"/>
              <a:ext cx="77200" cy="157175"/>
            </a:xfrm>
            <a:custGeom>
              <a:avLst/>
              <a:gdLst/>
              <a:ahLst/>
              <a:cxnLst/>
              <a:rect l="l" t="t" r="r" b="b"/>
              <a:pathLst>
                <a:path w="3088" h="6287" extrusionOk="0">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67"/>
            <p:cNvSpPr/>
            <p:nvPr/>
          </p:nvSpPr>
          <p:spPr>
            <a:xfrm>
              <a:off x="-15260825" y="3363175"/>
              <a:ext cx="108800" cy="199650"/>
            </a:xfrm>
            <a:custGeom>
              <a:avLst/>
              <a:gdLst/>
              <a:ahLst/>
              <a:cxnLst/>
              <a:rect l="l" t="t" r="r" b="b"/>
              <a:pathLst>
                <a:path w="4352" h="7986" extrusionOk="0">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67"/>
            <p:cNvSpPr/>
            <p:nvPr/>
          </p:nvSpPr>
          <p:spPr>
            <a:xfrm>
              <a:off x="-15135525" y="3362475"/>
              <a:ext cx="109325" cy="200350"/>
            </a:xfrm>
            <a:custGeom>
              <a:avLst/>
              <a:gdLst/>
              <a:ahLst/>
              <a:cxnLst/>
              <a:rect l="l" t="t" r="r" b="b"/>
              <a:pathLst>
                <a:path w="4373" h="8014" extrusionOk="0">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67"/>
            <p:cNvSpPr/>
            <p:nvPr/>
          </p:nvSpPr>
          <p:spPr>
            <a:xfrm>
              <a:off x="-15296200" y="3416600"/>
              <a:ext cx="143375" cy="213175"/>
            </a:xfrm>
            <a:custGeom>
              <a:avLst/>
              <a:gdLst/>
              <a:ahLst/>
              <a:cxnLst/>
              <a:rect l="l" t="t" r="r" b="b"/>
              <a:pathLst>
                <a:path w="5735" h="8527" extrusionOk="0">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67"/>
            <p:cNvSpPr/>
            <p:nvPr/>
          </p:nvSpPr>
          <p:spPr>
            <a:xfrm>
              <a:off x="-15134725" y="3416100"/>
              <a:ext cx="143375" cy="213675"/>
            </a:xfrm>
            <a:custGeom>
              <a:avLst/>
              <a:gdLst/>
              <a:ahLst/>
              <a:cxnLst/>
              <a:rect l="l" t="t" r="r" b="b"/>
              <a:pathLst>
                <a:path w="5735" h="8547" extrusionOk="0">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5" name="Google Shape;7955;p67"/>
          <p:cNvGrpSpPr/>
          <p:nvPr/>
        </p:nvGrpSpPr>
        <p:grpSpPr>
          <a:xfrm>
            <a:off x="2917051" y="1706881"/>
            <a:ext cx="486566" cy="414708"/>
            <a:chOff x="-19835275" y="3330250"/>
            <a:chExt cx="329250" cy="280625"/>
          </a:xfrm>
        </p:grpSpPr>
        <p:sp>
          <p:nvSpPr>
            <p:cNvPr id="7956" name="Google Shape;7956;p67"/>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67"/>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67"/>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9" name="Google Shape;7959;p67"/>
          <p:cNvGrpSpPr/>
          <p:nvPr/>
        </p:nvGrpSpPr>
        <p:grpSpPr>
          <a:xfrm>
            <a:off x="2935080" y="2243470"/>
            <a:ext cx="450507" cy="449547"/>
            <a:chOff x="-19822675" y="3692750"/>
            <a:chExt cx="304850" cy="304200"/>
          </a:xfrm>
        </p:grpSpPr>
        <p:sp>
          <p:nvSpPr>
            <p:cNvPr id="7960" name="Google Shape;7960;p67"/>
            <p:cNvSpPr/>
            <p:nvPr/>
          </p:nvSpPr>
          <p:spPr>
            <a:xfrm>
              <a:off x="-19715550" y="3692750"/>
              <a:ext cx="90600" cy="60675"/>
            </a:xfrm>
            <a:custGeom>
              <a:avLst/>
              <a:gdLst/>
              <a:ahLst/>
              <a:cxnLst/>
              <a:rect l="l" t="t" r="r" b="b"/>
              <a:pathLst>
                <a:path w="3624" h="2427" extrusionOk="0">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67"/>
            <p:cNvSpPr/>
            <p:nvPr/>
          </p:nvSpPr>
          <p:spPr>
            <a:xfrm>
              <a:off x="-19660425" y="3766200"/>
              <a:ext cx="142600" cy="230750"/>
            </a:xfrm>
            <a:custGeom>
              <a:avLst/>
              <a:gdLst/>
              <a:ahLst/>
              <a:cxnLst/>
              <a:rect l="l" t="t" r="r" b="b"/>
              <a:pathLst>
                <a:path w="5704" h="9230" extrusionOk="0">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67"/>
            <p:cNvSpPr/>
            <p:nvPr/>
          </p:nvSpPr>
          <p:spPr>
            <a:xfrm>
              <a:off x="-19728150" y="3763650"/>
              <a:ext cx="114225" cy="54375"/>
            </a:xfrm>
            <a:custGeom>
              <a:avLst/>
              <a:gdLst/>
              <a:ahLst/>
              <a:cxnLst/>
              <a:rect l="l" t="t" r="r" b="b"/>
              <a:pathLst>
                <a:path w="4569" h="2175" extrusionOk="0">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67"/>
            <p:cNvSpPr/>
            <p:nvPr/>
          </p:nvSpPr>
          <p:spPr>
            <a:xfrm>
              <a:off x="-19695075" y="3868400"/>
              <a:ext cx="48075" cy="110300"/>
            </a:xfrm>
            <a:custGeom>
              <a:avLst/>
              <a:gdLst/>
              <a:ahLst/>
              <a:cxnLst/>
              <a:rect l="l" t="t" r="r" b="b"/>
              <a:pathLst>
                <a:path w="1923" h="4412" extrusionOk="0">
                  <a:moveTo>
                    <a:pt x="977" y="0"/>
                  </a:moveTo>
                  <a:lnTo>
                    <a:pt x="0" y="4285"/>
                  </a:lnTo>
                  <a:cubicBezTo>
                    <a:pt x="316" y="4380"/>
                    <a:pt x="631" y="4411"/>
                    <a:pt x="977" y="4411"/>
                  </a:cubicBezTo>
                  <a:cubicBezTo>
                    <a:pt x="1261" y="4411"/>
                    <a:pt x="1576" y="4380"/>
                    <a:pt x="1922" y="4285"/>
                  </a:cubicBezTo>
                  <a:lnTo>
                    <a:pt x="9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67"/>
            <p:cNvSpPr/>
            <p:nvPr/>
          </p:nvSpPr>
          <p:spPr>
            <a:xfrm>
              <a:off x="-19822675" y="3764250"/>
              <a:ext cx="142575" cy="229550"/>
            </a:xfrm>
            <a:custGeom>
              <a:avLst/>
              <a:gdLst/>
              <a:ahLst/>
              <a:cxnLst/>
              <a:rect l="l" t="t" r="r" b="b"/>
              <a:pathLst>
                <a:path w="5703" h="9182" extrusionOk="0">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5" name="Google Shape;7965;p67"/>
          <p:cNvGrpSpPr/>
          <p:nvPr/>
        </p:nvGrpSpPr>
        <p:grpSpPr>
          <a:xfrm>
            <a:off x="2935672" y="2796278"/>
            <a:ext cx="449325" cy="450470"/>
            <a:chOff x="-19822675" y="4066875"/>
            <a:chExt cx="304050" cy="304825"/>
          </a:xfrm>
        </p:grpSpPr>
        <p:sp>
          <p:nvSpPr>
            <p:cNvPr id="7966" name="Google Shape;7966;p67"/>
            <p:cNvSpPr/>
            <p:nvPr/>
          </p:nvSpPr>
          <p:spPr>
            <a:xfrm>
              <a:off x="-19803775" y="4086925"/>
              <a:ext cx="71700" cy="68975"/>
            </a:xfrm>
            <a:custGeom>
              <a:avLst/>
              <a:gdLst/>
              <a:ahLst/>
              <a:cxnLst/>
              <a:rect l="l" t="t" r="r" b="b"/>
              <a:pathLst>
                <a:path w="2868" h="2759" extrusionOk="0">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67"/>
            <p:cNvSpPr/>
            <p:nvPr/>
          </p:nvSpPr>
          <p:spPr>
            <a:xfrm>
              <a:off x="-19822675" y="4174775"/>
              <a:ext cx="304050" cy="124475"/>
            </a:xfrm>
            <a:custGeom>
              <a:avLst/>
              <a:gdLst/>
              <a:ahLst/>
              <a:cxnLst/>
              <a:rect l="l" t="t" r="r" b="b"/>
              <a:pathLst>
                <a:path w="12162" h="4979" extrusionOk="0">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67"/>
            <p:cNvSpPr/>
            <p:nvPr/>
          </p:nvSpPr>
          <p:spPr>
            <a:xfrm>
              <a:off x="-19732100" y="4066875"/>
              <a:ext cx="122100" cy="89825"/>
            </a:xfrm>
            <a:custGeom>
              <a:avLst/>
              <a:gdLst/>
              <a:ahLst/>
              <a:cxnLst/>
              <a:rect l="l" t="t" r="r" b="b"/>
              <a:pathLst>
                <a:path w="4884" h="3593" extrusionOk="0">
                  <a:moveTo>
                    <a:pt x="2427" y="1"/>
                  </a:moveTo>
                  <a:cubicBezTo>
                    <a:pt x="1229" y="1"/>
                    <a:pt x="190" y="1796"/>
                    <a:pt x="1" y="3592"/>
                  </a:cubicBezTo>
                  <a:lnTo>
                    <a:pt x="4884" y="3592"/>
                  </a:lnTo>
                  <a:cubicBezTo>
                    <a:pt x="4695" y="1796"/>
                    <a:pt x="3687" y="1"/>
                    <a:pt x="24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67"/>
            <p:cNvSpPr/>
            <p:nvPr/>
          </p:nvSpPr>
          <p:spPr>
            <a:xfrm>
              <a:off x="-19609225" y="4087725"/>
              <a:ext cx="71700" cy="69750"/>
            </a:xfrm>
            <a:custGeom>
              <a:avLst/>
              <a:gdLst/>
              <a:ahLst/>
              <a:cxnLst/>
              <a:rect l="l" t="t" r="r" b="b"/>
              <a:pathLst>
                <a:path w="2868" h="2790" extrusionOk="0">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67"/>
            <p:cNvSpPr/>
            <p:nvPr/>
          </p:nvSpPr>
          <p:spPr>
            <a:xfrm>
              <a:off x="-19643875" y="4308675"/>
              <a:ext cx="70900" cy="44125"/>
            </a:xfrm>
            <a:custGeom>
              <a:avLst/>
              <a:gdLst/>
              <a:ahLst/>
              <a:cxnLst/>
              <a:rect l="l" t="t" r="r" b="b"/>
              <a:pathLst>
                <a:path w="2836" h="1765" extrusionOk="0">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67"/>
            <p:cNvSpPr/>
            <p:nvPr/>
          </p:nvSpPr>
          <p:spPr>
            <a:xfrm>
              <a:off x="-19581650" y="4292925"/>
              <a:ext cx="63025" cy="78775"/>
            </a:xfrm>
            <a:custGeom>
              <a:avLst/>
              <a:gdLst/>
              <a:ahLst/>
              <a:cxnLst/>
              <a:rect l="l" t="t" r="r" b="b"/>
              <a:pathLst>
                <a:path w="2521" h="3151" extrusionOk="0">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2" name="Google Shape;7972;p67"/>
          <p:cNvGrpSpPr/>
          <p:nvPr/>
        </p:nvGrpSpPr>
        <p:grpSpPr>
          <a:xfrm>
            <a:off x="5744740" y="1689571"/>
            <a:ext cx="399302" cy="449325"/>
            <a:chOff x="-17878825" y="3334400"/>
            <a:chExt cx="270200" cy="304050"/>
          </a:xfrm>
        </p:grpSpPr>
        <p:sp>
          <p:nvSpPr>
            <p:cNvPr id="7973" name="Google Shape;7973;p67"/>
            <p:cNvSpPr/>
            <p:nvPr/>
          </p:nvSpPr>
          <p:spPr>
            <a:xfrm>
              <a:off x="-17683475" y="3334400"/>
              <a:ext cx="74850" cy="74050"/>
            </a:xfrm>
            <a:custGeom>
              <a:avLst/>
              <a:gdLst/>
              <a:ahLst/>
              <a:cxnLst/>
              <a:rect l="l" t="t" r="r" b="b"/>
              <a:pathLst>
                <a:path w="2994" h="2962" extrusionOk="0">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67"/>
            <p:cNvSpPr/>
            <p:nvPr/>
          </p:nvSpPr>
          <p:spPr>
            <a:xfrm>
              <a:off x="-17752000" y="3513975"/>
              <a:ext cx="16550" cy="16550"/>
            </a:xfrm>
            <a:custGeom>
              <a:avLst/>
              <a:gdLst/>
              <a:ahLst/>
              <a:cxnLst/>
              <a:rect l="l" t="t" r="r" b="b"/>
              <a:pathLst>
                <a:path w="662" h="662" extrusionOk="0">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67"/>
            <p:cNvSpPr/>
            <p:nvPr/>
          </p:nvSpPr>
          <p:spPr>
            <a:xfrm>
              <a:off x="-17860700" y="3405275"/>
              <a:ext cx="107150" cy="206225"/>
            </a:xfrm>
            <a:custGeom>
              <a:avLst/>
              <a:gdLst/>
              <a:ahLst/>
              <a:cxnLst/>
              <a:rect l="l" t="t" r="r" b="b"/>
              <a:pathLst>
                <a:path w="4286" h="8249" extrusionOk="0">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67"/>
            <p:cNvSpPr/>
            <p:nvPr/>
          </p:nvSpPr>
          <p:spPr>
            <a:xfrm>
              <a:off x="-17735475" y="3405275"/>
              <a:ext cx="107150" cy="206475"/>
            </a:xfrm>
            <a:custGeom>
              <a:avLst/>
              <a:gdLst/>
              <a:ahLst/>
              <a:cxnLst/>
              <a:rect l="l" t="t" r="r" b="b"/>
              <a:pathLst>
                <a:path w="4286" h="8259" extrusionOk="0">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67"/>
            <p:cNvSpPr/>
            <p:nvPr/>
          </p:nvSpPr>
          <p:spPr>
            <a:xfrm>
              <a:off x="-17812650" y="3353300"/>
              <a:ext cx="136275" cy="144150"/>
            </a:xfrm>
            <a:custGeom>
              <a:avLst/>
              <a:gdLst/>
              <a:ahLst/>
              <a:cxnLst/>
              <a:rect l="l" t="t" r="r" b="b"/>
              <a:pathLst>
                <a:path w="5451" h="5766" extrusionOk="0">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67"/>
            <p:cNvSpPr/>
            <p:nvPr/>
          </p:nvSpPr>
          <p:spPr>
            <a:xfrm>
              <a:off x="-17770900" y="3614000"/>
              <a:ext cx="52775" cy="24450"/>
            </a:xfrm>
            <a:custGeom>
              <a:avLst/>
              <a:gdLst/>
              <a:ahLst/>
              <a:cxnLst/>
              <a:rect l="l" t="t" r="r" b="b"/>
              <a:pathLst>
                <a:path w="2111" h="978" extrusionOk="0">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67"/>
            <p:cNvSpPr/>
            <p:nvPr/>
          </p:nvSpPr>
          <p:spPr>
            <a:xfrm>
              <a:off x="-17878825" y="3334400"/>
              <a:ext cx="74075" cy="74050"/>
            </a:xfrm>
            <a:custGeom>
              <a:avLst/>
              <a:gdLst/>
              <a:ahLst/>
              <a:cxnLst/>
              <a:rect l="l" t="t" r="r" b="b"/>
              <a:pathLst>
                <a:path w="2963" h="2962" extrusionOk="0">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0" name="Google Shape;7980;p67"/>
          <p:cNvGrpSpPr/>
          <p:nvPr/>
        </p:nvGrpSpPr>
        <p:grpSpPr>
          <a:xfrm>
            <a:off x="5718565" y="2242416"/>
            <a:ext cx="451653" cy="451653"/>
            <a:chOff x="-17896150" y="3709300"/>
            <a:chExt cx="305625" cy="305625"/>
          </a:xfrm>
        </p:grpSpPr>
        <p:sp>
          <p:nvSpPr>
            <p:cNvPr id="7981" name="Google Shape;7981;p67"/>
            <p:cNvSpPr/>
            <p:nvPr/>
          </p:nvSpPr>
          <p:spPr>
            <a:xfrm>
              <a:off x="-17896150" y="3709300"/>
              <a:ext cx="54375" cy="77200"/>
            </a:xfrm>
            <a:custGeom>
              <a:avLst/>
              <a:gdLst/>
              <a:ahLst/>
              <a:cxnLst/>
              <a:rect l="l" t="t" r="r" b="b"/>
              <a:pathLst>
                <a:path w="2175" h="3088" extrusionOk="0">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67"/>
            <p:cNvSpPr/>
            <p:nvPr/>
          </p:nvSpPr>
          <p:spPr>
            <a:xfrm>
              <a:off x="-17877250" y="3801075"/>
              <a:ext cx="286725" cy="213850"/>
            </a:xfrm>
            <a:custGeom>
              <a:avLst/>
              <a:gdLst/>
              <a:ahLst/>
              <a:cxnLst/>
              <a:rect l="l" t="t" r="r" b="b"/>
              <a:pathLst>
                <a:path w="11469" h="8554" extrusionOk="0">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67"/>
            <p:cNvSpPr/>
            <p:nvPr/>
          </p:nvSpPr>
          <p:spPr>
            <a:xfrm>
              <a:off x="-17783500" y="3763075"/>
              <a:ext cx="191400" cy="194350"/>
            </a:xfrm>
            <a:custGeom>
              <a:avLst/>
              <a:gdLst/>
              <a:ahLst/>
              <a:cxnLst/>
              <a:rect l="l" t="t" r="r" b="b"/>
              <a:pathLst>
                <a:path w="7656" h="7774" extrusionOk="0">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67"/>
            <p:cNvSpPr/>
            <p:nvPr/>
          </p:nvSpPr>
          <p:spPr>
            <a:xfrm>
              <a:off x="-17825250" y="3710075"/>
              <a:ext cx="54375" cy="76425"/>
            </a:xfrm>
            <a:custGeom>
              <a:avLst/>
              <a:gdLst/>
              <a:ahLst/>
              <a:cxnLst/>
              <a:rect l="l" t="t" r="r" b="b"/>
              <a:pathLst>
                <a:path w="2175" h="3057" extrusionOk="0">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5" name="Google Shape;7985;p67"/>
          <p:cNvGrpSpPr/>
          <p:nvPr/>
        </p:nvGrpSpPr>
        <p:grpSpPr>
          <a:xfrm>
            <a:off x="5746495" y="2795686"/>
            <a:ext cx="395792" cy="451653"/>
            <a:chOff x="-17878025" y="4082625"/>
            <a:chExt cx="267825" cy="305625"/>
          </a:xfrm>
        </p:grpSpPr>
        <p:sp>
          <p:nvSpPr>
            <p:cNvPr id="7986" name="Google Shape;7986;p67"/>
            <p:cNvSpPr/>
            <p:nvPr/>
          </p:nvSpPr>
          <p:spPr>
            <a:xfrm>
              <a:off x="-17660650" y="4191325"/>
              <a:ext cx="50450" cy="52000"/>
            </a:xfrm>
            <a:custGeom>
              <a:avLst/>
              <a:gdLst/>
              <a:ahLst/>
              <a:cxnLst/>
              <a:rect l="l" t="t" r="r" b="b"/>
              <a:pathLst>
                <a:path w="2018" h="2080" extrusionOk="0">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67"/>
            <p:cNvSpPr/>
            <p:nvPr/>
          </p:nvSpPr>
          <p:spPr>
            <a:xfrm>
              <a:off x="-17716575" y="4084200"/>
              <a:ext cx="88250" cy="103200"/>
            </a:xfrm>
            <a:custGeom>
              <a:avLst/>
              <a:gdLst/>
              <a:ahLst/>
              <a:cxnLst/>
              <a:rect l="l" t="t" r="r" b="b"/>
              <a:pathLst>
                <a:path w="3530" h="4128" extrusionOk="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67"/>
            <p:cNvSpPr/>
            <p:nvPr/>
          </p:nvSpPr>
          <p:spPr>
            <a:xfrm>
              <a:off x="-17860700" y="4082625"/>
              <a:ext cx="90600" cy="104000"/>
            </a:xfrm>
            <a:custGeom>
              <a:avLst/>
              <a:gdLst/>
              <a:ahLst/>
              <a:cxnLst/>
              <a:rect l="l" t="t" r="r" b="b"/>
              <a:pathLst>
                <a:path w="3624" h="4160" extrusionOk="0">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67"/>
            <p:cNvSpPr/>
            <p:nvPr/>
          </p:nvSpPr>
          <p:spPr>
            <a:xfrm>
              <a:off x="-17752000" y="4281300"/>
              <a:ext cx="16550" cy="16375"/>
            </a:xfrm>
            <a:custGeom>
              <a:avLst/>
              <a:gdLst/>
              <a:ahLst/>
              <a:cxnLst/>
              <a:rect l="l" t="t" r="r" b="b"/>
              <a:pathLst>
                <a:path w="662" h="655" extrusionOk="0">
                  <a:moveTo>
                    <a:pt x="319" y="1"/>
                  </a:moveTo>
                  <a:cubicBezTo>
                    <a:pt x="173" y="1"/>
                    <a:pt x="32" y="72"/>
                    <a:pt x="0" y="213"/>
                  </a:cubicBezTo>
                  <a:lnTo>
                    <a:pt x="347" y="655"/>
                  </a:lnTo>
                  <a:lnTo>
                    <a:pt x="662" y="213"/>
                  </a:lnTo>
                  <a:cubicBezTo>
                    <a:pt x="615" y="72"/>
                    <a:pt x="465" y="1"/>
                    <a:pt x="3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67"/>
            <p:cNvSpPr/>
            <p:nvPr/>
          </p:nvSpPr>
          <p:spPr>
            <a:xfrm>
              <a:off x="-17825250" y="4173200"/>
              <a:ext cx="161475" cy="161500"/>
            </a:xfrm>
            <a:custGeom>
              <a:avLst/>
              <a:gdLst/>
              <a:ahLst/>
              <a:cxnLst/>
              <a:rect l="l" t="t" r="r" b="b"/>
              <a:pathLst>
                <a:path w="6459" h="6460" extrusionOk="0">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67"/>
            <p:cNvSpPr/>
            <p:nvPr/>
          </p:nvSpPr>
          <p:spPr>
            <a:xfrm>
              <a:off x="-17787450" y="4293725"/>
              <a:ext cx="84300" cy="94525"/>
            </a:xfrm>
            <a:custGeom>
              <a:avLst/>
              <a:gdLst/>
              <a:ahLst/>
              <a:cxnLst/>
              <a:rect l="l" t="t" r="r" b="b"/>
              <a:pathLst>
                <a:path w="3372" h="3781" extrusionOk="0">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67"/>
            <p:cNvSpPr/>
            <p:nvPr/>
          </p:nvSpPr>
          <p:spPr>
            <a:xfrm>
              <a:off x="-17878025" y="4191325"/>
              <a:ext cx="49650" cy="52000"/>
            </a:xfrm>
            <a:custGeom>
              <a:avLst/>
              <a:gdLst/>
              <a:ahLst/>
              <a:cxnLst/>
              <a:rect l="l" t="t" r="r" b="b"/>
              <a:pathLst>
                <a:path w="1986" h="2080" extrusionOk="0">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3" name="Google Shape;7993;p67"/>
          <p:cNvGrpSpPr/>
          <p:nvPr/>
        </p:nvGrpSpPr>
        <p:grpSpPr>
          <a:xfrm>
            <a:off x="2890388" y="3355015"/>
            <a:ext cx="450507" cy="423722"/>
            <a:chOff x="-16044450" y="3317850"/>
            <a:chExt cx="304850" cy="286725"/>
          </a:xfrm>
        </p:grpSpPr>
        <p:sp>
          <p:nvSpPr>
            <p:cNvPr id="7994" name="Google Shape;7994;p67"/>
            <p:cNvSpPr/>
            <p:nvPr/>
          </p:nvSpPr>
          <p:spPr>
            <a:xfrm>
              <a:off x="-15873525" y="3317850"/>
              <a:ext cx="133925" cy="115025"/>
            </a:xfrm>
            <a:custGeom>
              <a:avLst/>
              <a:gdLst/>
              <a:ahLst/>
              <a:cxnLst/>
              <a:rect l="l" t="t" r="r" b="b"/>
              <a:pathLst>
                <a:path w="5357" h="4601" extrusionOk="0">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67"/>
            <p:cNvSpPr/>
            <p:nvPr/>
          </p:nvSpPr>
          <p:spPr>
            <a:xfrm>
              <a:off x="-15915275" y="3459625"/>
              <a:ext cx="44125" cy="54375"/>
            </a:xfrm>
            <a:custGeom>
              <a:avLst/>
              <a:gdLst/>
              <a:ahLst/>
              <a:cxnLst/>
              <a:rect l="l" t="t" r="r" b="b"/>
              <a:pathLst>
                <a:path w="1765" h="2175" extrusionOk="0">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67"/>
            <p:cNvSpPr/>
            <p:nvPr/>
          </p:nvSpPr>
          <p:spPr>
            <a:xfrm>
              <a:off x="-16009000" y="3372200"/>
              <a:ext cx="232375" cy="232375"/>
            </a:xfrm>
            <a:custGeom>
              <a:avLst/>
              <a:gdLst/>
              <a:ahLst/>
              <a:cxnLst/>
              <a:rect l="l" t="t" r="r" b="b"/>
              <a:pathLst>
                <a:path w="9295" h="9295" extrusionOk="0">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67"/>
            <p:cNvSpPr/>
            <p:nvPr/>
          </p:nvSpPr>
          <p:spPr>
            <a:xfrm>
              <a:off x="-16044450" y="3317850"/>
              <a:ext cx="133150" cy="115025"/>
            </a:xfrm>
            <a:custGeom>
              <a:avLst/>
              <a:gdLst/>
              <a:ahLst/>
              <a:cxnLst/>
              <a:rect l="l" t="t" r="r" b="b"/>
              <a:pathLst>
                <a:path w="5326" h="4601" extrusionOk="0">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8" name="Google Shape;7998;p67"/>
          <p:cNvSpPr/>
          <p:nvPr/>
        </p:nvSpPr>
        <p:spPr>
          <a:xfrm>
            <a:off x="5135108" y="3341975"/>
            <a:ext cx="448180" cy="450507"/>
          </a:xfrm>
          <a:custGeom>
            <a:avLst/>
            <a:gdLst/>
            <a:ahLst/>
            <a:cxnLst/>
            <a:rect l="l" t="t" r="r" b="b"/>
            <a:pathLst>
              <a:path w="12131" h="12194" extrusionOk="0">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99" name="Google Shape;7999;p67"/>
          <p:cNvGrpSpPr/>
          <p:nvPr/>
        </p:nvGrpSpPr>
        <p:grpSpPr>
          <a:xfrm>
            <a:off x="8012905" y="2243724"/>
            <a:ext cx="373662" cy="449030"/>
            <a:chOff x="-16018450" y="4058400"/>
            <a:chExt cx="252850" cy="303850"/>
          </a:xfrm>
        </p:grpSpPr>
        <p:sp>
          <p:nvSpPr>
            <p:cNvPr id="8000" name="Google Shape;8000;p67"/>
            <p:cNvSpPr/>
            <p:nvPr/>
          </p:nvSpPr>
          <p:spPr>
            <a:xfrm>
              <a:off x="-15927875" y="4129900"/>
              <a:ext cx="88250" cy="89025"/>
            </a:xfrm>
            <a:custGeom>
              <a:avLst/>
              <a:gdLst/>
              <a:ahLst/>
              <a:cxnLst/>
              <a:rect l="l" t="t" r="r" b="b"/>
              <a:pathLst>
                <a:path w="3530" h="3561" extrusionOk="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67"/>
            <p:cNvSpPr/>
            <p:nvPr/>
          </p:nvSpPr>
          <p:spPr>
            <a:xfrm>
              <a:off x="-16002700" y="4058400"/>
              <a:ext cx="237100" cy="233575"/>
            </a:xfrm>
            <a:custGeom>
              <a:avLst/>
              <a:gdLst/>
              <a:ahLst/>
              <a:cxnLst/>
              <a:rect l="l" t="t" r="r" b="b"/>
              <a:pathLst>
                <a:path w="9484" h="9343" extrusionOk="0">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67"/>
            <p:cNvSpPr/>
            <p:nvPr/>
          </p:nvSpPr>
          <p:spPr>
            <a:xfrm>
              <a:off x="-16018450" y="4253550"/>
              <a:ext cx="129200" cy="108700"/>
            </a:xfrm>
            <a:custGeom>
              <a:avLst/>
              <a:gdLst/>
              <a:ahLst/>
              <a:cxnLst/>
              <a:rect l="l" t="t" r="r" b="b"/>
              <a:pathLst>
                <a:path w="5168" h="4348" extrusionOk="0">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67"/>
            <p:cNvSpPr/>
            <p:nvPr/>
          </p:nvSpPr>
          <p:spPr>
            <a:xfrm>
              <a:off x="-15876675" y="4254325"/>
              <a:ext cx="107925" cy="90600"/>
            </a:xfrm>
            <a:custGeom>
              <a:avLst/>
              <a:gdLst/>
              <a:ahLst/>
              <a:cxnLst/>
              <a:rect l="l" t="t" r="r" b="b"/>
              <a:pathLst>
                <a:path w="4317" h="3624" extrusionOk="0">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04" name="Google Shape;8004;p67"/>
          <p:cNvSpPr/>
          <p:nvPr/>
        </p:nvSpPr>
        <p:spPr>
          <a:xfrm>
            <a:off x="6245621" y="3343157"/>
            <a:ext cx="449288" cy="448143"/>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67"/>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Nature Icons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8009"/>
        <p:cNvGrpSpPr/>
        <p:nvPr/>
      </p:nvGrpSpPr>
      <p:grpSpPr>
        <a:xfrm>
          <a:off x="0" y="0"/>
          <a:ext cx="0" cy="0"/>
          <a:chOff x="0" y="0"/>
          <a:chExt cx="0" cy="0"/>
        </a:xfrm>
      </p:grpSpPr>
      <p:grpSp>
        <p:nvGrpSpPr>
          <p:cNvPr id="8010" name="Google Shape;8010;p68"/>
          <p:cNvGrpSpPr/>
          <p:nvPr/>
        </p:nvGrpSpPr>
        <p:grpSpPr>
          <a:xfrm>
            <a:off x="829817" y="1689241"/>
            <a:ext cx="442337" cy="419623"/>
            <a:chOff x="-6696925" y="3272575"/>
            <a:chExt cx="307200" cy="291425"/>
          </a:xfrm>
        </p:grpSpPr>
        <p:sp>
          <p:nvSpPr>
            <p:cNvPr id="8011" name="Google Shape;8011;p68"/>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68"/>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3" name="Google Shape;8013;p68"/>
          <p:cNvGrpSpPr/>
          <p:nvPr/>
        </p:nvGrpSpPr>
        <p:grpSpPr>
          <a:xfrm>
            <a:off x="829799" y="2204636"/>
            <a:ext cx="442373" cy="420775"/>
            <a:chOff x="-6690625" y="3631325"/>
            <a:chExt cx="307225" cy="292225"/>
          </a:xfrm>
        </p:grpSpPr>
        <p:sp>
          <p:nvSpPr>
            <p:cNvPr id="8014" name="Google Shape;8014;p68"/>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68"/>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68"/>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68"/>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68"/>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9" name="Google Shape;8019;p68"/>
          <p:cNvGrpSpPr/>
          <p:nvPr/>
        </p:nvGrpSpPr>
        <p:grpSpPr>
          <a:xfrm>
            <a:off x="851921" y="2756972"/>
            <a:ext cx="421927" cy="419371"/>
            <a:chOff x="-6689825" y="3992050"/>
            <a:chExt cx="293025" cy="291250"/>
          </a:xfrm>
        </p:grpSpPr>
        <p:sp>
          <p:nvSpPr>
            <p:cNvPr id="8020" name="Google Shape;8020;p68"/>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68"/>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68"/>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68"/>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68"/>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68"/>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68"/>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68"/>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68"/>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68"/>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68"/>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68"/>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32" name="Google Shape;8032;p68"/>
          <p:cNvSpPr/>
          <p:nvPr/>
        </p:nvSpPr>
        <p:spPr>
          <a:xfrm>
            <a:off x="3529770" y="1689199"/>
            <a:ext cx="434634" cy="419227"/>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33" name="Google Shape;8033;p68"/>
          <p:cNvGrpSpPr/>
          <p:nvPr/>
        </p:nvGrpSpPr>
        <p:grpSpPr>
          <a:xfrm>
            <a:off x="3535232" y="2205192"/>
            <a:ext cx="423043" cy="419659"/>
            <a:chOff x="-4837325" y="3612425"/>
            <a:chExt cx="293800" cy="291450"/>
          </a:xfrm>
        </p:grpSpPr>
        <p:sp>
          <p:nvSpPr>
            <p:cNvPr id="8034" name="Google Shape;8034;p68"/>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68"/>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68"/>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7" name="Google Shape;8037;p68"/>
          <p:cNvGrpSpPr/>
          <p:nvPr/>
        </p:nvGrpSpPr>
        <p:grpSpPr>
          <a:xfrm>
            <a:off x="3548265" y="2756826"/>
            <a:ext cx="420775" cy="419659"/>
            <a:chOff x="-4837325" y="3971575"/>
            <a:chExt cx="292225" cy="291450"/>
          </a:xfrm>
        </p:grpSpPr>
        <p:sp>
          <p:nvSpPr>
            <p:cNvPr id="8038" name="Google Shape;8038;p68"/>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68"/>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68"/>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68"/>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68"/>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68"/>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4" name="Google Shape;8044;p68"/>
          <p:cNvGrpSpPr/>
          <p:nvPr/>
        </p:nvGrpSpPr>
        <p:grpSpPr>
          <a:xfrm>
            <a:off x="6240279" y="1714185"/>
            <a:ext cx="430998" cy="369730"/>
            <a:chOff x="-3037625" y="3254850"/>
            <a:chExt cx="299325" cy="256775"/>
          </a:xfrm>
        </p:grpSpPr>
        <p:sp>
          <p:nvSpPr>
            <p:cNvPr id="8045" name="Google Shape;8045;p68"/>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6" name="Google Shape;8046;p68"/>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68"/>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8" name="Google Shape;8048;p68"/>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9" name="Google Shape;8049;p68"/>
          <p:cNvGrpSpPr/>
          <p:nvPr/>
        </p:nvGrpSpPr>
        <p:grpSpPr>
          <a:xfrm>
            <a:off x="6244239" y="2204615"/>
            <a:ext cx="423079" cy="420811"/>
            <a:chOff x="-3031325" y="3597450"/>
            <a:chExt cx="293825" cy="292250"/>
          </a:xfrm>
        </p:grpSpPr>
        <p:sp>
          <p:nvSpPr>
            <p:cNvPr id="8050" name="Google Shape;8050;p68"/>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68"/>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68"/>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3" name="Google Shape;8053;p68"/>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4" name="Google Shape;8054;p68"/>
          <p:cNvGrpSpPr/>
          <p:nvPr/>
        </p:nvGrpSpPr>
        <p:grpSpPr>
          <a:xfrm>
            <a:off x="6256714" y="2781214"/>
            <a:ext cx="421927" cy="370882"/>
            <a:chOff x="-3030525" y="3973150"/>
            <a:chExt cx="293025" cy="257575"/>
          </a:xfrm>
        </p:grpSpPr>
        <p:sp>
          <p:nvSpPr>
            <p:cNvPr id="8055" name="Google Shape;8055;p68"/>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6" name="Google Shape;8056;p68"/>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7" name="Google Shape;8057;p68"/>
          <p:cNvGrpSpPr/>
          <p:nvPr/>
        </p:nvGrpSpPr>
        <p:grpSpPr>
          <a:xfrm>
            <a:off x="1358307" y="3369426"/>
            <a:ext cx="421927" cy="297195"/>
            <a:chOff x="-1199300" y="3279250"/>
            <a:chExt cx="293025" cy="206400"/>
          </a:xfrm>
        </p:grpSpPr>
        <p:sp>
          <p:nvSpPr>
            <p:cNvPr id="8058" name="Google Shape;8058;p68"/>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68"/>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68"/>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1" name="Google Shape;8061;p68"/>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2" name="Google Shape;8062;p68"/>
          <p:cNvGrpSpPr/>
          <p:nvPr/>
        </p:nvGrpSpPr>
        <p:grpSpPr>
          <a:xfrm>
            <a:off x="1365393" y="1688773"/>
            <a:ext cx="444605" cy="420559"/>
            <a:chOff x="-6338550" y="3272950"/>
            <a:chExt cx="308775" cy="292075"/>
          </a:xfrm>
        </p:grpSpPr>
        <p:sp>
          <p:nvSpPr>
            <p:cNvPr id="8063" name="Google Shape;8063;p68"/>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4" name="Google Shape;8064;p68"/>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5" name="Google Shape;8065;p68"/>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6" name="Google Shape;8066;p68"/>
          <p:cNvGrpSpPr/>
          <p:nvPr/>
        </p:nvGrpSpPr>
        <p:grpSpPr>
          <a:xfrm>
            <a:off x="1376732" y="2205194"/>
            <a:ext cx="421927" cy="419659"/>
            <a:chOff x="-6329100" y="3632100"/>
            <a:chExt cx="293025" cy="291450"/>
          </a:xfrm>
        </p:grpSpPr>
        <p:sp>
          <p:nvSpPr>
            <p:cNvPr id="8067" name="Google Shape;8067;p68"/>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8" name="Google Shape;8068;p68"/>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9" name="Google Shape;8069;p68"/>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0" name="Google Shape;8070;p68"/>
          <p:cNvGrpSpPr/>
          <p:nvPr/>
        </p:nvGrpSpPr>
        <p:grpSpPr>
          <a:xfrm>
            <a:off x="1389783" y="2756828"/>
            <a:ext cx="419623" cy="419659"/>
            <a:chOff x="-6329875" y="3992050"/>
            <a:chExt cx="291425" cy="291450"/>
          </a:xfrm>
        </p:grpSpPr>
        <p:sp>
          <p:nvSpPr>
            <p:cNvPr id="8071" name="Google Shape;8071;p68"/>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2" name="Google Shape;8072;p68"/>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3" name="Google Shape;8073;p68"/>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4" name="Google Shape;8074;p68"/>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5" name="Google Shape;8075;p68"/>
          <p:cNvGrpSpPr/>
          <p:nvPr/>
        </p:nvGrpSpPr>
        <p:grpSpPr>
          <a:xfrm>
            <a:off x="4075920" y="1687530"/>
            <a:ext cx="423079" cy="423043"/>
            <a:chOff x="-4478975" y="3251700"/>
            <a:chExt cx="293825" cy="293800"/>
          </a:xfrm>
        </p:grpSpPr>
        <p:sp>
          <p:nvSpPr>
            <p:cNvPr id="8076" name="Google Shape;8076;p68"/>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68"/>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68"/>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9" name="Google Shape;8079;p68"/>
          <p:cNvGrpSpPr/>
          <p:nvPr/>
        </p:nvGrpSpPr>
        <p:grpSpPr>
          <a:xfrm>
            <a:off x="4075920" y="2205192"/>
            <a:ext cx="423079" cy="419659"/>
            <a:chOff x="-4475825" y="3612425"/>
            <a:chExt cx="293825" cy="291450"/>
          </a:xfrm>
        </p:grpSpPr>
        <p:sp>
          <p:nvSpPr>
            <p:cNvPr id="8080" name="Google Shape;8080;p68"/>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1" name="Google Shape;8081;p68"/>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2" name="Google Shape;8082;p68"/>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3" name="Google Shape;8083;p68"/>
          <p:cNvGrpSpPr/>
          <p:nvPr/>
        </p:nvGrpSpPr>
        <p:grpSpPr>
          <a:xfrm>
            <a:off x="4084992" y="2756844"/>
            <a:ext cx="428730" cy="419623"/>
            <a:chOff x="-4480550" y="3970800"/>
            <a:chExt cx="297750" cy="291425"/>
          </a:xfrm>
        </p:grpSpPr>
        <p:sp>
          <p:nvSpPr>
            <p:cNvPr id="8084" name="Google Shape;8084;p68"/>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68"/>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6" name="Google Shape;8086;p68"/>
          <p:cNvGrpSpPr/>
          <p:nvPr/>
        </p:nvGrpSpPr>
        <p:grpSpPr>
          <a:xfrm>
            <a:off x="6788826" y="1689221"/>
            <a:ext cx="415123" cy="419659"/>
            <a:chOff x="-2668225" y="3239075"/>
            <a:chExt cx="288300" cy="291450"/>
          </a:xfrm>
        </p:grpSpPr>
        <p:sp>
          <p:nvSpPr>
            <p:cNvPr id="8087" name="Google Shape;8087;p68"/>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68"/>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68"/>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68"/>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1" name="Google Shape;8091;p68"/>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2" name="Google Shape;8092;p68"/>
          <p:cNvGrpSpPr/>
          <p:nvPr/>
        </p:nvGrpSpPr>
        <p:grpSpPr>
          <a:xfrm>
            <a:off x="6785982" y="2205191"/>
            <a:ext cx="420811" cy="419659"/>
            <a:chOff x="-2671375" y="3597450"/>
            <a:chExt cx="292250" cy="291450"/>
          </a:xfrm>
        </p:grpSpPr>
        <p:sp>
          <p:nvSpPr>
            <p:cNvPr id="8093" name="Google Shape;8093;p68"/>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68"/>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5" name="Google Shape;8095;p68"/>
          <p:cNvGrpSpPr/>
          <p:nvPr/>
        </p:nvGrpSpPr>
        <p:grpSpPr>
          <a:xfrm>
            <a:off x="6796765" y="2755691"/>
            <a:ext cx="423043" cy="421927"/>
            <a:chOff x="-2670575" y="3956600"/>
            <a:chExt cx="293800" cy="293025"/>
          </a:xfrm>
        </p:grpSpPr>
        <p:sp>
          <p:nvSpPr>
            <p:cNvPr id="8096" name="Google Shape;8096;p68"/>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7" name="Google Shape;8097;p68"/>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68"/>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9" name="Google Shape;8099;p68"/>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0" name="Google Shape;8100;p68"/>
          <p:cNvGrpSpPr/>
          <p:nvPr/>
        </p:nvGrpSpPr>
        <p:grpSpPr>
          <a:xfrm>
            <a:off x="3054285" y="3311947"/>
            <a:ext cx="426462" cy="418363"/>
            <a:chOff x="-1183550" y="3586525"/>
            <a:chExt cx="296175" cy="290550"/>
          </a:xfrm>
        </p:grpSpPr>
        <p:sp>
          <p:nvSpPr>
            <p:cNvPr id="8101" name="Google Shape;8101;p68"/>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68"/>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68"/>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68"/>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5" name="Google Shape;8105;p68"/>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6" name="Google Shape;8106;p68"/>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68"/>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68"/>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68"/>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0" name="Google Shape;8110;p68"/>
          <p:cNvGrpSpPr/>
          <p:nvPr/>
        </p:nvGrpSpPr>
        <p:grpSpPr>
          <a:xfrm>
            <a:off x="1917896" y="1689799"/>
            <a:ext cx="420811" cy="418507"/>
            <a:chOff x="-5971525" y="3273750"/>
            <a:chExt cx="292250" cy="290650"/>
          </a:xfrm>
        </p:grpSpPr>
        <p:sp>
          <p:nvSpPr>
            <p:cNvPr id="8111" name="Google Shape;8111;p68"/>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68"/>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3" name="Google Shape;8113;p68"/>
          <p:cNvGrpSpPr/>
          <p:nvPr/>
        </p:nvGrpSpPr>
        <p:grpSpPr>
          <a:xfrm>
            <a:off x="1912226" y="2203826"/>
            <a:ext cx="432150" cy="422395"/>
            <a:chOff x="-5974675" y="3632100"/>
            <a:chExt cx="300125" cy="293350"/>
          </a:xfrm>
        </p:grpSpPr>
        <p:sp>
          <p:nvSpPr>
            <p:cNvPr id="8114" name="Google Shape;8114;p68"/>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68"/>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6" name="Google Shape;8116;p68"/>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7" name="Google Shape;8117;p68"/>
          <p:cNvGrpSpPr/>
          <p:nvPr/>
        </p:nvGrpSpPr>
        <p:grpSpPr>
          <a:xfrm>
            <a:off x="1942267" y="2755694"/>
            <a:ext cx="395865" cy="421927"/>
            <a:chOff x="-5971525" y="3990475"/>
            <a:chExt cx="274925" cy="293025"/>
          </a:xfrm>
        </p:grpSpPr>
        <p:sp>
          <p:nvSpPr>
            <p:cNvPr id="8118" name="Google Shape;8118;p68"/>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68"/>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68"/>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68"/>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2" name="Google Shape;8122;p68"/>
          <p:cNvGrpSpPr/>
          <p:nvPr/>
        </p:nvGrpSpPr>
        <p:grpSpPr>
          <a:xfrm>
            <a:off x="4615473" y="1689798"/>
            <a:ext cx="420775" cy="418507"/>
            <a:chOff x="-4118225" y="3253275"/>
            <a:chExt cx="292225" cy="290650"/>
          </a:xfrm>
        </p:grpSpPr>
        <p:sp>
          <p:nvSpPr>
            <p:cNvPr id="8123" name="Google Shape;8123;p68"/>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4" name="Google Shape;8124;p68"/>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5" name="Google Shape;8125;p68"/>
          <p:cNvGrpSpPr/>
          <p:nvPr/>
        </p:nvGrpSpPr>
        <p:grpSpPr>
          <a:xfrm>
            <a:off x="4665924" y="2204922"/>
            <a:ext cx="319874" cy="420199"/>
            <a:chOff x="-4082800" y="3612425"/>
            <a:chExt cx="222150" cy="291825"/>
          </a:xfrm>
        </p:grpSpPr>
        <p:sp>
          <p:nvSpPr>
            <p:cNvPr id="8126" name="Google Shape;8126;p68"/>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68"/>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68"/>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9" name="Google Shape;8129;p68"/>
          <p:cNvGrpSpPr/>
          <p:nvPr/>
        </p:nvGrpSpPr>
        <p:grpSpPr>
          <a:xfrm>
            <a:off x="4627372" y="2769876"/>
            <a:ext cx="420775" cy="393561"/>
            <a:chOff x="-4118225" y="3990475"/>
            <a:chExt cx="292225" cy="273325"/>
          </a:xfrm>
        </p:grpSpPr>
        <p:sp>
          <p:nvSpPr>
            <p:cNvPr id="8130" name="Google Shape;8130;p68"/>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1" name="Google Shape;8131;p68"/>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68"/>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68"/>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4" name="Google Shape;8134;p68"/>
          <p:cNvGrpSpPr/>
          <p:nvPr/>
        </p:nvGrpSpPr>
        <p:grpSpPr>
          <a:xfrm>
            <a:off x="7338026" y="1688087"/>
            <a:ext cx="394713" cy="421927"/>
            <a:chOff x="-2312225" y="3238300"/>
            <a:chExt cx="274125" cy="293025"/>
          </a:xfrm>
        </p:grpSpPr>
        <p:sp>
          <p:nvSpPr>
            <p:cNvPr id="8135" name="Google Shape;8135;p68"/>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68"/>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7" name="Google Shape;8137;p68"/>
          <p:cNvGrpSpPr/>
          <p:nvPr/>
        </p:nvGrpSpPr>
        <p:grpSpPr>
          <a:xfrm>
            <a:off x="7335742" y="2756825"/>
            <a:ext cx="423079" cy="419659"/>
            <a:chOff x="-2310650" y="3958175"/>
            <a:chExt cx="293825" cy="291450"/>
          </a:xfrm>
        </p:grpSpPr>
        <p:sp>
          <p:nvSpPr>
            <p:cNvPr id="8138" name="Google Shape;8138;p68"/>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68"/>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0" name="Google Shape;8140;p68"/>
          <p:cNvGrpSpPr/>
          <p:nvPr/>
        </p:nvGrpSpPr>
        <p:grpSpPr>
          <a:xfrm>
            <a:off x="4702603" y="3308459"/>
            <a:ext cx="424159" cy="419659"/>
            <a:chOff x="-1182750" y="3962900"/>
            <a:chExt cx="294575" cy="291450"/>
          </a:xfrm>
        </p:grpSpPr>
        <p:sp>
          <p:nvSpPr>
            <p:cNvPr id="8141" name="Google Shape;8141;p68"/>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68"/>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68"/>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68"/>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68"/>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68"/>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7" name="Google Shape;8147;p68"/>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8" name="Google Shape;8148;p68"/>
          <p:cNvGrpSpPr/>
          <p:nvPr/>
        </p:nvGrpSpPr>
        <p:grpSpPr>
          <a:xfrm>
            <a:off x="2455739" y="1689223"/>
            <a:ext cx="424195" cy="419659"/>
            <a:chOff x="-5611575" y="3272950"/>
            <a:chExt cx="294600" cy="291450"/>
          </a:xfrm>
        </p:grpSpPr>
        <p:sp>
          <p:nvSpPr>
            <p:cNvPr id="8149" name="Google Shape;8149;p68"/>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0" name="Google Shape;8150;p68"/>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68"/>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2" name="Google Shape;8152;p68"/>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68"/>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4" name="Google Shape;8154;p68"/>
          <p:cNvGrpSpPr/>
          <p:nvPr/>
        </p:nvGrpSpPr>
        <p:grpSpPr>
          <a:xfrm>
            <a:off x="2455739" y="2205770"/>
            <a:ext cx="424195" cy="418507"/>
            <a:chOff x="-5613150" y="3632900"/>
            <a:chExt cx="294600" cy="290650"/>
          </a:xfrm>
        </p:grpSpPr>
        <p:sp>
          <p:nvSpPr>
            <p:cNvPr id="8155" name="Google Shape;8155;p68"/>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68"/>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7" name="Google Shape;8157;p68"/>
          <p:cNvGrpSpPr/>
          <p:nvPr/>
        </p:nvGrpSpPr>
        <p:grpSpPr>
          <a:xfrm>
            <a:off x="7324977" y="2153586"/>
            <a:ext cx="420811" cy="522864"/>
            <a:chOff x="-2310650" y="3525775"/>
            <a:chExt cx="292250" cy="363125"/>
          </a:xfrm>
        </p:grpSpPr>
        <p:sp>
          <p:nvSpPr>
            <p:cNvPr id="8158" name="Google Shape;8158;p68"/>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68"/>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68"/>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68"/>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2" name="Google Shape;8162;p68"/>
          <p:cNvGrpSpPr/>
          <p:nvPr/>
        </p:nvGrpSpPr>
        <p:grpSpPr>
          <a:xfrm>
            <a:off x="2467638" y="2756270"/>
            <a:ext cx="424195" cy="420775"/>
            <a:chOff x="-5613150" y="3991275"/>
            <a:chExt cx="294600" cy="292225"/>
          </a:xfrm>
        </p:grpSpPr>
        <p:sp>
          <p:nvSpPr>
            <p:cNvPr id="8163" name="Google Shape;8163;p68"/>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4" name="Google Shape;8164;p68"/>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5" name="Google Shape;8165;p68"/>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68"/>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68"/>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68"/>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9" name="Google Shape;8169;p68"/>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0" name="Google Shape;8170;p68"/>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68"/>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2" name="Google Shape;8172;p68"/>
          <p:cNvGrpSpPr/>
          <p:nvPr/>
        </p:nvGrpSpPr>
        <p:grpSpPr>
          <a:xfrm>
            <a:off x="5139126" y="1689438"/>
            <a:ext cx="434634" cy="419227"/>
            <a:chOff x="-3768700" y="3253275"/>
            <a:chExt cx="301850" cy="291150"/>
          </a:xfrm>
        </p:grpSpPr>
        <p:sp>
          <p:nvSpPr>
            <p:cNvPr id="8173" name="Google Shape;8173;p68"/>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68"/>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68"/>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6" name="Google Shape;8176;p68"/>
          <p:cNvGrpSpPr/>
          <p:nvPr/>
        </p:nvGrpSpPr>
        <p:grpSpPr>
          <a:xfrm>
            <a:off x="5143209" y="2217090"/>
            <a:ext cx="426462" cy="395865"/>
            <a:chOff x="-3808700" y="3628950"/>
            <a:chExt cx="296175" cy="274925"/>
          </a:xfrm>
        </p:grpSpPr>
        <p:sp>
          <p:nvSpPr>
            <p:cNvPr id="8177" name="Google Shape;8177;p68"/>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68"/>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68"/>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0" name="Google Shape;8180;p68"/>
          <p:cNvGrpSpPr/>
          <p:nvPr/>
        </p:nvGrpSpPr>
        <p:grpSpPr>
          <a:xfrm>
            <a:off x="5208420" y="2756412"/>
            <a:ext cx="419443" cy="420487"/>
            <a:chOff x="-3771675" y="3971775"/>
            <a:chExt cx="291300" cy="292025"/>
          </a:xfrm>
        </p:grpSpPr>
        <p:sp>
          <p:nvSpPr>
            <p:cNvPr id="8181" name="Google Shape;8181;p68"/>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68"/>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68"/>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4" name="Google Shape;8184;p68"/>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5" name="Google Shape;8185;p68"/>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6" name="Google Shape;8186;p68"/>
          <p:cNvGrpSpPr/>
          <p:nvPr/>
        </p:nvGrpSpPr>
        <p:grpSpPr>
          <a:xfrm>
            <a:off x="7869864" y="1716461"/>
            <a:ext cx="420271" cy="320774"/>
            <a:chOff x="-1951475" y="3273100"/>
            <a:chExt cx="291875" cy="222775"/>
          </a:xfrm>
        </p:grpSpPr>
        <p:sp>
          <p:nvSpPr>
            <p:cNvPr id="8187" name="Google Shape;8187;p68"/>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8" name="Google Shape;8188;p68"/>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68"/>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0" name="Google Shape;8190;p68"/>
          <p:cNvGrpSpPr/>
          <p:nvPr/>
        </p:nvGrpSpPr>
        <p:grpSpPr>
          <a:xfrm>
            <a:off x="7867344" y="2205191"/>
            <a:ext cx="425310" cy="419659"/>
            <a:chOff x="-1951475" y="3597450"/>
            <a:chExt cx="295375" cy="291450"/>
          </a:xfrm>
        </p:grpSpPr>
        <p:sp>
          <p:nvSpPr>
            <p:cNvPr id="8191" name="Google Shape;8191;p68"/>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68"/>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68"/>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68"/>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5" name="Google Shape;8195;p68"/>
          <p:cNvGrpSpPr/>
          <p:nvPr/>
        </p:nvGrpSpPr>
        <p:grpSpPr>
          <a:xfrm>
            <a:off x="7869595" y="2756825"/>
            <a:ext cx="444605" cy="419659"/>
            <a:chOff x="-1960150" y="3956600"/>
            <a:chExt cx="308775" cy="291450"/>
          </a:xfrm>
        </p:grpSpPr>
        <p:sp>
          <p:nvSpPr>
            <p:cNvPr id="8196" name="Google Shape;8196;p68"/>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68"/>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8" name="Google Shape;8198;p68"/>
          <p:cNvGrpSpPr/>
          <p:nvPr/>
        </p:nvGrpSpPr>
        <p:grpSpPr>
          <a:xfrm>
            <a:off x="1923633" y="3307636"/>
            <a:ext cx="420775" cy="420775"/>
            <a:chOff x="-804700" y="3226500"/>
            <a:chExt cx="292225" cy="292225"/>
          </a:xfrm>
        </p:grpSpPr>
        <p:sp>
          <p:nvSpPr>
            <p:cNvPr id="8199" name="Google Shape;8199;p68"/>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68"/>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68"/>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68"/>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68"/>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68"/>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5" name="Google Shape;8205;p68"/>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06" name="Google Shape;8206;p68"/>
          <p:cNvGrpSpPr/>
          <p:nvPr/>
        </p:nvGrpSpPr>
        <p:grpSpPr>
          <a:xfrm>
            <a:off x="3003724" y="1688647"/>
            <a:ext cx="420775" cy="420811"/>
            <a:chOff x="-5251625" y="3272950"/>
            <a:chExt cx="292225" cy="292250"/>
          </a:xfrm>
        </p:grpSpPr>
        <p:sp>
          <p:nvSpPr>
            <p:cNvPr id="8207" name="Google Shape;8207;p68"/>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68"/>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68"/>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0" name="Google Shape;8210;p68"/>
          <p:cNvGrpSpPr/>
          <p:nvPr/>
        </p:nvGrpSpPr>
        <p:grpSpPr>
          <a:xfrm>
            <a:off x="3000322" y="2204348"/>
            <a:ext cx="427578" cy="421351"/>
            <a:chOff x="-5254775" y="3631325"/>
            <a:chExt cx="296950" cy="292625"/>
          </a:xfrm>
        </p:grpSpPr>
        <p:sp>
          <p:nvSpPr>
            <p:cNvPr id="8211" name="Google Shape;8211;p68"/>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68"/>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3" name="Google Shape;8213;p68"/>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68"/>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68"/>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68"/>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68"/>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8" name="Google Shape;8218;p68"/>
          <p:cNvGrpSpPr/>
          <p:nvPr/>
        </p:nvGrpSpPr>
        <p:grpSpPr>
          <a:xfrm>
            <a:off x="3016181" y="2756270"/>
            <a:ext cx="419659" cy="420775"/>
            <a:chOff x="-5251625" y="3991275"/>
            <a:chExt cx="291450" cy="292225"/>
          </a:xfrm>
        </p:grpSpPr>
        <p:sp>
          <p:nvSpPr>
            <p:cNvPr id="8219" name="Google Shape;8219;p68"/>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0" name="Google Shape;8220;p68"/>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68"/>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68"/>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68"/>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4" name="Google Shape;8224;p68"/>
          <p:cNvGrpSpPr/>
          <p:nvPr/>
        </p:nvGrpSpPr>
        <p:grpSpPr>
          <a:xfrm>
            <a:off x="5756763" y="1689240"/>
            <a:ext cx="319874" cy="419623"/>
            <a:chOff x="-3365275" y="3253275"/>
            <a:chExt cx="222150" cy="291425"/>
          </a:xfrm>
        </p:grpSpPr>
        <p:sp>
          <p:nvSpPr>
            <p:cNvPr id="8225" name="Google Shape;8225;p68"/>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68"/>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7" name="Google Shape;8227;p68"/>
          <p:cNvGrpSpPr/>
          <p:nvPr/>
        </p:nvGrpSpPr>
        <p:grpSpPr>
          <a:xfrm>
            <a:off x="5730701" y="2204058"/>
            <a:ext cx="371998" cy="421927"/>
            <a:chOff x="-3383375" y="3611625"/>
            <a:chExt cx="258350" cy="293025"/>
          </a:xfrm>
        </p:grpSpPr>
        <p:sp>
          <p:nvSpPr>
            <p:cNvPr id="8228" name="Google Shape;8228;p68"/>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9" name="Google Shape;8229;p68"/>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0" name="Google Shape;8230;p68"/>
          <p:cNvGrpSpPr/>
          <p:nvPr/>
        </p:nvGrpSpPr>
        <p:grpSpPr>
          <a:xfrm>
            <a:off x="5793050" y="2756826"/>
            <a:ext cx="271097" cy="419659"/>
            <a:chOff x="-3347950" y="3971575"/>
            <a:chExt cx="188275" cy="291450"/>
          </a:xfrm>
        </p:grpSpPr>
        <p:sp>
          <p:nvSpPr>
            <p:cNvPr id="8231" name="Google Shape;8231;p68"/>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68"/>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68"/>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4" name="Google Shape;8234;p68"/>
          <p:cNvGrpSpPr/>
          <p:nvPr/>
        </p:nvGrpSpPr>
        <p:grpSpPr>
          <a:xfrm>
            <a:off x="842909" y="3307061"/>
            <a:ext cx="371998" cy="421927"/>
            <a:chOff x="-1575775" y="3238300"/>
            <a:chExt cx="258350" cy="293025"/>
          </a:xfrm>
        </p:grpSpPr>
        <p:sp>
          <p:nvSpPr>
            <p:cNvPr id="8235" name="Google Shape;8235;p68"/>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68"/>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68"/>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68"/>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68"/>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0" name="Google Shape;8240;p68"/>
          <p:cNvGrpSpPr/>
          <p:nvPr/>
        </p:nvGrpSpPr>
        <p:grpSpPr>
          <a:xfrm>
            <a:off x="2487807" y="3309051"/>
            <a:ext cx="423079" cy="424159"/>
            <a:chOff x="-1591550" y="3597475"/>
            <a:chExt cx="293825" cy="294575"/>
          </a:xfrm>
        </p:grpSpPr>
        <p:sp>
          <p:nvSpPr>
            <p:cNvPr id="8241" name="Google Shape;8241;p68"/>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68"/>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68"/>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4" name="Google Shape;8244;p68"/>
          <p:cNvGrpSpPr/>
          <p:nvPr/>
        </p:nvGrpSpPr>
        <p:grpSpPr>
          <a:xfrm>
            <a:off x="4137277" y="3318663"/>
            <a:ext cx="421927" cy="399248"/>
            <a:chOff x="-1592325" y="3957400"/>
            <a:chExt cx="293025" cy="277275"/>
          </a:xfrm>
        </p:grpSpPr>
        <p:sp>
          <p:nvSpPr>
            <p:cNvPr id="8245" name="Google Shape;8245;p68"/>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68"/>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68"/>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68"/>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9" name="Google Shape;8249;p68"/>
          <p:cNvGrpSpPr/>
          <p:nvPr/>
        </p:nvGrpSpPr>
        <p:grpSpPr>
          <a:xfrm>
            <a:off x="3624147" y="3310744"/>
            <a:ext cx="369730" cy="420775"/>
            <a:chOff x="-778700" y="3612425"/>
            <a:chExt cx="256775" cy="292225"/>
          </a:xfrm>
        </p:grpSpPr>
        <p:sp>
          <p:nvSpPr>
            <p:cNvPr id="8250" name="Google Shape;8250;p68"/>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68"/>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68"/>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68"/>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68"/>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68"/>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6" name="Google Shape;8256;p68"/>
          <p:cNvGrpSpPr/>
          <p:nvPr/>
        </p:nvGrpSpPr>
        <p:grpSpPr>
          <a:xfrm>
            <a:off x="6095649" y="3828305"/>
            <a:ext cx="340731" cy="387641"/>
            <a:chOff x="7728464" y="1561258"/>
            <a:chExt cx="349719" cy="397866"/>
          </a:xfrm>
        </p:grpSpPr>
        <p:sp>
          <p:nvSpPr>
            <p:cNvPr id="8257" name="Google Shape;8257;p68"/>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8" name="Google Shape;8258;p68"/>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9" name="Google Shape;8259;p68"/>
          <p:cNvGrpSpPr/>
          <p:nvPr/>
        </p:nvGrpSpPr>
        <p:grpSpPr>
          <a:xfrm>
            <a:off x="4018617" y="3828305"/>
            <a:ext cx="387681" cy="387641"/>
            <a:chOff x="5611350" y="1561258"/>
            <a:chExt cx="397907" cy="397866"/>
          </a:xfrm>
        </p:grpSpPr>
        <p:sp>
          <p:nvSpPr>
            <p:cNvPr id="8260" name="Google Shape;8260;p68"/>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68"/>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68"/>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3" name="Google Shape;8263;p68"/>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4" name="Google Shape;8264;p68"/>
          <p:cNvGrpSpPr/>
          <p:nvPr/>
        </p:nvGrpSpPr>
        <p:grpSpPr>
          <a:xfrm>
            <a:off x="4537903" y="3925571"/>
            <a:ext cx="387610" cy="193109"/>
            <a:chOff x="6140660" y="1661097"/>
            <a:chExt cx="397835" cy="198202"/>
          </a:xfrm>
        </p:grpSpPr>
        <p:sp>
          <p:nvSpPr>
            <p:cNvPr id="8265" name="Google Shape;8265;p68"/>
            <p:cNvSpPr/>
            <p:nvPr/>
          </p:nvSpPr>
          <p:spPr>
            <a:xfrm>
              <a:off x="6281298" y="1707719"/>
              <a:ext cx="58290" cy="151579"/>
            </a:xfrm>
            <a:custGeom>
              <a:avLst/>
              <a:gdLst/>
              <a:ahLst/>
              <a:cxnLst/>
              <a:rect l="l" t="t" r="r" b="b"/>
              <a:pathLst>
                <a:path w="2793" h="7263" extrusionOk="0">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68"/>
            <p:cNvSpPr/>
            <p:nvPr/>
          </p:nvSpPr>
          <p:spPr>
            <a:xfrm>
              <a:off x="6480225" y="1742675"/>
              <a:ext cx="58269" cy="58332"/>
            </a:xfrm>
            <a:custGeom>
              <a:avLst/>
              <a:gdLst/>
              <a:ahLst/>
              <a:cxnLst/>
              <a:rect l="l" t="t" r="r" b="b"/>
              <a:pathLst>
                <a:path w="2792" h="2795" extrusionOk="0">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68"/>
            <p:cNvSpPr/>
            <p:nvPr/>
          </p:nvSpPr>
          <p:spPr>
            <a:xfrm>
              <a:off x="6352004" y="1661097"/>
              <a:ext cx="129206" cy="198202"/>
            </a:xfrm>
            <a:custGeom>
              <a:avLst/>
              <a:gdLst/>
              <a:ahLst/>
              <a:cxnLst/>
              <a:rect l="l" t="t" r="r" b="b"/>
              <a:pathLst>
                <a:path w="6191" h="9497" extrusionOk="0">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68"/>
            <p:cNvSpPr/>
            <p:nvPr/>
          </p:nvSpPr>
          <p:spPr>
            <a:xfrm>
              <a:off x="6140660" y="1661097"/>
              <a:ext cx="129185" cy="198202"/>
            </a:xfrm>
            <a:custGeom>
              <a:avLst/>
              <a:gdLst/>
              <a:ahLst/>
              <a:cxnLst/>
              <a:rect l="l" t="t" r="r" b="b"/>
              <a:pathLst>
                <a:path w="6190" h="9497" extrusionOk="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9" name="Google Shape;8269;p68"/>
          <p:cNvGrpSpPr/>
          <p:nvPr/>
        </p:nvGrpSpPr>
        <p:grpSpPr>
          <a:xfrm>
            <a:off x="5057118" y="3828305"/>
            <a:ext cx="387681" cy="387641"/>
            <a:chOff x="6669907" y="1561258"/>
            <a:chExt cx="397907" cy="397866"/>
          </a:xfrm>
        </p:grpSpPr>
        <p:sp>
          <p:nvSpPr>
            <p:cNvPr id="8270" name="Google Shape;8270;p68"/>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68"/>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68"/>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68"/>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68"/>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5" name="Google Shape;8275;p68"/>
          <p:cNvGrpSpPr/>
          <p:nvPr/>
        </p:nvGrpSpPr>
        <p:grpSpPr>
          <a:xfrm>
            <a:off x="1942348" y="3885842"/>
            <a:ext cx="387681" cy="272572"/>
            <a:chOff x="3386036" y="1746339"/>
            <a:chExt cx="397907" cy="279762"/>
          </a:xfrm>
        </p:grpSpPr>
        <p:sp>
          <p:nvSpPr>
            <p:cNvPr id="8276" name="Google Shape;8276;p68"/>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68"/>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8" name="Google Shape;8278;p68"/>
          <p:cNvGrpSpPr/>
          <p:nvPr/>
        </p:nvGrpSpPr>
        <p:grpSpPr>
          <a:xfrm>
            <a:off x="2980045" y="3828288"/>
            <a:ext cx="387681" cy="387681"/>
            <a:chOff x="4417380" y="1687279"/>
            <a:chExt cx="397907" cy="397907"/>
          </a:xfrm>
        </p:grpSpPr>
        <p:sp>
          <p:nvSpPr>
            <p:cNvPr id="8279" name="Google Shape;8279;p68"/>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68"/>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1" name="Google Shape;8281;p68"/>
          <p:cNvGrpSpPr/>
          <p:nvPr/>
        </p:nvGrpSpPr>
        <p:grpSpPr>
          <a:xfrm>
            <a:off x="7926526" y="3308537"/>
            <a:ext cx="387661" cy="387661"/>
            <a:chOff x="2869999" y="1687279"/>
            <a:chExt cx="397887" cy="397887"/>
          </a:xfrm>
        </p:grpSpPr>
        <p:sp>
          <p:nvSpPr>
            <p:cNvPr id="8282" name="Google Shape;8282;p68"/>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68"/>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4" name="Google Shape;8284;p68"/>
          <p:cNvGrpSpPr/>
          <p:nvPr/>
        </p:nvGrpSpPr>
        <p:grpSpPr>
          <a:xfrm>
            <a:off x="2461634" y="3828664"/>
            <a:ext cx="386807" cy="386929"/>
            <a:chOff x="3902887" y="1687655"/>
            <a:chExt cx="397010" cy="397135"/>
          </a:xfrm>
        </p:grpSpPr>
        <p:sp>
          <p:nvSpPr>
            <p:cNvPr id="8285" name="Google Shape;8285;p68"/>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68"/>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7" name="Google Shape;8287;p68"/>
          <p:cNvGrpSpPr/>
          <p:nvPr/>
        </p:nvGrpSpPr>
        <p:grpSpPr>
          <a:xfrm>
            <a:off x="3499331" y="3828344"/>
            <a:ext cx="387681" cy="387681"/>
            <a:chOff x="4933458" y="1687279"/>
            <a:chExt cx="397907" cy="397907"/>
          </a:xfrm>
        </p:grpSpPr>
        <p:sp>
          <p:nvSpPr>
            <p:cNvPr id="8288" name="Google Shape;8288;p68"/>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68"/>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0" name="Google Shape;8290;p68"/>
          <p:cNvGrpSpPr/>
          <p:nvPr/>
        </p:nvGrpSpPr>
        <p:grpSpPr>
          <a:xfrm>
            <a:off x="5273586" y="3308775"/>
            <a:ext cx="387681" cy="387661"/>
            <a:chOff x="266768" y="1721375"/>
            <a:chExt cx="397907" cy="397887"/>
          </a:xfrm>
        </p:grpSpPr>
        <p:sp>
          <p:nvSpPr>
            <p:cNvPr id="8291" name="Google Shape;8291;p68"/>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68"/>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3" name="Google Shape;8293;p68"/>
          <p:cNvGrpSpPr/>
          <p:nvPr/>
        </p:nvGrpSpPr>
        <p:grpSpPr>
          <a:xfrm>
            <a:off x="7395588" y="3308924"/>
            <a:ext cx="387539" cy="386888"/>
            <a:chOff x="2408992" y="1722875"/>
            <a:chExt cx="397761" cy="397093"/>
          </a:xfrm>
        </p:grpSpPr>
        <p:sp>
          <p:nvSpPr>
            <p:cNvPr id="8294" name="Google Shape;8294;p68"/>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68"/>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6" name="Google Shape;8296;p68"/>
          <p:cNvGrpSpPr/>
          <p:nvPr/>
        </p:nvGrpSpPr>
        <p:grpSpPr>
          <a:xfrm>
            <a:off x="5576404" y="3828305"/>
            <a:ext cx="387641" cy="387641"/>
            <a:chOff x="7199196" y="1561258"/>
            <a:chExt cx="397866" cy="397866"/>
          </a:xfrm>
        </p:grpSpPr>
        <p:sp>
          <p:nvSpPr>
            <p:cNvPr id="8297" name="Google Shape;8297;p68"/>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68"/>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68"/>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0" name="Google Shape;8300;p68"/>
          <p:cNvGrpSpPr/>
          <p:nvPr/>
        </p:nvGrpSpPr>
        <p:grpSpPr>
          <a:xfrm>
            <a:off x="6332282" y="3308537"/>
            <a:ext cx="387661" cy="387661"/>
            <a:chOff x="1379798" y="1723250"/>
            <a:chExt cx="397887" cy="397887"/>
          </a:xfrm>
        </p:grpSpPr>
        <p:sp>
          <p:nvSpPr>
            <p:cNvPr id="8301" name="Google Shape;8301;p68"/>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2" name="Google Shape;8302;p68"/>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68"/>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68"/>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5" name="Google Shape;8305;p68"/>
          <p:cNvGrpSpPr/>
          <p:nvPr/>
        </p:nvGrpSpPr>
        <p:grpSpPr>
          <a:xfrm>
            <a:off x="5801242" y="3308537"/>
            <a:ext cx="387641" cy="387661"/>
            <a:chOff x="864491" y="1723250"/>
            <a:chExt cx="397866" cy="397887"/>
          </a:xfrm>
        </p:grpSpPr>
        <p:sp>
          <p:nvSpPr>
            <p:cNvPr id="8306" name="Google Shape;8306;p68"/>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7" name="Google Shape;8307;p68"/>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8" name="Google Shape;8308;p68"/>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09" name="Google Shape;8309;p68"/>
          <p:cNvSpPr/>
          <p:nvPr/>
        </p:nvSpPr>
        <p:spPr>
          <a:xfrm>
            <a:off x="6863342" y="3343765"/>
            <a:ext cx="388846" cy="317145"/>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10" name="Google Shape;8310;p68"/>
          <p:cNvGrpSpPr/>
          <p:nvPr/>
        </p:nvGrpSpPr>
        <p:grpSpPr>
          <a:xfrm>
            <a:off x="6568070" y="3827060"/>
            <a:ext cx="388966" cy="388966"/>
            <a:chOff x="1190625" y="238125"/>
            <a:chExt cx="5235075" cy="5235075"/>
          </a:xfrm>
        </p:grpSpPr>
        <p:sp>
          <p:nvSpPr>
            <p:cNvPr id="8311" name="Google Shape;8311;p68"/>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2" name="Google Shape;8312;p68"/>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13" name="Google Shape;8313;p68"/>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SEO &amp; Marketing Icons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8317"/>
        <p:cNvGrpSpPr/>
        <p:nvPr/>
      </p:nvGrpSpPr>
      <p:grpSpPr>
        <a:xfrm>
          <a:off x="0" y="0"/>
          <a:ext cx="0" cy="0"/>
          <a:chOff x="0" y="0"/>
          <a:chExt cx="0" cy="0"/>
        </a:xfrm>
      </p:grpSpPr>
      <p:pic>
        <p:nvPicPr>
          <p:cNvPr id="8318" name="Google Shape;8318;p69">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name="Mechanic Gear Aesthetic Project Proposal by Slidesgo">
  <a:themeElements>
    <a:clrScheme name="Simple Light">
      <a:dk1>
        <a:srgbClr val="191919"/>
      </a:dk1>
      <a:lt1>
        <a:srgbClr val="E6E6E6"/>
      </a:lt1>
      <a:dk2>
        <a:srgbClr val="CACACA"/>
      </a:dk2>
      <a:lt2>
        <a:srgbClr val="B6B6B6"/>
      </a:lt2>
      <a:accent1>
        <a:srgbClr val="747474"/>
      </a:accent1>
      <a:accent2>
        <a:srgbClr val="4E4E4E"/>
      </a:accent2>
      <a:accent3>
        <a:srgbClr val="FFFFFF"/>
      </a:accent3>
      <a:accent4>
        <a:srgbClr val="FFFFFF"/>
      </a:accent4>
      <a:accent5>
        <a:srgbClr val="FFFFFF"/>
      </a:accent5>
      <a:accent6>
        <a:srgbClr val="FFFFFF"/>
      </a:accent6>
      <a:hlink>
        <a:srgbClr val="7474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756</Words>
  <Application>Microsoft Office PowerPoint</Application>
  <PresentationFormat>On-screen Show (16:9)</PresentationFormat>
  <Paragraphs>89</Paragraphs>
  <Slides>19</Slides>
  <Notes>19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Space Mono</vt:lpstr>
      <vt:lpstr>Arial</vt:lpstr>
      <vt:lpstr>Calibri</vt:lpstr>
      <vt:lpstr>Roboto Condensed Light</vt:lpstr>
      <vt:lpstr>Archivo</vt:lpstr>
      <vt:lpstr>Proxima Nova</vt:lpstr>
      <vt:lpstr>Bebas Neue</vt:lpstr>
      <vt:lpstr>Mechanic Gear Aesthetic Project Proposal by Slidesgo</vt:lpstr>
      <vt:lpstr>Slidesgo Final Pages</vt:lpstr>
      <vt:lpstr>PRELIMINARY PRESENTATION AGV CONCEPT</vt:lpstr>
      <vt:lpstr>EEG1001 Model AGV Preliminary Presentation</vt:lpstr>
      <vt:lpstr>Chassis Design</vt:lpstr>
      <vt:lpstr>AGV Assembly Design</vt:lpstr>
      <vt:lpstr>Drive Design</vt:lpstr>
      <vt:lpstr>Ackermann Steering Design</vt:lpstr>
      <vt:lpstr>PHOTO SHOWCASE</vt:lpstr>
      <vt:lpstr>THANKS!</vt:lpstr>
      <vt:lpstr>RESOURCES</vt:lpstr>
      <vt:lpstr>Use our editable graphic resources...</vt:lpstr>
      <vt:lpstr>PowerPoint Presentation</vt:lpstr>
      <vt:lpstr>...and our sets of editable icons</vt:lpstr>
      <vt:lpstr>PowerPoint Presentation</vt:lpstr>
      <vt:lpstr>PowerPoint Presentation</vt:lpstr>
      <vt:lpstr>PowerPoint Presentation</vt:lpstr>
      <vt:lpstr>PowerPoint Presentation</vt:lpstr>
      <vt:lpstr>Nature Icons</vt:lpstr>
      <vt:lpstr>SEO &amp; Marketing Icons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Alaistair Preece</cp:lastModifiedBy>
  <cp:revision>1</cp:revision>
  <dcterms:modified xsi:type="dcterms:W3CDTF">2026-10-27T12:45:29Z</dcterms:modified>
</cp:coreProperties>
</file>